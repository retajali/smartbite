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23"/>
  </p:notesMasterIdLst>
  <p:sldIdLst>
    <p:sldId id="256" r:id="rId2"/>
    <p:sldId id="258" r:id="rId3"/>
    <p:sldId id="260" r:id="rId4"/>
    <p:sldId id="259" r:id="rId5"/>
    <p:sldId id="296" r:id="rId6"/>
    <p:sldId id="261" r:id="rId7"/>
    <p:sldId id="297" r:id="rId8"/>
    <p:sldId id="298" r:id="rId9"/>
    <p:sldId id="299" r:id="rId10"/>
    <p:sldId id="300" r:id="rId11"/>
    <p:sldId id="301" r:id="rId12"/>
    <p:sldId id="302" r:id="rId13"/>
    <p:sldId id="303" r:id="rId14"/>
    <p:sldId id="304" r:id="rId15"/>
    <p:sldId id="262" r:id="rId16"/>
    <p:sldId id="306" r:id="rId17"/>
    <p:sldId id="305" r:id="rId18"/>
    <p:sldId id="307" r:id="rId19"/>
    <p:sldId id="308" r:id="rId20"/>
    <p:sldId id="309" r:id="rId21"/>
    <p:sldId id="310" r:id="rId22"/>
  </p:sldIdLst>
  <p:sldSz cx="9144000" cy="5143500" type="screen16x9"/>
  <p:notesSz cx="6858000" cy="9144000"/>
  <p:embeddedFontLst>
    <p:embeddedFont>
      <p:font typeface="Alata" panose="020B0604020202020204" charset="0"/>
      <p:regular r:id="rId24"/>
    </p:embeddedFont>
    <p:embeddedFont>
      <p:font typeface="Assistant" pitchFamily="2" charset="-79"/>
      <p:regular r:id="rId25"/>
      <p:bold r:id="rId26"/>
    </p:embeddedFont>
    <p:embeddedFont>
      <p:font typeface="Assistant Medium" panose="020B0604020202020204" charset="-79"/>
      <p:regular r:id="rId27"/>
      <p:bold r:id="rId28"/>
    </p:embeddedFont>
    <p:embeddedFont>
      <p:font typeface="Bebas Neue" panose="020B0604020202020204" charset="0"/>
      <p:regular r:id="rId29"/>
    </p:embeddedFont>
    <p:embeddedFont>
      <p:font typeface="Nunito Light" pitchFamily="2" charset="0"/>
      <p:regular r:id="rId30"/>
      <p:italic r:id="rId31"/>
    </p:embeddedFont>
    <p:embeddedFont>
      <p:font typeface="Poppins" panose="00000500000000000000" pitchFamily="2" charset="0"/>
      <p:regular r:id="rId32"/>
      <p:bold r:id="rId33"/>
      <p:italic r:id="rId34"/>
      <p:boldItalic r:id="rId35"/>
    </p:embeddedFont>
    <p:embeddedFont>
      <p:font typeface="Raleway"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0681926-290D-4AC8-B808-BAA8FAF0DCFD}">
  <a:tblStyle styleId="{70681926-290D-4AC8-B808-BAA8FAF0DCF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4952273-7745-435F-A933-EF722C984512}"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5" d="100"/>
          <a:sy n="125" d="100"/>
        </p:scale>
        <p:origin x="1194" y="3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1.fntdata"/><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ff18b49f31_1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1ff18b49f31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13376c313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13376c313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1125d80b419_0_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1125d80b419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a:extLst>
            <a:ext uri="{FF2B5EF4-FFF2-40B4-BE49-F238E27FC236}">
              <a16:creationId xmlns:a16="http://schemas.microsoft.com/office/drawing/2014/main" id="{DD301F7A-5FA9-5C8F-1390-F95220CC1182}"/>
            </a:ext>
          </a:extLst>
        </p:cNvPr>
        <p:cNvGrpSpPr/>
        <p:nvPr/>
      </p:nvGrpSpPr>
      <p:grpSpPr>
        <a:xfrm>
          <a:off x="0" y="0"/>
          <a:ext cx="0" cy="0"/>
          <a:chOff x="0" y="0"/>
          <a:chExt cx="0" cy="0"/>
        </a:xfrm>
      </p:grpSpPr>
      <p:sp>
        <p:nvSpPr>
          <p:cNvPr id="168" name="Google Shape;168;g13376c31365_0_0:notes">
            <a:extLst>
              <a:ext uri="{FF2B5EF4-FFF2-40B4-BE49-F238E27FC236}">
                <a16:creationId xmlns:a16="http://schemas.microsoft.com/office/drawing/2014/main" id="{26ED6973-0C6D-1BED-57E2-9AB8D03584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13376c31365_0_0:notes">
            <a:extLst>
              <a:ext uri="{FF2B5EF4-FFF2-40B4-BE49-F238E27FC236}">
                <a16:creationId xmlns:a16="http://schemas.microsoft.com/office/drawing/2014/main" id="{35BB0357-D6BE-C4BC-C8C8-39AB697D75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640747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110860aa57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110860aa57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a:extLst>
            <a:ext uri="{FF2B5EF4-FFF2-40B4-BE49-F238E27FC236}">
              <a16:creationId xmlns:a16="http://schemas.microsoft.com/office/drawing/2014/main" id="{4A89CBB9-72F7-30AF-0FD9-2A7EEA782EAA}"/>
            </a:ext>
          </a:extLst>
        </p:cNvPr>
        <p:cNvGrpSpPr/>
        <p:nvPr/>
      </p:nvGrpSpPr>
      <p:grpSpPr>
        <a:xfrm>
          <a:off x="0" y="0"/>
          <a:ext cx="0" cy="0"/>
          <a:chOff x="0" y="0"/>
          <a:chExt cx="0" cy="0"/>
        </a:xfrm>
      </p:grpSpPr>
      <p:sp>
        <p:nvSpPr>
          <p:cNvPr id="168" name="Google Shape;168;g13376c31365_0_0:notes">
            <a:extLst>
              <a:ext uri="{FF2B5EF4-FFF2-40B4-BE49-F238E27FC236}">
                <a16:creationId xmlns:a16="http://schemas.microsoft.com/office/drawing/2014/main" id="{AD6F001E-5830-8FDB-919B-5EFD0D8373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13376c31365_0_0:notes">
            <a:extLst>
              <a:ext uri="{FF2B5EF4-FFF2-40B4-BE49-F238E27FC236}">
                <a16:creationId xmlns:a16="http://schemas.microsoft.com/office/drawing/2014/main" id="{3CA76580-183B-F0EE-DB9C-EAFD213EBF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53316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D4FA795C-28FC-C60A-69CB-89E6C0FF4FA8}"/>
            </a:ext>
          </a:extLst>
        </p:cNvPr>
        <p:cNvGrpSpPr/>
        <p:nvPr/>
      </p:nvGrpSpPr>
      <p:grpSpPr>
        <a:xfrm>
          <a:off x="0" y="0"/>
          <a:ext cx="0" cy="0"/>
          <a:chOff x="0" y="0"/>
          <a:chExt cx="0" cy="0"/>
        </a:xfrm>
      </p:grpSpPr>
      <p:sp>
        <p:nvSpPr>
          <p:cNvPr id="161" name="Google Shape;161;g1125d80b419_0_200:notes">
            <a:extLst>
              <a:ext uri="{FF2B5EF4-FFF2-40B4-BE49-F238E27FC236}">
                <a16:creationId xmlns:a16="http://schemas.microsoft.com/office/drawing/2014/main" id="{73FA46C5-3529-F431-7144-6CB653EB76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1125d80b419_0_200:notes">
            <a:extLst>
              <a:ext uri="{FF2B5EF4-FFF2-40B4-BE49-F238E27FC236}">
                <a16:creationId xmlns:a16="http://schemas.microsoft.com/office/drawing/2014/main" id="{783D9FCB-7F80-C315-CB45-9EBCCB98D6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67110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a:extLst>
            <a:ext uri="{FF2B5EF4-FFF2-40B4-BE49-F238E27FC236}">
              <a16:creationId xmlns:a16="http://schemas.microsoft.com/office/drawing/2014/main" id="{9117663E-518A-BAF1-6823-989D167891B5}"/>
            </a:ext>
          </a:extLst>
        </p:cNvPr>
        <p:cNvGrpSpPr/>
        <p:nvPr/>
      </p:nvGrpSpPr>
      <p:grpSpPr>
        <a:xfrm>
          <a:off x="0" y="0"/>
          <a:ext cx="0" cy="0"/>
          <a:chOff x="0" y="0"/>
          <a:chExt cx="0" cy="0"/>
        </a:xfrm>
      </p:grpSpPr>
      <p:sp>
        <p:nvSpPr>
          <p:cNvPr id="168" name="Google Shape;168;g13376c31365_0_0:notes">
            <a:extLst>
              <a:ext uri="{FF2B5EF4-FFF2-40B4-BE49-F238E27FC236}">
                <a16:creationId xmlns:a16="http://schemas.microsoft.com/office/drawing/2014/main" id="{E16B59DC-D541-1242-CC0F-49DF0D3B61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13376c31365_0_0:notes">
            <a:extLst>
              <a:ext uri="{FF2B5EF4-FFF2-40B4-BE49-F238E27FC236}">
                <a16:creationId xmlns:a16="http://schemas.microsoft.com/office/drawing/2014/main" id="{7E874BF6-B67C-F554-CC3E-1B3DC5D7E8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105665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D4FA795C-28FC-C60A-69CB-89E6C0FF4FA8}"/>
            </a:ext>
          </a:extLst>
        </p:cNvPr>
        <p:cNvGrpSpPr/>
        <p:nvPr/>
      </p:nvGrpSpPr>
      <p:grpSpPr>
        <a:xfrm>
          <a:off x="0" y="0"/>
          <a:ext cx="0" cy="0"/>
          <a:chOff x="0" y="0"/>
          <a:chExt cx="0" cy="0"/>
        </a:xfrm>
      </p:grpSpPr>
      <p:sp>
        <p:nvSpPr>
          <p:cNvPr id="161" name="Google Shape;161;g1125d80b419_0_200:notes">
            <a:extLst>
              <a:ext uri="{FF2B5EF4-FFF2-40B4-BE49-F238E27FC236}">
                <a16:creationId xmlns:a16="http://schemas.microsoft.com/office/drawing/2014/main" id="{73FA46C5-3529-F431-7144-6CB653EB76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1125d80b419_0_200:notes">
            <a:extLst>
              <a:ext uri="{FF2B5EF4-FFF2-40B4-BE49-F238E27FC236}">
                <a16:creationId xmlns:a16="http://schemas.microsoft.com/office/drawing/2014/main" id="{783D9FCB-7F80-C315-CB45-9EBCCB98D6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55628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D4FA795C-28FC-C60A-69CB-89E6C0FF4FA8}"/>
            </a:ext>
          </a:extLst>
        </p:cNvPr>
        <p:cNvGrpSpPr/>
        <p:nvPr/>
      </p:nvGrpSpPr>
      <p:grpSpPr>
        <a:xfrm>
          <a:off x="0" y="0"/>
          <a:ext cx="0" cy="0"/>
          <a:chOff x="0" y="0"/>
          <a:chExt cx="0" cy="0"/>
        </a:xfrm>
      </p:grpSpPr>
      <p:sp>
        <p:nvSpPr>
          <p:cNvPr id="161" name="Google Shape;161;g1125d80b419_0_200:notes">
            <a:extLst>
              <a:ext uri="{FF2B5EF4-FFF2-40B4-BE49-F238E27FC236}">
                <a16:creationId xmlns:a16="http://schemas.microsoft.com/office/drawing/2014/main" id="{73FA46C5-3529-F431-7144-6CB653EB76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1125d80b419_0_200:notes">
            <a:extLst>
              <a:ext uri="{FF2B5EF4-FFF2-40B4-BE49-F238E27FC236}">
                <a16:creationId xmlns:a16="http://schemas.microsoft.com/office/drawing/2014/main" id="{783D9FCB-7F80-C315-CB45-9EBCCB98D6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1320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D4FA795C-28FC-C60A-69CB-89E6C0FF4FA8}"/>
            </a:ext>
          </a:extLst>
        </p:cNvPr>
        <p:cNvGrpSpPr/>
        <p:nvPr/>
      </p:nvGrpSpPr>
      <p:grpSpPr>
        <a:xfrm>
          <a:off x="0" y="0"/>
          <a:ext cx="0" cy="0"/>
          <a:chOff x="0" y="0"/>
          <a:chExt cx="0" cy="0"/>
        </a:xfrm>
      </p:grpSpPr>
      <p:sp>
        <p:nvSpPr>
          <p:cNvPr id="161" name="Google Shape;161;g1125d80b419_0_200:notes">
            <a:extLst>
              <a:ext uri="{FF2B5EF4-FFF2-40B4-BE49-F238E27FC236}">
                <a16:creationId xmlns:a16="http://schemas.microsoft.com/office/drawing/2014/main" id="{73FA46C5-3529-F431-7144-6CB653EB76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1125d80b419_0_200:notes">
            <a:extLst>
              <a:ext uri="{FF2B5EF4-FFF2-40B4-BE49-F238E27FC236}">
                <a16:creationId xmlns:a16="http://schemas.microsoft.com/office/drawing/2014/main" id="{783D9FCB-7F80-C315-CB45-9EBCCB98D6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64683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D4FA795C-28FC-C60A-69CB-89E6C0FF4FA8}"/>
            </a:ext>
          </a:extLst>
        </p:cNvPr>
        <p:cNvGrpSpPr/>
        <p:nvPr/>
      </p:nvGrpSpPr>
      <p:grpSpPr>
        <a:xfrm>
          <a:off x="0" y="0"/>
          <a:ext cx="0" cy="0"/>
          <a:chOff x="0" y="0"/>
          <a:chExt cx="0" cy="0"/>
        </a:xfrm>
      </p:grpSpPr>
      <p:sp>
        <p:nvSpPr>
          <p:cNvPr id="161" name="Google Shape;161;g1125d80b419_0_200:notes">
            <a:extLst>
              <a:ext uri="{FF2B5EF4-FFF2-40B4-BE49-F238E27FC236}">
                <a16:creationId xmlns:a16="http://schemas.microsoft.com/office/drawing/2014/main" id="{73FA46C5-3529-F431-7144-6CB653EB76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1125d80b419_0_200:notes">
            <a:extLst>
              <a:ext uri="{FF2B5EF4-FFF2-40B4-BE49-F238E27FC236}">
                <a16:creationId xmlns:a16="http://schemas.microsoft.com/office/drawing/2014/main" id="{783D9FCB-7F80-C315-CB45-9EBCCB98D6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717799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a:extLst>
            <a:ext uri="{FF2B5EF4-FFF2-40B4-BE49-F238E27FC236}">
              <a16:creationId xmlns:a16="http://schemas.microsoft.com/office/drawing/2014/main" id="{4A89CBB9-72F7-30AF-0FD9-2A7EEA782EAA}"/>
            </a:ext>
          </a:extLst>
        </p:cNvPr>
        <p:cNvGrpSpPr/>
        <p:nvPr/>
      </p:nvGrpSpPr>
      <p:grpSpPr>
        <a:xfrm>
          <a:off x="0" y="0"/>
          <a:ext cx="0" cy="0"/>
          <a:chOff x="0" y="0"/>
          <a:chExt cx="0" cy="0"/>
        </a:xfrm>
      </p:grpSpPr>
      <p:sp>
        <p:nvSpPr>
          <p:cNvPr id="168" name="Google Shape;168;g13376c31365_0_0:notes">
            <a:extLst>
              <a:ext uri="{FF2B5EF4-FFF2-40B4-BE49-F238E27FC236}">
                <a16:creationId xmlns:a16="http://schemas.microsoft.com/office/drawing/2014/main" id="{AD6F001E-5830-8FDB-919B-5EFD0D8373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13376c31365_0_0:notes">
            <a:extLst>
              <a:ext uri="{FF2B5EF4-FFF2-40B4-BE49-F238E27FC236}">
                <a16:creationId xmlns:a16="http://schemas.microsoft.com/office/drawing/2014/main" id="{3CA76580-183B-F0EE-DB9C-EAFD213EBF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51201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125d80b419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1125d80b419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a:extLst>
            <a:ext uri="{FF2B5EF4-FFF2-40B4-BE49-F238E27FC236}">
              <a16:creationId xmlns:a16="http://schemas.microsoft.com/office/drawing/2014/main" id="{4A89CBB9-72F7-30AF-0FD9-2A7EEA782EAA}"/>
            </a:ext>
          </a:extLst>
        </p:cNvPr>
        <p:cNvGrpSpPr/>
        <p:nvPr/>
      </p:nvGrpSpPr>
      <p:grpSpPr>
        <a:xfrm>
          <a:off x="0" y="0"/>
          <a:ext cx="0" cy="0"/>
          <a:chOff x="0" y="0"/>
          <a:chExt cx="0" cy="0"/>
        </a:xfrm>
      </p:grpSpPr>
      <p:sp>
        <p:nvSpPr>
          <p:cNvPr id="168" name="Google Shape;168;g13376c31365_0_0:notes">
            <a:extLst>
              <a:ext uri="{FF2B5EF4-FFF2-40B4-BE49-F238E27FC236}">
                <a16:creationId xmlns:a16="http://schemas.microsoft.com/office/drawing/2014/main" id="{AD6F001E-5830-8FDB-919B-5EFD0D8373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13376c31365_0_0:notes">
            <a:extLst>
              <a:ext uri="{FF2B5EF4-FFF2-40B4-BE49-F238E27FC236}">
                <a16:creationId xmlns:a16="http://schemas.microsoft.com/office/drawing/2014/main" id="{3CA76580-183B-F0EE-DB9C-EAFD213EBF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61909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125d80b419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1125d80b419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28532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125d80b419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1125d80b419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90012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a:extLst>
            <a:ext uri="{FF2B5EF4-FFF2-40B4-BE49-F238E27FC236}">
              <a16:creationId xmlns:a16="http://schemas.microsoft.com/office/drawing/2014/main" id="{4A89CBB9-72F7-30AF-0FD9-2A7EEA782EAA}"/>
            </a:ext>
          </a:extLst>
        </p:cNvPr>
        <p:cNvGrpSpPr/>
        <p:nvPr/>
      </p:nvGrpSpPr>
      <p:grpSpPr>
        <a:xfrm>
          <a:off x="0" y="0"/>
          <a:ext cx="0" cy="0"/>
          <a:chOff x="0" y="0"/>
          <a:chExt cx="0" cy="0"/>
        </a:xfrm>
      </p:grpSpPr>
      <p:sp>
        <p:nvSpPr>
          <p:cNvPr id="168" name="Google Shape;168;g13376c31365_0_0:notes">
            <a:extLst>
              <a:ext uri="{FF2B5EF4-FFF2-40B4-BE49-F238E27FC236}">
                <a16:creationId xmlns:a16="http://schemas.microsoft.com/office/drawing/2014/main" id="{AD6F001E-5830-8FDB-919B-5EFD0D8373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13376c31365_0_0:notes">
            <a:extLst>
              <a:ext uri="{FF2B5EF4-FFF2-40B4-BE49-F238E27FC236}">
                <a16:creationId xmlns:a16="http://schemas.microsoft.com/office/drawing/2014/main" id="{3CA76580-183B-F0EE-DB9C-EAFD213EBF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50251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125d80b419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1125d80b419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87351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a:extLst>
            <a:ext uri="{FF2B5EF4-FFF2-40B4-BE49-F238E27FC236}">
              <a16:creationId xmlns:a16="http://schemas.microsoft.com/office/drawing/2014/main" id="{4A89CBB9-72F7-30AF-0FD9-2A7EEA782EAA}"/>
            </a:ext>
          </a:extLst>
        </p:cNvPr>
        <p:cNvGrpSpPr/>
        <p:nvPr/>
      </p:nvGrpSpPr>
      <p:grpSpPr>
        <a:xfrm>
          <a:off x="0" y="0"/>
          <a:ext cx="0" cy="0"/>
          <a:chOff x="0" y="0"/>
          <a:chExt cx="0" cy="0"/>
        </a:xfrm>
      </p:grpSpPr>
      <p:sp>
        <p:nvSpPr>
          <p:cNvPr id="168" name="Google Shape;168;g13376c31365_0_0:notes">
            <a:extLst>
              <a:ext uri="{FF2B5EF4-FFF2-40B4-BE49-F238E27FC236}">
                <a16:creationId xmlns:a16="http://schemas.microsoft.com/office/drawing/2014/main" id="{AD6F001E-5830-8FDB-919B-5EFD0D8373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13376c31365_0_0:notes">
            <a:extLst>
              <a:ext uri="{FF2B5EF4-FFF2-40B4-BE49-F238E27FC236}">
                <a16:creationId xmlns:a16="http://schemas.microsoft.com/office/drawing/2014/main" id="{3CA76580-183B-F0EE-DB9C-EAFD213EBF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00539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219700" y="1403599"/>
            <a:ext cx="6704700" cy="18288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rgbClr val="191919"/>
              </a:buClr>
              <a:buSzPts val="5200"/>
              <a:buNone/>
              <a:defRPr sz="6000">
                <a:latin typeface="Alata"/>
                <a:ea typeface="Alata"/>
                <a:cs typeface="Alata"/>
                <a:sym typeface="Alata"/>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286000" y="3156199"/>
            <a:ext cx="4572000" cy="409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600">
                <a:latin typeface="Assistant"/>
                <a:ea typeface="Assistant"/>
                <a:cs typeface="Assistant"/>
                <a:sym typeface="Assistant"/>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715100" y="2281576"/>
            <a:ext cx="7713900" cy="1005900"/>
          </a:xfrm>
          <a:prstGeom prst="rect">
            <a:avLst/>
          </a:prstGeom>
        </p:spPr>
        <p:txBody>
          <a:bodyPr spcFirstLastPara="1" wrap="square" lIns="91425" tIns="91425" rIns="91425" bIns="91425" anchor="t" anchorCtr="0">
            <a:noAutofit/>
          </a:bodyPr>
          <a:lstStyle>
            <a:lvl1pPr lvl="0" algn="ctr">
              <a:spcBef>
                <a:spcPts val="0"/>
              </a:spcBef>
              <a:spcAft>
                <a:spcPts val="0"/>
              </a:spcAft>
              <a:buSzPts val="5000"/>
              <a:buNone/>
              <a:defRPr sz="6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a:endParaRPr/>
          </a:p>
        </p:txBody>
      </p:sp>
      <p:sp>
        <p:nvSpPr>
          <p:cNvPr id="13" name="Google Shape;13;p3"/>
          <p:cNvSpPr txBox="1">
            <a:spLocks noGrp="1"/>
          </p:cNvSpPr>
          <p:nvPr>
            <p:ph type="title" idx="2" hasCustomPrompt="1"/>
          </p:nvPr>
        </p:nvSpPr>
        <p:spPr>
          <a:xfrm>
            <a:off x="3523662" y="763605"/>
            <a:ext cx="2097000" cy="16458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6000"/>
              <a:buNone/>
              <a:defRPr sz="11000">
                <a:solidFill>
                  <a:schemeClr val="lt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5"/>
          <p:cNvSpPr/>
          <p:nvPr/>
        </p:nvSpPr>
        <p:spPr>
          <a:xfrm>
            <a:off x="222100" y="219400"/>
            <a:ext cx="8699700" cy="4704600"/>
          </a:xfrm>
          <a:prstGeom prst="roundRect">
            <a:avLst>
              <a:gd name="adj" fmla="val 5000"/>
            </a:avLst>
          </a:prstGeom>
          <a:solidFill>
            <a:srgbClr val="FFFFFF">
              <a:alpha val="791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5"/>
          <p:cNvSpPr txBox="1">
            <a:spLocks noGrp="1"/>
          </p:cNvSpPr>
          <p:nvPr>
            <p:ph type="subTitle" idx="1"/>
          </p:nvPr>
        </p:nvSpPr>
        <p:spPr>
          <a:xfrm>
            <a:off x="1654845" y="2044150"/>
            <a:ext cx="2907600" cy="4572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chemeClr val="dk1"/>
              </a:buClr>
              <a:buSzPts val="2400"/>
              <a:buFont typeface="Bebas Neue"/>
              <a:buNone/>
              <a:defRPr sz="1800" b="1">
                <a:solidFill>
                  <a:schemeClr val="dk1"/>
                </a:solidFill>
                <a:latin typeface="Alata"/>
                <a:ea typeface="Alata"/>
                <a:cs typeface="Alata"/>
                <a:sym typeface="Alata"/>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1" name="Google Shape;21;p5"/>
          <p:cNvSpPr txBox="1">
            <a:spLocks noGrp="1"/>
          </p:cNvSpPr>
          <p:nvPr>
            <p:ph type="subTitle" idx="2"/>
          </p:nvPr>
        </p:nvSpPr>
        <p:spPr>
          <a:xfrm>
            <a:off x="5354395" y="2044150"/>
            <a:ext cx="29076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1800" b="1">
                <a:solidFill>
                  <a:schemeClr val="dk1"/>
                </a:solidFill>
                <a:latin typeface="Alata"/>
                <a:ea typeface="Alata"/>
                <a:cs typeface="Alata"/>
                <a:sym typeface="Alata"/>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2" name="Google Shape;22;p5"/>
          <p:cNvSpPr txBox="1">
            <a:spLocks noGrp="1"/>
          </p:cNvSpPr>
          <p:nvPr>
            <p:ph type="subTitle" idx="3"/>
          </p:nvPr>
        </p:nvSpPr>
        <p:spPr>
          <a:xfrm>
            <a:off x="1654845" y="2425150"/>
            <a:ext cx="2907600" cy="163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3" name="Google Shape;23;p5"/>
          <p:cNvSpPr txBox="1">
            <a:spLocks noGrp="1"/>
          </p:cNvSpPr>
          <p:nvPr>
            <p:ph type="subTitle" idx="4"/>
          </p:nvPr>
        </p:nvSpPr>
        <p:spPr>
          <a:xfrm>
            <a:off x="5354395" y="2425150"/>
            <a:ext cx="2907600" cy="163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 name="Google Shape;24;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8"/>
        <p:cNvGrpSpPr/>
        <p:nvPr/>
      </p:nvGrpSpPr>
      <p:grpSpPr>
        <a:xfrm>
          <a:off x="0" y="0"/>
          <a:ext cx="0" cy="0"/>
          <a:chOff x="0" y="0"/>
          <a:chExt cx="0" cy="0"/>
        </a:xfrm>
      </p:grpSpPr>
      <p:sp>
        <p:nvSpPr>
          <p:cNvPr id="29" name="Google Shape;29;p7"/>
          <p:cNvSpPr/>
          <p:nvPr/>
        </p:nvSpPr>
        <p:spPr>
          <a:xfrm>
            <a:off x="222100" y="219400"/>
            <a:ext cx="8699700" cy="4704600"/>
          </a:xfrm>
          <a:prstGeom prst="roundRect">
            <a:avLst>
              <a:gd name="adj" fmla="val 5000"/>
            </a:avLst>
          </a:prstGeom>
          <a:solidFill>
            <a:srgbClr val="FFFFFF">
              <a:alpha val="791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7"/>
          <p:cNvSpPr txBox="1">
            <a:spLocks noGrp="1"/>
          </p:cNvSpPr>
          <p:nvPr>
            <p:ph type="title"/>
          </p:nvPr>
        </p:nvSpPr>
        <p:spPr>
          <a:xfrm>
            <a:off x="720000" y="697200"/>
            <a:ext cx="3383400" cy="146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30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a:endParaRPr/>
          </a:p>
        </p:txBody>
      </p:sp>
      <p:sp>
        <p:nvSpPr>
          <p:cNvPr id="31" name="Google Shape;31;p7"/>
          <p:cNvSpPr txBox="1">
            <a:spLocks noGrp="1"/>
          </p:cNvSpPr>
          <p:nvPr>
            <p:ph type="body" idx="1"/>
          </p:nvPr>
        </p:nvSpPr>
        <p:spPr>
          <a:xfrm>
            <a:off x="720000" y="2160300"/>
            <a:ext cx="3383400" cy="22860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lt2"/>
              </a:buClr>
              <a:buSzPts val="1200"/>
              <a:buFont typeface="Nunito Light"/>
              <a:buChar char="●"/>
              <a:defRPr/>
            </a:lvl1pPr>
            <a:lvl2pPr marL="914400" lvl="1" indent="-304800" rtl="0">
              <a:lnSpc>
                <a:spcPct val="100000"/>
              </a:lnSpc>
              <a:spcBef>
                <a:spcPts val="0"/>
              </a:spcBef>
              <a:spcAft>
                <a:spcPts val="0"/>
              </a:spcAft>
              <a:buClr>
                <a:srgbClr val="E76A28"/>
              </a:buClr>
              <a:buSzPts val="1200"/>
              <a:buFont typeface="Nunito Light"/>
              <a:buChar char="○"/>
              <a:defRPr/>
            </a:lvl2pPr>
            <a:lvl3pPr marL="1371600" lvl="2" indent="-304800" rtl="0">
              <a:lnSpc>
                <a:spcPct val="100000"/>
              </a:lnSpc>
              <a:spcBef>
                <a:spcPts val="0"/>
              </a:spcBef>
              <a:spcAft>
                <a:spcPts val="0"/>
              </a:spcAft>
              <a:buClr>
                <a:srgbClr val="E76A28"/>
              </a:buClr>
              <a:buSzPts val="1200"/>
              <a:buFont typeface="Nunito Light"/>
              <a:buChar char="■"/>
              <a:defRPr/>
            </a:lvl3pPr>
            <a:lvl4pPr marL="1828800" lvl="3" indent="-304800" rtl="0">
              <a:lnSpc>
                <a:spcPct val="100000"/>
              </a:lnSpc>
              <a:spcBef>
                <a:spcPts val="0"/>
              </a:spcBef>
              <a:spcAft>
                <a:spcPts val="0"/>
              </a:spcAft>
              <a:buClr>
                <a:srgbClr val="E76A28"/>
              </a:buClr>
              <a:buSzPts val="1200"/>
              <a:buFont typeface="Nunito Light"/>
              <a:buChar char="●"/>
              <a:defRPr/>
            </a:lvl4pPr>
            <a:lvl5pPr marL="2286000" lvl="4" indent="-304800" rtl="0">
              <a:lnSpc>
                <a:spcPct val="100000"/>
              </a:lnSpc>
              <a:spcBef>
                <a:spcPts val="0"/>
              </a:spcBef>
              <a:spcAft>
                <a:spcPts val="0"/>
              </a:spcAft>
              <a:buClr>
                <a:srgbClr val="E76A28"/>
              </a:buClr>
              <a:buSzPts val="1200"/>
              <a:buFont typeface="Nunito Light"/>
              <a:buChar char="○"/>
              <a:defRPr/>
            </a:lvl5pPr>
            <a:lvl6pPr marL="2743200" lvl="5" indent="-304800" rtl="0">
              <a:lnSpc>
                <a:spcPct val="100000"/>
              </a:lnSpc>
              <a:spcBef>
                <a:spcPts val="0"/>
              </a:spcBef>
              <a:spcAft>
                <a:spcPts val="0"/>
              </a:spcAft>
              <a:buClr>
                <a:srgbClr val="999999"/>
              </a:buClr>
              <a:buSzPts val="1200"/>
              <a:buFont typeface="Nunito Light"/>
              <a:buChar char="■"/>
              <a:defRPr/>
            </a:lvl6pPr>
            <a:lvl7pPr marL="3200400" lvl="6" indent="-304800" rtl="0">
              <a:lnSpc>
                <a:spcPct val="100000"/>
              </a:lnSpc>
              <a:spcBef>
                <a:spcPts val="0"/>
              </a:spcBef>
              <a:spcAft>
                <a:spcPts val="0"/>
              </a:spcAft>
              <a:buClr>
                <a:srgbClr val="999999"/>
              </a:buClr>
              <a:buSzPts val="1200"/>
              <a:buFont typeface="Nunito Light"/>
              <a:buChar char="●"/>
              <a:defRPr/>
            </a:lvl7pPr>
            <a:lvl8pPr marL="3657600" lvl="7" indent="-304800" rtl="0">
              <a:lnSpc>
                <a:spcPct val="100000"/>
              </a:lnSpc>
              <a:spcBef>
                <a:spcPts val="0"/>
              </a:spcBef>
              <a:spcAft>
                <a:spcPts val="0"/>
              </a:spcAft>
              <a:buClr>
                <a:srgbClr val="999999"/>
              </a:buClr>
              <a:buSzPts val="1200"/>
              <a:buFont typeface="Nunito Light"/>
              <a:buChar char="○"/>
              <a:defRPr/>
            </a:lvl8pPr>
            <a:lvl9pPr marL="4114800" lvl="8" indent="-304800" rtl="0">
              <a:lnSpc>
                <a:spcPct val="100000"/>
              </a:lnSpc>
              <a:spcBef>
                <a:spcPts val="0"/>
              </a:spcBef>
              <a:spcAft>
                <a:spcPts val="0"/>
              </a:spcAft>
              <a:buClr>
                <a:srgbClr val="999999"/>
              </a:buClr>
              <a:buSzPts val="1200"/>
              <a:buFont typeface="Nunito Light"/>
              <a:buChar char="■"/>
              <a:defRPr/>
            </a:lvl9pPr>
          </a:lstStyle>
          <a:p>
            <a:endParaRPr/>
          </a:p>
        </p:txBody>
      </p:sp>
      <p:sp>
        <p:nvSpPr>
          <p:cNvPr id="32" name="Google Shape;32;p7"/>
          <p:cNvSpPr>
            <a:spLocks noGrp="1"/>
          </p:cNvSpPr>
          <p:nvPr>
            <p:ph type="pic" idx="2"/>
          </p:nvPr>
        </p:nvSpPr>
        <p:spPr>
          <a:xfrm>
            <a:off x="4236675" y="385050"/>
            <a:ext cx="4512900" cy="4373400"/>
          </a:xfrm>
          <a:prstGeom prst="roundRect">
            <a:avLst>
              <a:gd name="adj" fmla="val 16667"/>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bg>
      <p:bgPr>
        <a:blipFill>
          <a:blip r:embed="rId2">
            <a:alphaModFix/>
          </a:blip>
          <a:stretch>
            <a:fillRect/>
          </a:stretch>
        </a:blipFill>
        <a:effectLst/>
      </p:bgPr>
    </p:bg>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blipFill>
          <a:blip r:embed="rId2">
            <a:alphaModFix/>
          </a:blip>
          <a:stretch>
            <a:fillRect/>
          </a:stretch>
        </a:blipFill>
        <a:effectLst/>
      </p:bgPr>
    </p:bg>
    <p:spTree>
      <p:nvGrpSpPr>
        <p:cNvPr id="1" name="Shape 35"/>
        <p:cNvGrpSpPr/>
        <p:nvPr/>
      </p:nvGrpSpPr>
      <p:grpSpPr>
        <a:xfrm>
          <a:off x="0" y="0"/>
          <a:ext cx="0" cy="0"/>
          <a:chOff x="0" y="0"/>
          <a:chExt cx="0" cy="0"/>
        </a:xfrm>
      </p:grpSpPr>
      <p:sp>
        <p:nvSpPr>
          <p:cNvPr id="36" name="Google Shape;36;p9"/>
          <p:cNvSpPr txBox="1">
            <a:spLocks noGrp="1"/>
          </p:cNvSpPr>
          <p:nvPr>
            <p:ph type="title"/>
          </p:nvPr>
        </p:nvSpPr>
        <p:spPr>
          <a:xfrm>
            <a:off x="2241425" y="1293100"/>
            <a:ext cx="46611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7" name="Google Shape;37;p9"/>
          <p:cNvSpPr txBox="1">
            <a:spLocks noGrp="1"/>
          </p:cNvSpPr>
          <p:nvPr>
            <p:ph type="subTitle" idx="1"/>
          </p:nvPr>
        </p:nvSpPr>
        <p:spPr>
          <a:xfrm>
            <a:off x="2241475" y="2168600"/>
            <a:ext cx="4661100" cy="168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
    <p:bg>
      <p:bgPr>
        <a:blipFill>
          <a:blip r:embed="rId2">
            <a:alphaModFix/>
          </a:blip>
          <a:stretch>
            <a:fillRect/>
          </a:stretch>
        </a:blipFill>
        <a:effectLst/>
      </p:bgPr>
    </p:bg>
    <p:spTree>
      <p:nvGrpSpPr>
        <p:cNvPr id="1" name="Shape 45"/>
        <p:cNvGrpSpPr/>
        <p:nvPr/>
      </p:nvGrpSpPr>
      <p:grpSpPr>
        <a:xfrm>
          <a:off x="0" y="0"/>
          <a:ext cx="0" cy="0"/>
          <a:chOff x="0" y="0"/>
          <a:chExt cx="0" cy="0"/>
        </a:xfrm>
      </p:grpSpPr>
      <p:sp>
        <p:nvSpPr>
          <p:cNvPr id="46" name="Google Shape;46;p13"/>
          <p:cNvSpPr/>
          <p:nvPr/>
        </p:nvSpPr>
        <p:spPr>
          <a:xfrm>
            <a:off x="222100" y="219400"/>
            <a:ext cx="8699700" cy="4704600"/>
          </a:xfrm>
          <a:prstGeom prst="roundRect">
            <a:avLst>
              <a:gd name="adj" fmla="val 5000"/>
            </a:avLst>
          </a:prstGeom>
          <a:solidFill>
            <a:srgbClr val="FFFFFF">
              <a:alpha val="791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8" name="Google Shape;48;p13"/>
          <p:cNvSpPr txBox="1">
            <a:spLocks noGrp="1"/>
          </p:cNvSpPr>
          <p:nvPr>
            <p:ph type="title" idx="2" hasCustomPrompt="1"/>
          </p:nvPr>
        </p:nvSpPr>
        <p:spPr>
          <a:xfrm>
            <a:off x="720000" y="1404683"/>
            <a:ext cx="914400" cy="6402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 name="Google Shape;49;p13"/>
          <p:cNvSpPr txBox="1">
            <a:spLocks noGrp="1"/>
          </p:cNvSpPr>
          <p:nvPr>
            <p:ph type="title" idx="3" hasCustomPrompt="1"/>
          </p:nvPr>
        </p:nvSpPr>
        <p:spPr>
          <a:xfrm>
            <a:off x="720000" y="2990491"/>
            <a:ext cx="914400" cy="6402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0" name="Google Shape;50;p13"/>
          <p:cNvSpPr txBox="1">
            <a:spLocks noGrp="1"/>
          </p:cNvSpPr>
          <p:nvPr>
            <p:ph type="title" idx="4" hasCustomPrompt="1"/>
          </p:nvPr>
        </p:nvSpPr>
        <p:spPr>
          <a:xfrm>
            <a:off x="3190675" y="1404683"/>
            <a:ext cx="914400" cy="6402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1" name="Google Shape;51;p13"/>
          <p:cNvSpPr txBox="1">
            <a:spLocks noGrp="1"/>
          </p:cNvSpPr>
          <p:nvPr>
            <p:ph type="title" idx="5" hasCustomPrompt="1"/>
          </p:nvPr>
        </p:nvSpPr>
        <p:spPr>
          <a:xfrm>
            <a:off x="3190675" y="2990491"/>
            <a:ext cx="914400" cy="6402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2" name="Google Shape;52;p13"/>
          <p:cNvSpPr txBox="1">
            <a:spLocks noGrp="1"/>
          </p:cNvSpPr>
          <p:nvPr>
            <p:ph type="title" idx="6" hasCustomPrompt="1"/>
          </p:nvPr>
        </p:nvSpPr>
        <p:spPr>
          <a:xfrm>
            <a:off x="5661350" y="1404683"/>
            <a:ext cx="914400" cy="6402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3" name="Google Shape;53;p13"/>
          <p:cNvSpPr txBox="1">
            <a:spLocks noGrp="1"/>
          </p:cNvSpPr>
          <p:nvPr>
            <p:ph type="title" idx="7" hasCustomPrompt="1"/>
          </p:nvPr>
        </p:nvSpPr>
        <p:spPr>
          <a:xfrm>
            <a:off x="5661350" y="2990491"/>
            <a:ext cx="914400" cy="6402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4" name="Google Shape;54;p13"/>
          <p:cNvSpPr txBox="1">
            <a:spLocks noGrp="1"/>
          </p:cNvSpPr>
          <p:nvPr>
            <p:ph type="subTitle" idx="1"/>
          </p:nvPr>
        </p:nvSpPr>
        <p:spPr>
          <a:xfrm>
            <a:off x="720000" y="1997675"/>
            <a:ext cx="2011800" cy="66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1800" b="1">
                <a:solidFill>
                  <a:schemeClr val="dk1"/>
                </a:solidFill>
                <a:latin typeface="Alata"/>
                <a:ea typeface="Alata"/>
                <a:cs typeface="Alata"/>
                <a:sym typeface="Alata"/>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55" name="Google Shape;55;p13"/>
          <p:cNvSpPr txBox="1">
            <a:spLocks noGrp="1"/>
          </p:cNvSpPr>
          <p:nvPr>
            <p:ph type="subTitle" idx="8"/>
          </p:nvPr>
        </p:nvSpPr>
        <p:spPr>
          <a:xfrm>
            <a:off x="3190675" y="1997675"/>
            <a:ext cx="2011800" cy="66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1800" b="1">
                <a:solidFill>
                  <a:schemeClr val="dk1"/>
                </a:solidFill>
                <a:latin typeface="Alata"/>
                <a:ea typeface="Alata"/>
                <a:cs typeface="Alata"/>
                <a:sym typeface="Alata"/>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56" name="Google Shape;56;p13"/>
          <p:cNvSpPr txBox="1">
            <a:spLocks noGrp="1"/>
          </p:cNvSpPr>
          <p:nvPr>
            <p:ph type="subTitle" idx="9"/>
          </p:nvPr>
        </p:nvSpPr>
        <p:spPr>
          <a:xfrm>
            <a:off x="5661350" y="1997675"/>
            <a:ext cx="2011800" cy="66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1800" b="1">
                <a:solidFill>
                  <a:schemeClr val="dk1"/>
                </a:solidFill>
                <a:latin typeface="Alata"/>
                <a:ea typeface="Alata"/>
                <a:cs typeface="Alata"/>
                <a:sym typeface="Alata"/>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57" name="Google Shape;57;p13"/>
          <p:cNvSpPr txBox="1">
            <a:spLocks noGrp="1"/>
          </p:cNvSpPr>
          <p:nvPr>
            <p:ph type="subTitle" idx="13"/>
          </p:nvPr>
        </p:nvSpPr>
        <p:spPr>
          <a:xfrm>
            <a:off x="720000" y="3583550"/>
            <a:ext cx="2011800" cy="66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1800" b="1">
                <a:solidFill>
                  <a:schemeClr val="dk1"/>
                </a:solidFill>
                <a:latin typeface="Alata"/>
                <a:ea typeface="Alata"/>
                <a:cs typeface="Alata"/>
                <a:sym typeface="Alata"/>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58" name="Google Shape;58;p13"/>
          <p:cNvSpPr txBox="1">
            <a:spLocks noGrp="1"/>
          </p:cNvSpPr>
          <p:nvPr>
            <p:ph type="subTitle" idx="14"/>
          </p:nvPr>
        </p:nvSpPr>
        <p:spPr>
          <a:xfrm>
            <a:off x="3190675" y="3583550"/>
            <a:ext cx="2011800" cy="66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1800" b="1">
                <a:solidFill>
                  <a:schemeClr val="dk1"/>
                </a:solidFill>
                <a:latin typeface="Alata"/>
                <a:ea typeface="Alata"/>
                <a:cs typeface="Alata"/>
                <a:sym typeface="Alata"/>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59" name="Google Shape;59;p13"/>
          <p:cNvSpPr txBox="1">
            <a:spLocks noGrp="1"/>
          </p:cNvSpPr>
          <p:nvPr>
            <p:ph type="subTitle" idx="15"/>
          </p:nvPr>
        </p:nvSpPr>
        <p:spPr>
          <a:xfrm>
            <a:off x="5661350" y="3583550"/>
            <a:ext cx="2011800" cy="66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1800" b="1">
                <a:solidFill>
                  <a:schemeClr val="dk1"/>
                </a:solidFill>
                <a:latin typeface="Alata"/>
                <a:ea typeface="Alata"/>
                <a:cs typeface="Alata"/>
                <a:sym typeface="Alata"/>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BLANK_1_1_1_2">
    <p:bg>
      <p:bgPr>
        <a:blipFill>
          <a:blip r:embed="rId2">
            <a:alphaModFix/>
          </a:blip>
          <a:stretch>
            <a:fillRect/>
          </a:stretch>
        </a:blipFill>
        <a:effectLst/>
      </p:bgPr>
    </p:bg>
    <p:spTree>
      <p:nvGrpSpPr>
        <p:cNvPr id="1" name="Shape 71"/>
        <p:cNvGrpSpPr/>
        <p:nvPr/>
      </p:nvGrpSpPr>
      <p:grpSpPr>
        <a:xfrm>
          <a:off x="0" y="0"/>
          <a:ext cx="0" cy="0"/>
          <a:chOff x="0" y="0"/>
          <a:chExt cx="0" cy="0"/>
        </a:xfrm>
      </p:grpSpPr>
      <p:sp>
        <p:nvSpPr>
          <p:cNvPr id="72" name="Google Shape;72;p17"/>
          <p:cNvSpPr/>
          <p:nvPr/>
        </p:nvSpPr>
        <p:spPr>
          <a:xfrm>
            <a:off x="222100" y="219400"/>
            <a:ext cx="8699700" cy="4704600"/>
          </a:xfrm>
          <a:prstGeom prst="roundRect">
            <a:avLst>
              <a:gd name="adj" fmla="val 5000"/>
            </a:avLst>
          </a:prstGeom>
          <a:solidFill>
            <a:srgbClr val="FFFFFF">
              <a:alpha val="791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4" name="Google Shape;74;p17"/>
          <p:cNvSpPr txBox="1">
            <a:spLocks noGrp="1"/>
          </p:cNvSpPr>
          <p:nvPr>
            <p:ph type="subTitle" idx="1"/>
          </p:nvPr>
        </p:nvSpPr>
        <p:spPr>
          <a:xfrm>
            <a:off x="720000" y="2409599"/>
            <a:ext cx="2461800" cy="418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1800" b="1">
                <a:solidFill>
                  <a:schemeClr val="dk1"/>
                </a:solidFill>
                <a:latin typeface="Alata"/>
                <a:ea typeface="Alata"/>
                <a:cs typeface="Alata"/>
                <a:sym typeface="Alata"/>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5" name="Google Shape;75;p17"/>
          <p:cNvSpPr txBox="1">
            <a:spLocks noGrp="1"/>
          </p:cNvSpPr>
          <p:nvPr>
            <p:ph type="subTitle" idx="2"/>
          </p:nvPr>
        </p:nvSpPr>
        <p:spPr>
          <a:xfrm>
            <a:off x="720000" y="2751599"/>
            <a:ext cx="2461800" cy="146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6" name="Google Shape;76;p17"/>
          <p:cNvSpPr txBox="1">
            <a:spLocks noGrp="1"/>
          </p:cNvSpPr>
          <p:nvPr>
            <p:ph type="subTitle" idx="3"/>
          </p:nvPr>
        </p:nvSpPr>
        <p:spPr>
          <a:xfrm>
            <a:off x="3341121" y="2751599"/>
            <a:ext cx="2461800" cy="146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7" name="Google Shape;77;p17"/>
          <p:cNvSpPr txBox="1">
            <a:spLocks noGrp="1"/>
          </p:cNvSpPr>
          <p:nvPr>
            <p:ph type="subTitle" idx="4"/>
          </p:nvPr>
        </p:nvSpPr>
        <p:spPr>
          <a:xfrm>
            <a:off x="5962271" y="2751599"/>
            <a:ext cx="2461800" cy="146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8" name="Google Shape;78;p17"/>
          <p:cNvSpPr txBox="1">
            <a:spLocks noGrp="1"/>
          </p:cNvSpPr>
          <p:nvPr>
            <p:ph type="subTitle" idx="5"/>
          </p:nvPr>
        </p:nvSpPr>
        <p:spPr>
          <a:xfrm>
            <a:off x="3341121" y="2409599"/>
            <a:ext cx="2461800" cy="418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1800" b="1">
                <a:solidFill>
                  <a:schemeClr val="dk1"/>
                </a:solidFill>
                <a:latin typeface="Alata"/>
                <a:ea typeface="Alata"/>
                <a:cs typeface="Alata"/>
                <a:sym typeface="Alata"/>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9" name="Google Shape;79;p17"/>
          <p:cNvSpPr txBox="1">
            <a:spLocks noGrp="1"/>
          </p:cNvSpPr>
          <p:nvPr>
            <p:ph type="subTitle" idx="6"/>
          </p:nvPr>
        </p:nvSpPr>
        <p:spPr>
          <a:xfrm>
            <a:off x="5962271" y="2409599"/>
            <a:ext cx="2461800" cy="418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1800" b="1">
                <a:solidFill>
                  <a:schemeClr val="dk1"/>
                </a:solidFill>
                <a:latin typeface="Alata"/>
                <a:ea typeface="Alata"/>
                <a:cs typeface="Alata"/>
                <a:sym typeface="Alata"/>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BLANK_1_1_1_1_1_1_1">
    <p:bg>
      <p:bgPr>
        <a:blipFill>
          <a:blip r:embed="rId2">
            <a:alphaModFix/>
          </a:blip>
          <a:stretch>
            <a:fillRect/>
          </a:stretch>
        </a:blipFill>
        <a:effectLst/>
      </p:bgPr>
    </p:bg>
    <p:spTree>
      <p:nvGrpSpPr>
        <p:cNvPr id="1" name="Shape 119"/>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blipFill>
          <a:blip r:embed="rId2">
            <a:alphaModFix/>
          </a:blip>
          <a:stretch>
            <a:fillRect/>
          </a:stretch>
        </a:blipFill>
        <a:effectLst/>
      </p:bgPr>
    </p:bg>
    <p:spTree>
      <p:nvGrpSpPr>
        <p:cNvPr id="1" name="Shape 12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2">
  <p:cSld name="BLANK_1_1_1_1_1_1_1_2">
    <p:bg>
      <p:bgPr>
        <a:blipFill>
          <a:blip r:embed="rId2">
            <a:alphaModFix/>
          </a:blip>
          <a:stretch>
            <a:fillRect/>
          </a:stretch>
        </a:blipFill>
        <a:effectLst/>
      </p:bgPr>
    </p:bg>
    <p:spTree>
      <p:nvGrpSpPr>
        <p:cNvPr id="1" name="Shape 12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Alata"/>
              <a:buNone/>
              <a:defRPr sz="3000" b="1">
                <a:solidFill>
                  <a:schemeClr val="dk1"/>
                </a:solidFill>
                <a:latin typeface="Alata"/>
                <a:ea typeface="Alata"/>
                <a:cs typeface="Alata"/>
                <a:sym typeface="Alata"/>
              </a:defRPr>
            </a:lvl1pPr>
            <a:lvl2pPr lvl="1" rtl="0">
              <a:spcBef>
                <a:spcPts val="0"/>
              </a:spcBef>
              <a:spcAft>
                <a:spcPts val="0"/>
              </a:spcAft>
              <a:buClr>
                <a:schemeClr val="dk1"/>
              </a:buClr>
              <a:buSzPts val="3000"/>
              <a:buFont typeface="Alata"/>
              <a:buNone/>
              <a:defRPr sz="3000" b="1">
                <a:solidFill>
                  <a:schemeClr val="dk1"/>
                </a:solidFill>
                <a:latin typeface="Alata"/>
                <a:ea typeface="Alata"/>
                <a:cs typeface="Alata"/>
                <a:sym typeface="Alata"/>
              </a:defRPr>
            </a:lvl2pPr>
            <a:lvl3pPr lvl="2" rtl="0">
              <a:spcBef>
                <a:spcPts val="0"/>
              </a:spcBef>
              <a:spcAft>
                <a:spcPts val="0"/>
              </a:spcAft>
              <a:buClr>
                <a:schemeClr val="dk1"/>
              </a:buClr>
              <a:buSzPts val="3000"/>
              <a:buFont typeface="Alata"/>
              <a:buNone/>
              <a:defRPr sz="3000" b="1">
                <a:solidFill>
                  <a:schemeClr val="dk1"/>
                </a:solidFill>
                <a:latin typeface="Alata"/>
                <a:ea typeface="Alata"/>
                <a:cs typeface="Alata"/>
                <a:sym typeface="Alata"/>
              </a:defRPr>
            </a:lvl3pPr>
            <a:lvl4pPr lvl="3" rtl="0">
              <a:spcBef>
                <a:spcPts val="0"/>
              </a:spcBef>
              <a:spcAft>
                <a:spcPts val="0"/>
              </a:spcAft>
              <a:buClr>
                <a:schemeClr val="dk1"/>
              </a:buClr>
              <a:buSzPts val="3000"/>
              <a:buFont typeface="Alata"/>
              <a:buNone/>
              <a:defRPr sz="3000" b="1">
                <a:solidFill>
                  <a:schemeClr val="dk1"/>
                </a:solidFill>
                <a:latin typeface="Alata"/>
                <a:ea typeface="Alata"/>
                <a:cs typeface="Alata"/>
                <a:sym typeface="Alata"/>
              </a:defRPr>
            </a:lvl4pPr>
            <a:lvl5pPr lvl="4" rtl="0">
              <a:spcBef>
                <a:spcPts val="0"/>
              </a:spcBef>
              <a:spcAft>
                <a:spcPts val="0"/>
              </a:spcAft>
              <a:buClr>
                <a:schemeClr val="dk1"/>
              </a:buClr>
              <a:buSzPts val="3000"/>
              <a:buFont typeface="Alata"/>
              <a:buNone/>
              <a:defRPr sz="3000" b="1">
                <a:solidFill>
                  <a:schemeClr val="dk1"/>
                </a:solidFill>
                <a:latin typeface="Alata"/>
                <a:ea typeface="Alata"/>
                <a:cs typeface="Alata"/>
                <a:sym typeface="Alata"/>
              </a:defRPr>
            </a:lvl5pPr>
            <a:lvl6pPr lvl="5" rtl="0">
              <a:spcBef>
                <a:spcPts val="0"/>
              </a:spcBef>
              <a:spcAft>
                <a:spcPts val="0"/>
              </a:spcAft>
              <a:buClr>
                <a:schemeClr val="dk1"/>
              </a:buClr>
              <a:buSzPts val="3000"/>
              <a:buFont typeface="Alata"/>
              <a:buNone/>
              <a:defRPr sz="3000" b="1">
                <a:solidFill>
                  <a:schemeClr val="dk1"/>
                </a:solidFill>
                <a:latin typeface="Alata"/>
                <a:ea typeface="Alata"/>
                <a:cs typeface="Alata"/>
                <a:sym typeface="Alata"/>
              </a:defRPr>
            </a:lvl6pPr>
            <a:lvl7pPr lvl="6" rtl="0">
              <a:spcBef>
                <a:spcPts val="0"/>
              </a:spcBef>
              <a:spcAft>
                <a:spcPts val="0"/>
              </a:spcAft>
              <a:buClr>
                <a:schemeClr val="dk1"/>
              </a:buClr>
              <a:buSzPts val="3000"/>
              <a:buFont typeface="Alata"/>
              <a:buNone/>
              <a:defRPr sz="3000" b="1">
                <a:solidFill>
                  <a:schemeClr val="dk1"/>
                </a:solidFill>
                <a:latin typeface="Alata"/>
                <a:ea typeface="Alata"/>
                <a:cs typeface="Alata"/>
                <a:sym typeface="Alata"/>
              </a:defRPr>
            </a:lvl7pPr>
            <a:lvl8pPr lvl="7" rtl="0">
              <a:spcBef>
                <a:spcPts val="0"/>
              </a:spcBef>
              <a:spcAft>
                <a:spcPts val="0"/>
              </a:spcAft>
              <a:buClr>
                <a:schemeClr val="dk1"/>
              </a:buClr>
              <a:buSzPts val="3000"/>
              <a:buFont typeface="Alata"/>
              <a:buNone/>
              <a:defRPr sz="3000" b="1">
                <a:solidFill>
                  <a:schemeClr val="dk1"/>
                </a:solidFill>
                <a:latin typeface="Alata"/>
                <a:ea typeface="Alata"/>
                <a:cs typeface="Alata"/>
                <a:sym typeface="Alata"/>
              </a:defRPr>
            </a:lvl8pPr>
            <a:lvl9pPr lvl="8" rtl="0">
              <a:spcBef>
                <a:spcPts val="0"/>
              </a:spcBef>
              <a:spcAft>
                <a:spcPts val="0"/>
              </a:spcAft>
              <a:buClr>
                <a:schemeClr val="dk1"/>
              </a:buClr>
              <a:buSzPts val="3000"/>
              <a:buFont typeface="Alata"/>
              <a:buNone/>
              <a:defRPr sz="3000" b="1">
                <a:solidFill>
                  <a:schemeClr val="dk1"/>
                </a:solidFill>
                <a:latin typeface="Alata"/>
                <a:ea typeface="Alata"/>
                <a:cs typeface="Alata"/>
                <a:sym typeface="Alata"/>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ssistant Medium"/>
              <a:buChar char="●"/>
              <a:defRPr sz="1200">
                <a:solidFill>
                  <a:schemeClr val="dk1"/>
                </a:solidFill>
                <a:latin typeface="Assistant Medium"/>
                <a:ea typeface="Assistant Medium"/>
                <a:cs typeface="Assistant Medium"/>
                <a:sym typeface="Assistant Medium"/>
              </a:defRPr>
            </a:lvl1pPr>
            <a:lvl2pPr marL="914400" lvl="1" indent="-304800">
              <a:lnSpc>
                <a:spcPct val="100000"/>
              </a:lnSpc>
              <a:spcBef>
                <a:spcPts val="0"/>
              </a:spcBef>
              <a:spcAft>
                <a:spcPts val="0"/>
              </a:spcAft>
              <a:buClr>
                <a:schemeClr val="dk1"/>
              </a:buClr>
              <a:buSzPts val="1200"/>
              <a:buFont typeface="Assistant Medium"/>
              <a:buChar char="○"/>
              <a:defRPr sz="1200">
                <a:solidFill>
                  <a:schemeClr val="dk1"/>
                </a:solidFill>
                <a:latin typeface="Assistant Medium"/>
                <a:ea typeface="Assistant Medium"/>
                <a:cs typeface="Assistant Medium"/>
                <a:sym typeface="Assistant Medium"/>
              </a:defRPr>
            </a:lvl2pPr>
            <a:lvl3pPr marL="1371600" lvl="2" indent="-304800">
              <a:lnSpc>
                <a:spcPct val="100000"/>
              </a:lnSpc>
              <a:spcBef>
                <a:spcPts val="0"/>
              </a:spcBef>
              <a:spcAft>
                <a:spcPts val="0"/>
              </a:spcAft>
              <a:buClr>
                <a:schemeClr val="dk1"/>
              </a:buClr>
              <a:buSzPts val="1200"/>
              <a:buFont typeface="Assistant Medium"/>
              <a:buChar char="■"/>
              <a:defRPr sz="1200">
                <a:solidFill>
                  <a:schemeClr val="dk1"/>
                </a:solidFill>
                <a:latin typeface="Assistant Medium"/>
                <a:ea typeface="Assistant Medium"/>
                <a:cs typeface="Assistant Medium"/>
                <a:sym typeface="Assistant Medium"/>
              </a:defRPr>
            </a:lvl3pPr>
            <a:lvl4pPr marL="1828800" lvl="3" indent="-304800">
              <a:lnSpc>
                <a:spcPct val="100000"/>
              </a:lnSpc>
              <a:spcBef>
                <a:spcPts val="0"/>
              </a:spcBef>
              <a:spcAft>
                <a:spcPts val="0"/>
              </a:spcAft>
              <a:buClr>
                <a:schemeClr val="dk1"/>
              </a:buClr>
              <a:buSzPts val="1200"/>
              <a:buFont typeface="Assistant Medium"/>
              <a:buChar char="●"/>
              <a:defRPr sz="1200">
                <a:solidFill>
                  <a:schemeClr val="dk1"/>
                </a:solidFill>
                <a:latin typeface="Assistant Medium"/>
                <a:ea typeface="Assistant Medium"/>
                <a:cs typeface="Assistant Medium"/>
                <a:sym typeface="Assistant Medium"/>
              </a:defRPr>
            </a:lvl4pPr>
            <a:lvl5pPr marL="2286000" lvl="4" indent="-304800">
              <a:lnSpc>
                <a:spcPct val="100000"/>
              </a:lnSpc>
              <a:spcBef>
                <a:spcPts val="0"/>
              </a:spcBef>
              <a:spcAft>
                <a:spcPts val="0"/>
              </a:spcAft>
              <a:buClr>
                <a:schemeClr val="dk1"/>
              </a:buClr>
              <a:buSzPts val="1200"/>
              <a:buFont typeface="Assistant Medium"/>
              <a:buChar char="○"/>
              <a:defRPr sz="1200">
                <a:solidFill>
                  <a:schemeClr val="dk1"/>
                </a:solidFill>
                <a:latin typeface="Assistant Medium"/>
                <a:ea typeface="Assistant Medium"/>
                <a:cs typeface="Assistant Medium"/>
                <a:sym typeface="Assistant Medium"/>
              </a:defRPr>
            </a:lvl5pPr>
            <a:lvl6pPr marL="2743200" lvl="5" indent="-304800">
              <a:lnSpc>
                <a:spcPct val="100000"/>
              </a:lnSpc>
              <a:spcBef>
                <a:spcPts val="0"/>
              </a:spcBef>
              <a:spcAft>
                <a:spcPts val="0"/>
              </a:spcAft>
              <a:buClr>
                <a:schemeClr val="dk1"/>
              </a:buClr>
              <a:buSzPts val="1200"/>
              <a:buFont typeface="Assistant Medium"/>
              <a:buChar char="■"/>
              <a:defRPr sz="1200">
                <a:solidFill>
                  <a:schemeClr val="dk1"/>
                </a:solidFill>
                <a:latin typeface="Assistant Medium"/>
                <a:ea typeface="Assistant Medium"/>
                <a:cs typeface="Assistant Medium"/>
                <a:sym typeface="Assistant Medium"/>
              </a:defRPr>
            </a:lvl6pPr>
            <a:lvl7pPr marL="3200400" lvl="6" indent="-304800">
              <a:lnSpc>
                <a:spcPct val="100000"/>
              </a:lnSpc>
              <a:spcBef>
                <a:spcPts val="0"/>
              </a:spcBef>
              <a:spcAft>
                <a:spcPts val="0"/>
              </a:spcAft>
              <a:buClr>
                <a:schemeClr val="dk1"/>
              </a:buClr>
              <a:buSzPts val="1200"/>
              <a:buFont typeface="Assistant Medium"/>
              <a:buChar char="●"/>
              <a:defRPr sz="1200">
                <a:solidFill>
                  <a:schemeClr val="dk1"/>
                </a:solidFill>
                <a:latin typeface="Assistant Medium"/>
                <a:ea typeface="Assistant Medium"/>
                <a:cs typeface="Assistant Medium"/>
                <a:sym typeface="Assistant Medium"/>
              </a:defRPr>
            </a:lvl7pPr>
            <a:lvl8pPr marL="3657600" lvl="7" indent="-304800">
              <a:lnSpc>
                <a:spcPct val="100000"/>
              </a:lnSpc>
              <a:spcBef>
                <a:spcPts val="0"/>
              </a:spcBef>
              <a:spcAft>
                <a:spcPts val="0"/>
              </a:spcAft>
              <a:buClr>
                <a:schemeClr val="dk1"/>
              </a:buClr>
              <a:buSzPts val="1200"/>
              <a:buFont typeface="Assistant Medium"/>
              <a:buChar char="○"/>
              <a:defRPr sz="1200">
                <a:solidFill>
                  <a:schemeClr val="dk1"/>
                </a:solidFill>
                <a:latin typeface="Assistant Medium"/>
                <a:ea typeface="Assistant Medium"/>
                <a:cs typeface="Assistant Medium"/>
                <a:sym typeface="Assistant Medium"/>
              </a:defRPr>
            </a:lvl8pPr>
            <a:lvl9pPr marL="4114800" lvl="8" indent="-304800">
              <a:lnSpc>
                <a:spcPct val="100000"/>
              </a:lnSpc>
              <a:spcBef>
                <a:spcPts val="0"/>
              </a:spcBef>
              <a:spcAft>
                <a:spcPts val="0"/>
              </a:spcAft>
              <a:buClr>
                <a:schemeClr val="dk1"/>
              </a:buClr>
              <a:buSzPts val="1200"/>
              <a:buFont typeface="Assistant Medium"/>
              <a:buChar char="■"/>
              <a:defRPr sz="1200">
                <a:solidFill>
                  <a:schemeClr val="dk1"/>
                </a:solidFill>
                <a:latin typeface="Assistant Medium"/>
                <a:ea typeface="Assistant Medium"/>
                <a:cs typeface="Assistant Medium"/>
                <a:sym typeface="Assistant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4" r:id="rId5"/>
    <p:sldLayoutId id="2147483655" r:id="rId6"/>
    <p:sldLayoutId id="2147483658" r:id="rId7"/>
    <p:sldLayoutId id="2147483659" r:id="rId8"/>
    <p:sldLayoutId id="2147483663" r:id="rId9"/>
    <p:sldLayoutId id="2147483668" r:id="rId10"/>
    <p:sldLayoutId id="2147483669" r:id="rId11"/>
    <p:sldLayoutId id="214748367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1"/>
        <p:cNvGrpSpPr/>
        <p:nvPr/>
      </p:nvGrpSpPr>
      <p:grpSpPr>
        <a:xfrm>
          <a:off x="0" y="0"/>
          <a:ext cx="0" cy="0"/>
          <a:chOff x="0" y="0"/>
          <a:chExt cx="0" cy="0"/>
        </a:xfrm>
      </p:grpSpPr>
      <p:sp>
        <p:nvSpPr>
          <p:cNvPr id="132" name="Google Shape;132;p28"/>
          <p:cNvSpPr txBox="1">
            <a:spLocks noGrp="1"/>
          </p:cNvSpPr>
          <p:nvPr>
            <p:ph type="ctrTitle"/>
          </p:nvPr>
        </p:nvSpPr>
        <p:spPr>
          <a:xfrm>
            <a:off x="1219650" y="1670755"/>
            <a:ext cx="6704700" cy="107622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Smart Bite</a:t>
            </a:r>
            <a:endParaRPr dirty="0"/>
          </a:p>
        </p:txBody>
      </p:sp>
      <p:sp>
        <p:nvSpPr>
          <p:cNvPr id="133" name="Google Shape;133;p28"/>
          <p:cNvSpPr txBox="1">
            <a:spLocks noGrp="1"/>
          </p:cNvSpPr>
          <p:nvPr>
            <p:ph type="subTitle" idx="1"/>
          </p:nvPr>
        </p:nvSpPr>
        <p:spPr>
          <a:xfrm>
            <a:off x="2286000" y="2746976"/>
            <a:ext cx="4572000" cy="1987302"/>
          </a:xfrm>
          <a:prstGeom prst="rect">
            <a:avLst/>
          </a:prstGeom>
        </p:spPr>
        <p:txBody>
          <a:bodyPr spcFirstLastPara="1" wrap="square" lIns="91425" tIns="91425" rIns="91425" bIns="91425" anchor="t" anchorCtr="0">
            <a:noAutofit/>
          </a:bodyPr>
          <a:lstStyle/>
          <a:p>
            <a:r>
              <a:rPr lang="en-US" sz="1800" spc="-71" dirty="0">
                <a:solidFill>
                  <a:srgbClr val="1C2120"/>
                </a:solidFill>
                <a:latin typeface="Poppins"/>
                <a:ea typeface="Poppins"/>
                <a:cs typeface="Poppins"/>
                <a:sym typeface="Poppins"/>
              </a:rPr>
              <a:t>PRESENTED BY:</a:t>
            </a:r>
          </a:p>
          <a:p>
            <a:r>
              <a:rPr lang="en-US" sz="1800" spc="-71" dirty="0">
                <a:solidFill>
                  <a:srgbClr val="1C2120"/>
                </a:solidFill>
                <a:latin typeface="Poppins"/>
                <a:ea typeface="Poppins"/>
                <a:cs typeface="Poppins"/>
                <a:sym typeface="Poppins"/>
              </a:rPr>
              <a:t>Mahmoud Samer 231006523 </a:t>
            </a:r>
          </a:p>
          <a:p>
            <a:r>
              <a:rPr lang="en-US" sz="1800" spc="-71" dirty="0">
                <a:solidFill>
                  <a:srgbClr val="1C2120"/>
                </a:solidFill>
                <a:latin typeface="Poppins"/>
                <a:ea typeface="Poppins"/>
                <a:cs typeface="Poppins"/>
                <a:sym typeface="Poppins"/>
              </a:rPr>
              <a:t>Rawan Atef  231005789</a:t>
            </a:r>
          </a:p>
          <a:p>
            <a:r>
              <a:rPr lang="en-US" sz="1800" spc="-71" dirty="0">
                <a:solidFill>
                  <a:srgbClr val="1C2120"/>
                </a:solidFill>
                <a:latin typeface="Poppins"/>
                <a:ea typeface="Poppins"/>
                <a:cs typeface="Poppins"/>
                <a:sym typeface="Poppins"/>
              </a:rPr>
              <a:t>Rokaya Hamdy 231006586</a:t>
            </a:r>
          </a:p>
          <a:p>
            <a:r>
              <a:rPr lang="en-US" sz="1800" spc="-71" dirty="0">
                <a:solidFill>
                  <a:srgbClr val="1C2120"/>
                </a:solidFill>
                <a:latin typeface="Poppins"/>
                <a:ea typeface="Poppins"/>
                <a:cs typeface="Poppins"/>
                <a:sym typeface="Poppins"/>
              </a:rPr>
              <a:t>Retaj Ali 231005689</a:t>
            </a:r>
          </a:p>
          <a:p>
            <a:r>
              <a:rPr lang="en-US" sz="1800" spc="-71" dirty="0">
                <a:solidFill>
                  <a:srgbClr val="1C2120"/>
                </a:solidFill>
                <a:latin typeface="Poppins"/>
                <a:ea typeface="Poppins"/>
                <a:cs typeface="Poppins"/>
                <a:sym typeface="Poppins"/>
              </a:rPr>
              <a:t>Youssef Karim 231014449</a:t>
            </a:r>
          </a:p>
          <a:p>
            <a:r>
              <a:rPr lang="en-US" sz="1800" spc="-71" dirty="0">
                <a:solidFill>
                  <a:srgbClr val="1C2120"/>
                </a:solidFill>
                <a:latin typeface="Poppins"/>
                <a:ea typeface="Poppins"/>
                <a:cs typeface="Poppins"/>
                <a:sym typeface="Poppins"/>
              </a:rPr>
              <a:t>Youssef Mahmoud 231006058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6"/>
        <p:cNvGrpSpPr/>
        <p:nvPr/>
      </p:nvGrpSpPr>
      <p:grpSpPr>
        <a:xfrm>
          <a:off x="0" y="0"/>
          <a:ext cx="0" cy="0"/>
          <a:chOff x="0" y="0"/>
          <a:chExt cx="0" cy="0"/>
        </a:xfrm>
      </p:grpSpPr>
      <p:sp>
        <p:nvSpPr>
          <p:cNvPr id="147" name="Google Shape;147;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148" name="Google Shape;148;p30"/>
          <p:cNvSpPr txBox="1">
            <a:spLocks noGrp="1"/>
          </p:cNvSpPr>
          <p:nvPr>
            <p:ph type="title" idx="2"/>
          </p:nvPr>
        </p:nvSpPr>
        <p:spPr>
          <a:xfrm>
            <a:off x="720000" y="1404683"/>
            <a:ext cx="9144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
        <p:nvSpPr>
          <p:cNvPr id="149" name="Google Shape;149;p30"/>
          <p:cNvSpPr txBox="1">
            <a:spLocks noGrp="1"/>
          </p:cNvSpPr>
          <p:nvPr>
            <p:ph type="title" idx="3"/>
          </p:nvPr>
        </p:nvSpPr>
        <p:spPr>
          <a:xfrm>
            <a:off x="6966264" y="1404683"/>
            <a:ext cx="9144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04</a:t>
            </a:r>
            <a:endParaRPr dirty="0"/>
          </a:p>
        </p:txBody>
      </p:sp>
      <p:sp>
        <p:nvSpPr>
          <p:cNvPr id="150" name="Google Shape;150;p30"/>
          <p:cNvSpPr txBox="1">
            <a:spLocks noGrp="1"/>
          </p:cNvSpPr>
          <p:nvPr>
            <p:ph type="title" idx="4"/>
          </p:nvPr>
        </p:nvSpPr>
        <p:spPr>
          <a:xfrm>
            <a:off x="3190675" y="1404683"/>
            <a:ext cx="9144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sp>
        <p:nvSpPr>
          <p:cNvPr id="151" name="Google Shape;151;p30"/>
          <p:cNvSpPr txBox="1">
            <a:spLocks noGrp="1"/>
          </p:cNvSpPr>
          <p:nvPr>
            <p:ph type="title" idx="5"/>
          </p:nvPr>
        </p:nvSpPr>
        <p:spPr>
          <a:xfrm>
            <a:off x="720000" y="2862739"/>
            <a:ext cx="9144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05</a:t>
            </a:r>
            <a:endParaRPr dirty="0"/>
          </a:p>
        </p:txBody>
      </p:sp>
      <p:sp>
        <p:nvSpPr>
          <p:cNvPr id="152" name="Google Shape;152;p30"/>
          <p:cNvSpPr txBox="1">
            <a:spLocks noGrp="1"/>
          </p:cNvSpPr>
          <p:nvPr>
            <p:ph type="title" idx="6"/>
          </p:nvPr>
        </p:nvSpPr>
        <p:spPr>
          <a:xfrm>
            <a:off x="5354419" y="1404683"/>
            <a:ext cx="9144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03</a:t>
            </a:r>
            <a:endParaRPr dirty="0"/>
          </a:p>
        </p:txBody>
      </p:sp>
      <p:sp>
        <p:nvSpPr>
          <p:cNvPr id="153" name="Google Shape;153;p30"/>
          <p:cNvSpPr txBox="1">
            <a:spLocks noGrp="1"/>
          </p:cNvSpPr>
          <p:nvPr>
            <p:ph type="title" idx="7"/>
          </p:nvPr>
        </p:nvSpPr>
        <p:spPr>
          <a:xfrm>
            <a:off x="3190675" y="2870264"/>
            <a:ext cx="9144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06</a:t>
            </a:r>
            <a:endParaRPr dirty="0"/>
          </a:p>
        </p:txBody>
      </p:sp>
      <p:sp>
        <p:nvSpPr>
          <p:cNvPr id="154" name="Google Shape;154;p30"/>
          <p:cNvSpPr txBox="1">
            <a:spLocks noGrp="1"/>
          </p:cNvSpPr>
          <p:nvPr>
            <p:ph type="subTitle" idx="1"/>
          </p:nvPr>
        </p:nvSpPr>
        <p:spPr>
          <a:xfrm>
            <a:off x="720000" y="1873955"/>
            <a:ext cx="2011800" cy="406807"/>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Introduction</a:t>
            </a:r>
            <a:endParaRPr dirty="0"/>
          </a:p>
        </p:txBody>
      </p:sp>
      <p:sp>
        <p:nvSpPr>
          <p:cNvPr id="155" name="Google Shape;155;p30"/>
          <p:cNvSpPr txBox="1">
            <a:spLocks noGrp="1"/>
          </p:cNvSpPr>
          <p:nvPr>
            <p:ph type="subTitle" idx="8"/>
          </p:nvPr>
        </p:nvSpPr>
        <p:spPr>
          <a:xfrm>
            <a:off x="3190675" y="1903424"/>
            <a:ext cx="2011800" cy="46850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Project Charter</a:t>
            </a:r>
            <a:endParaRPr dirty="0"/>
          </a:p>
        </p:txBody>
      </p:sp>
      <p:sp>
        <p:nvSpPr>
          <p:cNvPr id="156" name="Google Shape;156;p30"/>
          <p:cNvSpPr txBox="1">
            <a:spLocks noGrp="1"/>
          </p:cNvSpPr>
          <p:nvPr>
            <p:ph type="subTitle" idx="9"/>
          </p:nvPr>
        </p:nvSpPr>
        <p:spPr>
          <a:xfrm>
            <a:off x="5298866" y="1955368"/>
            <a:ext cx="1129594" cy="374257"/>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Scope</a:t>
            </a:r>
            <a:endParaRPr dirty="0"/>
          </a:p>
        </p:txBody>
      </p:sp>
      <p:sp>
        <p:nvSpPr>
          <p:cNvPr id="157" name="Google Shape;157;p30"/>
          <p:cNvSpPr txBox="1">
            <a:spLocks noGrp="1"/>
          </p:cNvSpPr>
          <p:nvPr>
            <p:ph type="subTitle" idx="13"/>
          </p:nvPr>
        </p:nvSpPr>
        <p:spPr>
          <a:xfrm>
            <a:off x="6748272" y="1903424"/>
            <a:ext cx="2011800" cy="46850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Microsoft Project</a:t>
            </a:r>
            <a:endParaRPr dirty="0"/>
          </a:p>
        </p:txBody>
      </p:sp>
      <p:sp>
        <p:nvSpPr>
          <p:cNvPr id="158" name="Google Shape;158;p30"/>
          <p:cNvSpPr txBox="1">
            <a:spLocks noGrp="1"/>
          </p:cNvSpPr>
          <p:nvPr>
            <p:ph type="subTitle" idx="14"/>
          </p:nvPr>
        </p:nvSpPr>
        <p:spPr>
          <a:xfrm>
            <a:off x="720000" y="3583550"/>
            <a:ext cx="2011800" cy="406807"/>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Cost Estimation</a:t>
            </a:r>
            <a:endParaRPr dirty="0"/>
          </a:p>
        </p:txBody>
      </p:sp>
      <p:sp>
        <p:nvSpPr>
          <p:cNvPr id="159" name="Google Shape;159;p30"/>
          <p:cNvSpPr txBox="1">
            <a:spLocks noGrp="1"/>
          </p:cNvSpPr>
          <p:nvPr>
            <p:ph type="subTitle" idx="15"/>
          </p:nvPr>
        </p:nvSpPr>
        <p:spPr>
          <a:xfrm>
            <a:off x="3190675" y="3546398"/>
            <a:ext cx="2011800" cy="66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Quality Management</a:t>
            </a:r>
            <a:endParaRPr dirty="0"/>
          </a:p>
        </p:txBody>
      </p:sp>
      <p:sp>
        <p:nvSpPr>
          <p:cNvPr id="15" name="Google Shape;153;p30">
            <a:extLst>
              <a:ext uri="{FF2B5EF4-FFF2-40B4-BE49-F238E27FC236}">
                <a16:creationId xmlns:a16="http://schemas.microsoft.com/office/drawing/2014/main" id="{BA34E107-E509-4D85-ACE9-5D9A33336349}"/>
              </a:ext>
            </a:extLst>
          </p:cNvPr>
          <p:cNvSpPr txBox="1">
            <a:spLocks/>
          </p:cNvSpPr>
          <p:nvPr/>
        </p:nvSpPr>
        <p:spPr>
          <a:xfrm>
            <a:off x="5354419" y="2862739"/>
            <a:ext cx="914400" cy="640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ata"/>
              <a:buNone/>
              <a:defRPr sz="4000" b="1" i="0" u="none" strike="noStrike" cap="none">
                <a:solidFill>
                  <a:schemeClr val="lt2"/>
                </a:solidFill>
                <a:latin typeface="Alata"/>
                <a:ea typeface="Alata"/>
                <a:cs typeface="Alata"/>
                <a:sym typeface="Alata"/>
              </a:defRPr>
            </a:lvl1pPr>
            <a:lvl2pPr marR="0" lvl="1" algn="l" rtl="0">
              <a:lnSpc>
                <a:spcPct val="100000"/>
              </a:lnSpc>
              <a:spcBef>
                <a:spcPts val="0"/>
              </a:spcBef>
              <a:spcAft>
                <a:spcPts val="0"/>
              </a:spcAft>
              <a:buClr>
                <a:schemeClr val="dk1"/>
              </a:buClr>
              <a:buSzPts val="3000"/>
              <a:buFont typeface="Alata"/>
              <a:buNone/>
              <a:defRPr sz="3000" b="1" i="0" u="none" strike="noStrike" cap="none">
                <a:solidFill>
                  <a:schemeClr val="dk1"/>
                </a:solidFill>
                <a:latin typeface="Alata"/>
                <a:ea typeface="Alata"/>
                <a:cs typeface="Alata"/>
                <a:sym typeface="Alata"/>
              </a:defRPr>
            </a:lvl2pPr>
            <a:lvl3pPr marR="0" lvl="2" algn="l" rtl="0">
              <a:lnSpc>
                <a:spcPct val="100000"/>
              </a:lnSpc>
              <a:spcBef>
                <a:spcPts val="0"/>
              </a:spcBef>
              <a:spcAft>
                <a:spcPts val="0"/>
              </a:spcAft>
              <a:buClr>
                <a:schemeClr val="dk1"/>
              </a:buClr>
              <a:buSzPts val="3000"/>
              <a:buFont typeface="Alata"/>
              <a:buNone/>
              <a:defRPr sz="3000" b="1" i="0" u="none" strike="noStrike" cap="none">
                <a:solidFill>
                  <a:schemeClr val="dk1"/>
                </a:solidFill>
                <a:latin typeface="Alata"/>
                <a:ea typeface="Alata"/>
                <a:cs typeface="Alata"/>
                <a:sym typeface="Alata"/>
              </a:defRPr>
            </a:lvl3pPr>
            <a:lvl4pPr marR="0" lvl="3" algn="l" rtl="0">
              <a:lnSpc>
                <a:spcPct val="100000"/>
              </a:lnSpc>
              <a:spcBef>
                <a:spcPts val="0"/>
              </a:spcBef>
              <a:spcAft>
                <a:spcPts val="0"/>
              </a:spcAft>
              <a:buClr>
                <a:schemeClr val="dk1"/>
              </a:buClr>
              <a:buSzPts val="3000"/>
              <a:buFont typeface="Alata"/>
              <a:buNone/>
              <a:defRPr sz="3000" b="1" i="0" u="none" strike="noStrike" cap="none">
                <a:solidFill>
                  <a:schemeClr val="dk1"/>
                </a:solidFill>
                <a:latin typeface="Alata"/>
                <a:ea typeface="Alata"/>
                <a:cs typeface="Alata"/>
                <a:sym typeface="Alata"/>
              </a:defRPr>
            </a:lvl4pPr>
            <a:lvl5pPr marR="0" lvl="4" algn="l" rtl="0">
              <a:lnSpc>
                <a:spcPct val="100000"/>
              </a:lnSpc>
              <a:spcBef>
                <a:spcPts val="0"/>
              </a:spcBef>
              <a:spcAft>
                <a:spcPts val="0"/>
              </a:spcAft>
              <a:buClr>
                <a:schemeClr val="dk1"/>
              </a:buClr>
              <a:buSzPts val="3000"/>
              <a:buFont typeface="Alata"/>
              <a:buNone/>
              <a:defRPr sz="3000" b="1" i="0" u="none" strike="noStrike" cap="none">
                <a:solidFill>
                  <a:schemeClr val="dk1"/>
                </a:solidFill>
                <a:latin typeface="Alata"/>
                <a:ea typeface="Alata"/>
                <a:cs typeface="Alata"/>
                <a:sym typeface="Alata"/>
              </a:defRPr>
            </a:lvl5pPr>
            <a:lvl6pPr marR="0" lvl="5" algn="l" rtl="0">
              <a:lnSpc>
                <a:spcPct val="100000"/>
              </a:lnSpc>
              <a:spcBef>
                <a:spcPts val="0"/>
              </a:spcBef>
              <a:spcAft>
                <a:spcPts val="0"/>
              </a:spcAft>
              <a:buClr>
                <a:schemeClr val="dk1"/>
              </a:buClr>
              <a:buSzPts val="3000"/>
              <a:buFont typeface="Alata"/>
              <a:buNone/>
              <a:defRPr sz="3000" b="1" i="0" u="none" strike="noStrike" cap="none">
                <a:solidFill>
                  <a:schemeClr val="dk1"/>
                </a:solidFill>
                <a:latin typeface="Alata"/>
                <a:ea typeface="Alata"/>
                <a:cs typeface="Alata"/>
                <a:sym typeface="Alata"/>
              </a:defRPr>
            </a:lvl6pPr>
            <a:lvl7pPr marR="0" lvl="6" algn="l" rtl="0">
              <a:lnSpc>
                <a:spcPct val="100000"/>
              </a:lnSpc>
              <a:spcBef>
                <a:spcPts val="0"/>
              </a:spcBef>
              <a:spcAft>
                <a:spcPts val="0"/>
              </a:spcAft>
              <a:buClr>
                <a:schemeClr val="dk1"/>
              </a:buClr>
              <a:buSzPts val="3000"/>
              <a:buFont typeface="Alata"/>
              <a:buNone/>
              <a:defRPr sz="3000" b="1" i="0" u="none" strike="noStrike" cap="none">
                <a:solidFill>
                  <a:schemeClr val="dk1"/>
                </a:solidFill>
                <a:latin typeface="Alata"/>
                <a:ea typeface="Alata"/>
                <a:cs typeface="Alata"/>
                <a:sym typeface="Alata"/>
              </a:defRPr>
            </a:lvl7pPr>
            <a:lvl8pPr marR="0" lvl="7" algn="l" rtl="0">
              <a:lnSpc>
                <a:spcPct val="100000"/>
              </a:lnSpc>
              <a:spcBef>
                <a:spcPts val="0"/>
              </a:spcBef>
              <a:spcAft>
                <a:spcPts val="0"/>
              </a:spcAft>
              <a:buClr>
                <a:schemeClr val="dk1"/>
              </a:buClr>
              <a:buSzPts val="3000"/>
              <a:buFont typeface="Alata"/>
              <a:buNone/>
              <a:defRPr sz="3000" b="1" i="0" u="none" strike="noStrike" cap="none">
                <a:solidFill>
                  <a:schemeClr val="dk1"/>
                </a:solidFill>
                <a:latin typeface="Alata"/>
                <a:ea typeface="Alata"/>
                <a:cs typeface="Alata"/>
                <a:sym typeface="Alata"/>
              </a:defRPr>
            </a:lvl8pPr>
            <a:lvl9pPr marR="0" lvl="8" algn="l" rtl="0">
              <a:lnSpc>
                <a:spcPct val="100000"/>
              </a:lnSpc>
              <a:spcBef>
                <a:spcPts val="0"/>
              </a:spcBef>
              <a:spcAft>
                <a:spcPts val="0"/>
              </a:spcAft>
              <a:buClr>
                <a:schemeClr val="dk1"/>
              </a:buClr>
              <a:buSzPts val="3000"/>
              <a:buFont typeface="Alata"/>
              <a:buNone/>
              <a:defRPr sz="3000" b="1" i="0" u="none" strike="noStrike" cap="none">
                <a:solidFill>
                  <a:schemeClr val="dk1"/>
                </a:solidFill>
                <a:latin typeface="Alata"/>
                <a:ea typeface="Alata"/>
                <a:cs typeface="Alata"/>
                <a:sym typeface="Alata"/>
              </a:defRPr>
            </a:lvl9pPr>
          </a:lstStyle>
          <a:p>
            <a:r>
              <a:rPr lang="en" dirty="0"/>
              <a:t>07</a:t>
            </a:r>
          </a:p>
        </p:txBody>
      </p:sp>
      <p:sp>
        <p:nvSpPr>
          <p:cNvPr id="16" name="Google Shape;159;p30">
            <a:extLst>
              <a:ext uri="{FF2B5EF4-FFF2-40B4-BE49-F238E27FC236}">
                <a16:creationId xmlns:a16="http://schemas.microsoft.com/office/drawing/2014/main" id="{EF2A8D79-5426-4737-BF9E-6EF15CDF860E}"/>
              </a:ext>
            </a:extLst>
          </p:cNvPr>
          <p:cNvSpPr txBox="1">
            <a:spLocks/>
          </p:cNvSpPr>
          <p:nvPr/>
        </p:nvSpPr>
        <p:spPr>
          <a:xfrm>
            <a:off x="5202475" y="3502939"/>
            <a:ext cx="2011800" cy="665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Raleway"/>
              <a:buNone/>
              <a:defRPr sz="1800" b="1" i="0" u="none" strike="noStrike" cap="none">
                <a:solidFill>
                  <a:schemeClr val="dk1"/>
                </a:solidFill>
                <a:latin typeface="Alata"/>
                <a:ea typeface="Alata"/>
                <a:cs typeface="Alata"/>
                <a:sym typeface="Alata"/>
              </a:defRPr>
            </a:lvl1pPr>
            <a:lvl2pPr marL="914400" marR="0" lvl="1"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000"/>
              <a:buFont typeface="Raleway"/>
              <a:buNone/>
              <a:defRPr sz="2000" b="1" i="0" u="none" strike="noStrike" cap="none">
                <a:solidFill>
                  <a:schemeClr val="dk1"/>
                </a:solidFill>
                <a:latin typeface="Raleway"/>
                <a:ea typeface="Raleway"/>
                <a:cs typeface="Raleway"/>
                <a:sym typeface="Raleway"/>
              </a:defRPr>
            </a:lvl9pPr>
          </a:lstStyle>
          <a:p>
            <a:pPr marL="0" indent="0"/>
            <a:r>
              <a:rPr lang="en-US" dirty="0"/>
              <a:t>Risk Management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0"/>
        <p:cNvGrpSpPr/>
        <p:nvPr/>
      </p:nvGrpSpPr>
      <p:grpSpPr>
        <a:xfrm>
          <a:off x="0" y="0"/>
          <a:ext cx="0" cy="0"/>
          <a:chOff x="0" y="0"/>
          <a:chExt cx="0" cy="0"/>
        </a:xfrm>
      </p:grpSpPr>
      <p:sp>
        <p:nvSpPr>
          <p:cNvPr id="171" name="Google Shape;171;p32"/>
          <p:cNvSpPr txBox="1">
            <a:spLocks noGrp="1"/>
          </p:cNvSpPr>
          <p:nvPr>
            <p:ph type="title"/>
          </p:nvPr>
        </p:nvSpPr>
        <p:spPr>
          <a:xfrm>
            <a:off x="715100" y="2281576"/>
            <a:ext cx="7713900" cy="1005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Introduction</a:t>
            </a:r>
            <a:endParaRPr dirty="0"/>
          </a:p>
        </p:txBody>
      </p:sp>
      <p:sp>
        <p:nvSpPr>
          <p:cNvPr id="172" name="Google Shape;172;p32"/>
          <p:cNvSpPr txBox="1">
            <a:spLocks noGrp="1"/>
          </p:cNvSpPr>
          <p:nvPr>
            <p:ph type="title" idx="2"/>
          </p:nvPr>
        </p:nvSpPr>
        <p:spPr>
          <a:xfrm>
            <a:off x="3523662" y="763605"/>
            <a:ext cx="2097000" cy="164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3"/>
        <p:cNvGrpSpPr/>
        <p:nvPr/>
      </p:nvGrpSpPr>
      <p:grpSpPr>
        <a:xfrm>
          <a:off x="0" y="0"/>
          <a:ext cx="0" cy="0"/>
          <a:chOff x="0" y="0"/>
          <a:chExt cx="0" cy="0"/>
        </a:xfrm>
      </p:grpSpPr>
      <p:sp>
        <p:nvSpPr>
          <p:cNvPr id="164" name="Google Shape;164;p31"/>
          <p:cNvSpPr txBox="1">
            <a:spLocks noGrp="1"/>
          </p:cNvSpPr>
          <p:nvPr>
            <p:ph type="title"/>
          </p:nvPr>
        </p:nvSpPr>
        <p:spPr>
          <a:xfrm>
            <a:off x="561955" y="654756"/>
            <a:ext cx="3383400" cy="534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Introduction</a:t>
            </a:r>
            <a:endParaRPr dirty="0"/>
          </a:p>
        </p:txBody>
      </p:sp>
      <p:sp>
        <p:nvSpPr>
          <p:cNvPr id="165" name="Google Shape;165;p31"/>
          <p:cNvSpPr txBox="1">
            <a:spLocks noGrp="1"/>
          </p:cNvSpPr>
          <p:nvPr>
            <p:ph type="body" idx="1"/>
          </p:nvPr>
        </p:nvSpPr>
        <p:spPr>
          <a:xfrm>
            <a:off x="394424" y="1189456"/>
            <a:ext cx="8320597" cy="3743789"/>
          </a:xfrm>
          <a:prstGeom prst="rect">
            <a:avLst/>
          </a:prstGeom>
        </p:spPr>
        <p:txBody>
          <a:bodyPr spcFirstLastPara="1" wrap="square" lIns="91425" tIns="91425" rIns="91425" bIns="91425" anchor="t" anchorCtr="0">
            <a:noAutofit/>
          </a:bodyPr>
          <a:lstStyle/>
          <a:p>
            <a:r>
              <a:rPr lang="en-US" sz="1800" dirty="0"/>
              <a:t>Smart Bite is an AI-driven recipe maker created to transform ordinary kitchen ingredients into practical, healthy meals. By combining a camera-based ingredient scanner with an intelligent recipe engine, it solves the everyday question: “What should I cook?”, Instead of guiding users on what to buy or offering professional dietary plans, Smart Bite focuses on a clear purpose of connecting the ingredients people already have to meals they can make.</a:t>
            </a:r>
          </a:p>
          <a:p>
            <a:endParaRPr lang="en-US" sz="1800" dirty="0"/>
          </a:p>
          <a:p>
            <a:r>
              <a:rPr lang="en-US" sz="1800" dirty="0"/>
              <a:t>This app is designed for students, busy professionals, families, and anyone short on time or cooking experience, Smart Bite reduces food waste, saves money, encourages healthier eating habits and simplifies decision-making by instantly turning available items into cost-effective, nutritious recipes</a:t>
            </a:r>
            <a:endParaRPr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0">
          <a:extLst>
            <a:ext uri="{FF2B5EF4-FFF2-40B4-BE49-F238E27FC236}">
              <a16:creationId xmlns:a16="http://schemas.microsoft.com/office/drawing/2014/main" id="{6D73FC90-D4EC-F139-7AF5-7546F76307B6}"/>
            </a:ext>
          </a:extLst>
        </p:cNvPr>
        <p:cNvGrpSpPr/>
        <p:nvPr/>
      </p:nvGrpSpPr>
      <p:grpSpPr>
        <a:xfrm>
          <a:off x="0" y="0"/>
          <a:ext cx="0" cy="0"/>
          <a:chOff x="0" y="0"/>
          <a:chExt cx="0" cy="0"/>
        </a:xfrm>
      </p:grpSpPr>
      <p:sp>
        <p:nvSpPr>
          <p:cNvPr id="171" name="Google Shape;171;p32">
            <a:extLst>
              <a:ext uri="{FF2B5EF4-FFF2-40B4-BE49-F238E27FC236}">
                <a16:creationId xmlns:a16="http://schemas.microsoft.com/office/drawing/2014/main" id="{68E696ED-6602-16B1-577D-AA62364421CD}"/>
              </a:ext>
            </a:extLst>
          </p:cNvPr>
          <p:cNvSpPr txBox="1">
            <a:spLocks noGrp="1"/>
          </p:cNvSpPr>
          <p:nvPr>
            <p:ph type="title"/>
          </p:nvPr>
        </p:nvSpPr>
        <p:spPr>
          <a:xfrm>
            <a:off x="715100" y="2281576"/>
            <a:ext cx="7713900" cy="1005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Project Charter</a:t>
            </a:r>
            <a:endParaRPr dirty="0"/>
          </a:p>
        </p:txBody>
      </p:sp>
      <p:sp>
        <p:nvSpPr>
          <p:cNvPr id="172" name="Google Shape;172;p32">
            <a:extLst>
              <a:ext uri="{FF2B5EF4-FFF2-40B4-BE49-F238E27FC236}">
                <a16:creationId xmlns:a16="http://schemas.microsoft.com/office/drawing/2014/main" id="{AF37DDA0-4EDA-1787-9296-BFF0BB2D6F0A}"/>
              </a:ext>
            </a:extLst>
          </p:cNvPr>
          <p:cNvSpPr txBox="1">
            <a:spLocks noGrp="1"/>
          </p:cNvSpPr>
          <p:nvPr>
            <p:ph type="title" idx="2"/>
          </p:nvPr>
        </p:nvSpPr>
        <p:spPr>
          <a:xfrm>
            <a:off x="3523662" y="763605"/>
            <a:ext cx="2097000" cy="164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02</a:t>
            </a:r>
            <a:endParaRPr dirty="0"/>
          </a:p>
        </p:txBody>
      </p:sp>
    </p:spTree>
    <p:extLst>
      <p:ext uri="{BB962C8B-B14F-4D97-AF65-F5344CB8AC3E}">
        <p14:creationId xmlns:p14="http://schemas.microsoft.com/office/powerpoint/2010/main" val="313452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6"/>
        <p:cNvGrpSpPr/>
        <p:nvPr/>
      </p:nvGrpSpPr>
      <p:grpSpPr>
        <a:xfrm>
          <a:off x="0" y="0"/>
          <a:ext cx="0" cy="0"/>
          <a:chOff x="0" y="0"/>
          <a:chExt cx="0" cy="0"/>
        </a:xfrm>
      </p:grpSpPr>
      <p:pic>
        <p:nvPicPr>
          <p:cNvPr id="2" name="Picture 1">
            <a:extLst>
              <a:ext uri="{FF2B5EF4-FFF2-40B4-BE49-F238E27FC236}">
                <a16:creationId xmlns:a16="http://schemas.microsoft.com/office/drawing/2014/main" id="{FE332CFC-525C-4C5F-B7BB-BC3D1A8F2EF7}"/>
              </a:ext>
            </a:extLst>
          </p:cNvPr>
          <p:cNvPicPr>
            <a:picLocks noChangeAspect="1"/>
          </p:cNvPicPr>
          <p:nvPr/>
        </p:nvPicPr>
        <p:blipFill rotWithShape="1">
          <a:blip r:embed="rId4"/>
          <a:srcRect l="1825" t="10197" r="3675" b="1957"/>
          <a:stretch/>
        </p:blipFill>
        <p:spPr>
          <a:xfrm>
            <a:off x="579120" y="483869"/>
            <a:ext cx="7985760" cy="417576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0">
          <a:extLst>
            <a:ext uri="{FF2B5EF4-FFF2-40B4-BE49-F238E27FC236}">
              <a16:creationId xmlns:a16="http://schemas.microsoft.com/office/drawing/2014/main" id="{7B8DF07F-8B85-D87E-6685-249637C0E47C}"/>
            </a:ext>
          </a:extLst>
        </p:cNvPr>
        <p:cNvGrpSpPr/>
        <p:nvPr/>
      </p:nvGrpSpPr>
      <p:grpSpPr>
        <a:xfrm>
          <a:off x="0" y="0"/>
          <a:ext cx="0" cy="0"/>
          <a:chOff x="0" y="0"/>
          <a:chExt cx="0" cy="0"/>
        </a:xfrm>
      </p:grpSpPr>
      <p:sp>
        <p:nvSpPr>
          <p:cNvPr id="171" name="Google Shape;171;p32">
            <a:extLst>
              <a:ext uri="{FF2B5EF4-FFF2-40B4-BE49-F238E27FC236}">
                <a16:creationId xmlns:a16="http://schemas.microsoft.com/office/drawing/2014/main" id="{9341957B-06FB-9FB1-C06A-586A86C03793}"/>
              </a:ext>
            </a:extLst>
          </p:cNvPr>
          <p:cNvSpPr txBox="1">
            <a:spLocks noGrp="1"/>
          </p:cNvSpPr>
          <p:nvPr>
            <p:ph type="title"/>
          </p:nvPr>
        </p:nvSpPr>
        <p:spPr>
          <a:xfrm>
            <a:off x="715100" y="2281576"/>
            <a:ext cx="7713900" cy="1005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Scope</a:t>
            </a:r>
            <a:endParaRPr dirty="0"/>
          </a:p>
        </p:txBody>
      </p:sp>
      <p:sp>
        <p:nvSpPr>
          <p:cNvPr id="172" name="Google Shape;172;p32">
            <a:extLst>
              <a:ext uri="{FF2B5EF4-FFF2-40B4-BE49-F238E27FC236}">
                <a16:creationId xmlns:a16="http://schemas.microsoft.com/office/drawing/2014/main" id="{30926A85-5825-9EAB-C836-3A1D5C160C2F}"/>
              </a:ext>
            </a:extLst>
          </p:cNvPr>
          <p:cNvSpPr txBox="1">
            <a:spLocks noGrp="1"/>
          </p:cNvSpPr>
          <p:nvPr>
            <p:ph type="title" idx="2"/>
          </p:nvPr>
        </p:nvSpPr>
        <p:spPr>
          <a:xfrm>
            <a:off x="3523662" y="763605"/>
            <a:ext cx="2097000" cy="164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03</a:t>
            </a:r>
            <a:endParaRPr dirty="0"/>
          </a:p>
        </p:txBody>
      </p:sp>
    </p:spTree>
    <p:extLst>
      <p:ext uri="{BB962C8B-B14F-4D97-AF65-F5344CB8AC3E}">
        <p14:creationId xmlns:p14="http://schemas.microsoft.com/office/powerpoint/2010/main" val="1834849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3">
          <a:extLst>
            <a:ext uri="{FF2B5EF4-FFF2-40B4-BE49-F238E27FC236}">
              <a16:creationId xmlns:a16="http://schemas.microsoft.com/office/drawing/2014/main" id="{B36F09A3-8286-6BDE-F86C-70F3B1D94C7E}"/>
            </a:ext>
          </a:extLst>
        </p:cNvPr>
        <p:cNvGrpSpPr/>
        <p:nvPr/>
      </p:nvGrpSpPr>
      <p:grpSpPr>
        <a:xfrm>
          <a:off x="0" y="0"/>
          <a:ext cx="0" cy="0"/>
          <a:chOff x="0" y="0"/>
          <a:chExt cx="0" cy="0"/>
        </a:xfrm>
      </p:grpSpPr>
      <p:sp>
        <p:nvSpPr>
          <p:cNvPr id="164" name="Google Shape;164;p31">
            <a:extLst>
              <a:ext uri="{FF2B5EF4-FFF2-40B4-BE49-F238E27FC236}">
                <a16:creationId xmlns:a16="http://schemas.microsoft.com/office/drawing/2014/main" id="{00F498F4-B869-4FDE-5E72-B8A62BD6B727}"/>
              </a:ext>
            </a:extLst>
          </p:cNvPr>
          <p:cNvSpPr txBox="1">
            <a:spLocks noGrp="1"/>
          </p:cNvSpPr>
          <p:nvPr>
            <p:ph type="title"/>
          </p:nvPr>
        </p:nvSpPr>
        <p:spPr>
          <a:xfrm>
            <a:off x="561955" y="654756"/>
            <a:ext cx="3383400" cy="534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Scope</a:t>
            </a:r>
            <a:endParaRPr dirty="0"/>
          </a:p>
        </p:txBody>
      </p:sp>
      <p:sp>
        <p:nvSpPr>
          <p:cNvPr id="165" name="Google Shape;165;p31">
            <a:extLst>
              <a:ext uri="{FF2B5EF4-FFF2-40B4-BE49-F238E27FC236}">
                <a16:creationId xmlns:a16="http://schemas.microsoft.com/office/drawing/2014/main" id="{353BC14F-F628-71A3-A8E0-3D8881A0761C}"/>
              </a:ext>
            </a:extLst>
          </p:cNvPr>
          <p:cNvSpPr txBox="1">
            <a:spLocks noGrp="1"/>
          </p:cNvSpPr>
          <p:nvPr>
            <p:ph type="body" idx="1"/>
          </p:nvPr>
        </p:nvSpPr>
        <p:spPr>
          <a:xfrm>
            <a:off x="394424" y="1189456"/>
            <a:ext cx="8320597" cy="3743789"/>
          </a:xfrm>
          <a:prstGeom prst="rect">
            <a:avLst/>
          </a:prstGeom>
        </p:spPr>
        <p:txBody>
          <a:bodyPr spcFirstLastPara="1" wrap="square" lIns="91425" tIns="91425" rIns="91425" bIns="91425" anchor="t" anchorCtr="0">
            <a:noAutofit/>
          </a:bodyPr>
          <a:lstStyle/>
          <a:p>
            <a:r>
              <a:rPr lang="en-US" sz="1800" dirty="0"/>
              <a:t>Smart Bite is not designed to replace the grocery store, meal delivery services or professional nutrition counselling. Instead, its role is focused &amp; clear: to help users make the most of what they already have at home. The product directly addresses common problems like wasted groceries, limited cooking skills and lack of time to plan meals.</a:t>
            </a:r>
          </a:p>
          <a:p>
            <a:r>
              <a:rPr lang="en-US" sz="1800" dirty="0"/>
              <a:t>The project is limited to converting the user’s existing ingredients into ready-to-cook recipes. It does not include external integrations such as online stores or health tracking services. These boundaries ensure that Smart Bite stays focused on its core purpose; bridging the gap between a cluttered fridge and a finished dish — while preventing scope creep</a:t>
            </a:r>
            <a:endParaRPr sz="1800" dirty="0"/>
          </a:p>
        </p:txBody>
      </p:sp>
    </p:spTree>
    <p:extLst>
      <p:ext uri="{BB962C8B-B14F-4D97-AF65-F5344CB8AC3E}">
        <p14:creationId xmlns:p14="http://schemas.microsoft.com/office/powerpoint/2010/main" val="2954988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0">
          <a:extLst>
            <a:ext uri="{FF2B5EF4-FFF2-40B4-BE49-F238E27FC236}">
              <a16:creationId xmlns:a16="http://schemas.microsoft.com/office/drawing/2014/main" id="{E12CD9C4-E58A-56BF-8551-B6AAEE0C7480}"/>
            </a:ext>
          </a:extLst>
        </p:cNvPr>
        <p:cNvGrpSpPr/>
        <p:nvPr/>
      </p:nvGrpSpPr>
      <p:grpSpPr>
        <a:xfrm>
          <a:off x="0" y="0"/>
          <a:ext cx="0" cy="0"/>
          <a:chOff x="0" y="0"/>
          <a:chExt cx="0" cy="0"/>
        </a:xfrm>
      </p:grpSpPr>
      <p:sp>
        <p:nvSpPr>
          <p:cNvPr id="171" name="Google Shape;171;p32">
            <a:extLst>
              <a:ext uri="{FF2B5EF4-FFF2-40B4-BE49-F238E27FC236}">
                <a16:creationId xmlns:a16="http://schemas.microsoft.com/office/drawing/2014/main" id="{29C69707-B8CE-4E44-BD90-93299A2A1721}"/>
              </a:ext>
            </a:extLst>
          </p:cNvPr>
          <p:cNvSpPr txBox="1">
            <a:spLocks noGrp="1"/>
          </p:cNvSpPr>
          <p:nvPr>
            <p:ph type="title"/>
          </p:nvPr>
        </p:nvSpPr>
        <p:spPr>
          <a:xfrm>
            <a:off x="715100" y="2281576"/>
            <a:ext cx="7713900" cy="1005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Microsoft Project</a:t>
            </a:r>
            <a:br>
              <a:rPr lang="en" dirty="0"/>
            </a:br>
            <a:endParaRPr dirty="0"/>
          </a:p>
        </p:txBody>
      </p:sp>
      <p:sp>
        <p:nvSpPr>
          <p:cNvPr id="172" name="Google Shape;172;p32">
            <a:extLst>
              <a:ext uri="{FF2B5EF4-FFF2-40B4-BE49-F238E27FC236}">
                <a16:creationId xmlns:a16="http://schemas.microsoft.com/office/drawing/2014/main" id="{7A32789A-BDC6-1B03-A8A1-226092FFC2D8}"/>
              </a:ext>
            </a:extLst>
          </p:cNvPr>
          <p:cNvSpPr txBox="1">
            <a:spLocks noGrp="1"/>
          </p:cNvSpPr>
          <p:nvPr>
            <p:ph type="title" idx="2"/>
          </p:nvPr>
        </p:nvSpPr>
        <p:spPr>
          <a:xfrm>
            <a:off x="3523662" y="763605"/>
            <a:ext cx="2097000" cy="164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04</a:t>
            </a:r>
            <a:endParaRPr dirty="0"/>
          </a:p>
        </p:txBody>
      </p:sp>
    </p:spTree>
    <p:extLst>
      <p:ext uri="{BB962C8B-B14F-4D97-AF65-F5344CB8AC3E}">
        <p14:creationId xmlns:p14="http://schemas.microsoft.com/office/powerpoint/2010/main" val="2959007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3">
          <a:extLst>
            <a:ext uri="{FF2B5EF4-FFF2-40B4-BE49-F238E27FC236}">
              <a16:creationId xmlns:a16="http://schemas.microsoft.com/office/drawing/2014/main" id="{B36F09A3-8286-6BDE-F86C-70F3B1D94C7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AA0365A-434A-4E54-B0D3-DD32F83CA0CA}"/>
              </a:ext>
            </a:extLst>
          </p:cNvPr>
          <p:cNvPicPr>
            <a:picLocks noChangeAspect="1"/>
          </p:cNvPicPr>
          <p:nvPr/>
        </p:nvPicPr>
        <p:blipFill>
          <a:blip r:embed="rId4"/>
          <a:stretch>
            <a:fillRect/>
          </a:stretch>
        </p:blipFill>
        <p:spPr>
          <a:xfrm>
            <a:off x="2316480" y="215749"/>
            <a:ext cx="6589759" cy="4712001"/>
          </a:xfrm>
          <a:prstGeom prst="rect">
            <a:avLst/>
          </a:prstGeom>
        </p:spPr>
      </p:pic>
      <p:sp>
        <p:nvSpPr>
          <p:cNvPr id="6" name="Google Shape;164;p31">
            <a:extLst>
              <a:ext uri="{FF2B5EF4-FFF2-40B4-BE49-F238E27FC236}">
                <a16:creationId xmlns:a16="http://schemas.microsoft.com/office/drawing/2014/main" id="{365DE900-0330-4742-9655-801EE356EAC5}"/>
              </a:ext>
            </a:extLst>
          </p:cNvPr>
          <p:cNvSpPr txBox="1">
            <a:spLocks noGrp="1"/>
          </p:cNvSpPr>
          <p:nvPr>
            <p:ph type="title"/>
          </p:nvPr>
        </p:nvSpPr>
        <p:spPr>
          <a:xfrm>
            <a:off x="237761" y="1801799"/>
            <a:ext cx="2188447" cy="153989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Work</a:t>
            </a:r>
            <a:br>
              <a:rPr lang="en-US" dirty="0"/>
            </a:br>
            <a:r>
              <a:rPr lang="en-US" dirty="0"/>
              <a:t>Breakdown</a:t>
            </a:r>
            <a:br>
              <a:rPr lang="en-US" dirty="0"/>
            </a:br>
            <a:r>
              <a:rPr lang="en-US" dirty="0"/>
              <a:t>Structure</a:t>
            </a:r>
            <a:endParaRPr dirty="0"/>
          </a:p>
        </p:txBody>
      </p:sp>
    </p:spTree>
    <p:extLst>
      <p:ext uri="{BB962C8B-B14F-4D97-AF65-F5344CB8AC3E}">
        <p14:creationId xmlns:p14="http://schemas.microsoft.com/office/powerpoint/2010/main" val="1693075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3">
          <a:extLst>
            <a:ext uri="{FF2B5EF4-FFF2-40B4-BE49-F238E27FC236}">
              <a16:creationId xmlns:a16="http://schemas.microsoft.com/office/drawing/2014/main" id="{B36F09A3-8286-6BDE-F86C-70F3B1D94C7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7735E8A-0190-4F90-BF19-BC655D8033AE}"/>
              </a:ext>
            </a:extLst>
          </p:cNvPr>
          <p:cNvPicPr>
            <a:picLocks noChangeAspect="1"/>
          </p:cNvPicPr>
          <p:nvPr/>
        </p:nvPicPr>
        <p:blipFill>
          <a:blip r:embed="rId4"/>
          <a:stretch>
            <a:fillRect/>
          </a:stretch>
        </p:blipFill>
        <p:spPr>
          <a:xfrm>
            <a:off x="1523983" y="291389"/>
            <a:ext cx="7406657" cy="4560721"/>
          </a:xfrm>
          <a:prstGeom prst="rect">
            <a:avLst/>
          </a:prstGeom>
        </p:spPr>
      </p:pic>
      <p:sp>
        <p:nvSpPr>
          <p:cNvPr id="5" name="Google Shape;164;p31">
            <a:extLst>
              <a:ext uri="{FF2B5EF4-FFF2-40B4-BE49-F238E27FC236}">
                <a16:creationId xmlns:a16="http://schemas.microsoft.com/office/drawing/2014/main" id="{E96DCE15-C1B9-4989-96CC-3C2C033998AB}"/>
              </a:ext>
            </a:extLst>
          </p:cNvPr>
          <p:cNvSpPr txBox="1">
            <a:spLocks noGrp="1"/>
          </p:cNvSpPr>
          <p:nvPr>
            <p:ph type="title"/>
          </p:nvPr>
        </p:nvSpPr>
        <p:spPr>
          <a:xfrm>
            <a:off x="213360" y="2077429"/>
            <a:ext cx="1310623" cy="988642"/>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Gantt</a:t>
            </a:r>
            <a:br>
              <a:rPr lang="en-US" dirty="0"/>
            </a:br>
            <a:r>
              <a:rPr lang="en-US" dirty="0"/>
              <a:t>Chart</a:t>
            </a:r>
            <a:endParaRPr dirty="0"/>
          </a:p>
        </p:txBody>
      </p:sp>
    </p:spTree>
    <p:extLst>
      <p:ext uri="{BB962C8B-B14F-4D97-AF65-F5344CB8AC3E}">
        <p14:creationId xmlns:p14="http://schemas.microsoft.com/office/powerpoint/2010/main" val="2905685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3">
          <a:extLst>
            <a:ext uri="{FF2B5EF4-FFF2-40B4-BE49-F238E27FC236}">
              <a16:creationId xmlns:a16="http://schemas.microsoft.com/office/drawing/2014/main" id="{B36F09A3-8286-6BDE-F86C-70F3B1D94C7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6448468-BDB3-411B-8DC4-FF0C6E0C04C5}"/>
              </a:ext>
            </a:extLst>
          </p:cNvPr>
          <p:cNvPicPr>
            <a:picLocks noChangeAspect="1"/>
          </p:cNvPicPr>
          <p:nvPr/>
        </p:nvPicPr>
        <p:blipFill>
          <a:blip r:embed="rId4"/>
          <a:stretch>
            <a:fillRect/>
          </a:stretch>
        </p:blipFill>
        <p:spPr>
          <a:xfrm>
            <a:off x="298703" y="1615542"/>
            <a:ext cx="8546592" cy="2546400"/>
          </a:xfrm>
          <a:prstGeom prst="rect">
            <a:avLst/>
          </a:prstGeom>
        </p:spPr>
      </p:pic>
      <p:sp>
        <p:nvSpPr>
          <p:cNvPr id="5" name="Google Shape;164;p31">
            <a:extLst>
              <a:ext uri="{FF2B5EF4-FFF2-40B4-BE49-F238E27FC236}">
                <a16:creationId xmlns:a16="http://schemas.microsoft.com/office/drawing/2014/main" id="{24CE5268-E24B-48D1-BC28-3DCB31B5AF28}"/>
              </a:ext>
            </a:extLst>
          </p:cNvPr>
          <p:cNvSpPr txBox="1">
            <a:spLocks noGrp="1"/>
          </p:cNvSpPr>
          <p:nvPr>
            <p:ph type="title"/>
          </p:nvPr>
        </p:nvSpPr>
        <p:spPr>
          <a:xfrm>
            <a:off x="3294896" y="615798"/>
            <a:ext cx="2554207" cy="640182"/>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Team Planner</a:t>
            </a:r>
            <a:endParaRPr dirty="0"/>
          </a:p>
        </p:txBody>
      </p:sp>
    </p:spTree>
    <p:extLst>
      <p:ext uri="{BB962C8B-B14F-4D97-AF65-F5344CB8AC3E}">
        <p14:creationId xmlns:p14="http://schemas.microsoft.com/office/powerpoint/2010/main" val="2461437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3">
          <a:extLst>
            <a:ext uri="{FF2B5EF4-FFF2-40B4-BE49-F238E27FC236}">
              <a16:creationId xmlns:a16="http://schemas.microsoft.com/office/drawing/2014/main" id="{B36F09A3-8286-6BDE-F86C-70F3B1D94C7E}"/>
            </a:ext>
          </a:extLst>
        </p:cNvPr>
        <p:cNvGrpSpPr/>
        <p:nvPr/>
      </p:nvGrpSpPr>
      <p:grpSpPr>
        <a:xfrm>
          <a:off x="0" y="0"/>
          <a:ext cx="0" cy="0"/>
          <a:chOff x="0" y="0"/>
          <a:chExt cx="0" cy="0"/>
        </a:xfrm>
      </p:grpSpPr>
      <p:sp>
        <p:nvSpPr>
          <p:cNvPr id="5" name="Google Shape;164;p31">
            <a:extLst>
              <a:ext uri="{FF2B5EF4-FFF2-40B4-BE49-F238E27FC236}">
                <a16:creationId xmlns:a16="http://schemas.microsoft.com/office/drawing/2014/main" id="{D7FE57C8-8C25-460F-88CC-5F88CF0530C8}"/>
              </a:ext>
            </a:extLst>
          </p:cNvPr>
          <p:cNvSpPr txBox="1">
            <a:spLocks noGrp="1"/>
          </p:cNvSpPr>
          <p:nvPr>
            <p:ph type="title"/>
          </p:nvPr>
        </p:nvSpPr>
        <p:spPr>
          <a:xfrm>
            <a:off x="3061720" y="499872"/>
            <a:ext cx="3020560" cy="619943"/>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Resource Sheet</a:t>
            </a:r>
            <a:endParaRPr dirty="0"/>
          </a:p>
        </p:txBody>
      </p:sp>
      <p:pic>
        <p:nvPicPr>
          <p:cNvPr id="3" name="Picture 2">
            <a:extLst>
              <a:ext uri="{FF2B5EF4-FFF2-40B4-BE49-F238E27FC236}">
                <a16:creationId xmlns:a16="http://schemas.microsoft.com/office/drawing/2014/main" id="{35C9DD09-2D9F-4D0B-BBAA-A17C4BE3A59C}"/>
              </a:ext>
            </a:extLst>
          </p:cNvPr>
          <p:cNvPicPr>
            <a:picLocks noChangeAspect="1"/>
          </p:cNvPicPr>
          <p:nvPr/>
        </p:nvPicPr>
        <p:blipFill>
          <a:blip r:embed="rId4"/>
          <a:stretch>
            <a:fillRect/>
          </a:stretch>
        </p:blipFill>
        <p:spPr>
          <a:xfrm>
            <a:off x="350141" y="2104801"/>
            <a:ext cx="8443717" cy="933897"/>
          </a:xfrm>
          <a:prstGeom prst="rect">
            <a:avLst/>
          </a:prstGeom>
        </p:spPr>
      </p:pic>
    </p:spTree>
    <p:extLst>
      <p:ext uri="{BB962C8B-B14F-4D97-AF65-F5344CB8AC3E}">
        <p14:creationId xmlns:p14="http://schemas.microsoft.com/office/powerpoint/2010/main" val="1419200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0">
          <a:extLst>
            <a:ext uri="{FF2B5EF4-FFF2-40B4-BE49-F238E27FC236}">
              <a16:creationId xmlns:a16="http://schemas.microsoft.com/office/drawing/2014/main" id="{7B8DF07F-8B85-D87E-6685-249637C0E47C}"/>
            </a:ext>
          </a:extLst>
        </p:cNvPr>
        <p:cNvGrpSpPr/>
        <p:nvPr/>
      </p:nvGrpSpPr>
      <p:grpSpPr>
        <a:xfrm>
          <a:off x="0" y="0"/>
          <a:ext cx="0" cy="0"/>
          <a:chOff x="0" y="0"/>
          <a:chExt cx="0" cy="0"/>
        </a:xfrm>
      </p:grpSpPr>
      <p:sp>
        <p:nvSpPr>
          <p:cNvPr id="171" name="Google Shape;171;p32">
            <a:extLst>
              <a:ext uri="{FF2B5EF4-FFF2-40B4-BE49-F238E27FC236}">
                <a16:creationId xmlns:a16="http://schemas.microsoft.com/office/drawing/2014/main" id="{9341957B-06FB-9FB1-C06A-586A86C03793}"/>
              </a:ext>
            </a:extLst>
          </p:cNvPr>
          <p:cNvSpPr txBox="1">
            <a:spLocks noGrp="1"/>
          </p:cNvSpPr>
          <p:nvPr>
            <p:ph type="title"/>
          </p:nvPr>
        </p:nvSpPr>
        <p:spPr>
          <a:xfrm>
            <a:off x="715100" y="2281576"/>
            <a:ext cx="7713900" cy="1005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Cost Estimation</a:t>
            </a:r>
            <a:br>
              <a:rPr lang="en" dirty="0"/>
            </a:br>
            <a:endParaRPr dirty="0"/>
          </a:p>
        </p:txBody>
      </p:sp>
      <p:sp>
        <p:nvSpPr>
          <p:cNvPr id="172" name="Google Shape;172;p32">
            <a:extLst>
              <a:ext uri="{FF2B5EF4-FFF2-40B4-BE49-F238E27FC236}">
                <a16:creationId xmlns:a16="http://schemas.microsoft.com/office/drawing/2014/main" id="{30926A85-5825-9EAB-C836-3A1D5C160C2F}"/>
              </a:ext>
            </a:extLst>
          </p:cNvPr>
          <p:cNvSpPr txBox="1">
            <a:spLocks noGrp="1"/>
          </p:cNvSpPr>
          <p:nvPr>
            <p:ph type="title" idx="2"/>
          </p:nvPr>
        </p:nvSpPr>
        <p:spPr>
          <a:xfrm>
            <a:off x="3523662" y="763605"/>
            <a:ext cx="2097000" cy="164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05</a:t>
            </a:r>
            <a:endParaRPr dirty="0"/>
          </a:p>
        </p:txBody>
      </p:sp>
    </p:spTree>
    <p:extLst>
      <p:ext uri="{BB962C8B-B14F-4D97-AF65-F5344CB8AC3E}">
        <p14:creationId xmlns:p14="http://schemas.microsoft.com/office/powerpoint/2010/main" val="35231552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pic>
        <p:nvPicPr>
          <p:cNvPr id="15" name="Picture 14">
            <a:extLst>
              <a:ext uri="{FF2B5EF4-FFF2-40B4-BE49-F238E27FC236}">
                <a16:creationId xmlns:a16="http://schemas.microsoft.com/office/drawing/2014/main" id="{B2712566-76F8-4EEF-8365-94D6CA26A4E3}"/>
              </a:ext>
            </a:extLst>
          </p:cNvPr>
          <p:cNvPicPr>
            <a:picLocks noChangeAspect="1"/>
          </p:cNvPicPr>
          <p:nvPr/>
        </p:nvPicPr>
        <p:blipFill>
          <a:blip r:embed="rId3"/>
          <a:stretch>
            <a:fillRect/>
          </a:stretch>
        </p:blipFill>
        <p:spPr>
          <a:xfrm>
            <a:off x="2160287" y="442322"/>
            <a:ext cx="5447521" cy="425885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0">
          <a:extLst>
            <a:ext uri="{FF2B5EF4-FFF2-40B4-BE49-F238E27FC236}">
              <a16:creationId xmlns:a16="http://schemas.microsoft.com/office/drawing/2014/main" id="{7B8DF07F-8B85-D87E-6685-249637C0E47C}"/>
            </a:ext>
          </a:extLst>
        </p:cNvPr>
        <p:cNvGrpSpPr/>
        <p:nvPr/>
      </p:nvGrpSpPr>
      <p:grpSpPr>
        <a:xfrm>
          <a:off x="0" y="0"/>
          <a:ext cx="0" cy="0"/>
          <a:chOff x="0" y="0"/>
          <a:chExt cx="0" cy="0"/>
        </a:xfrm>
      </p:grpSpPr>
      <p:sp>
        <p:nvSpPr>
          <p:cNvPr id="171" name="Google Shape;171;p32">
            <a:extLst>
              <a:ext uri="{FF2B5EF4-FFF2-40B4-BE49-F238E27FC236}">
                <a16:creationId xmlns:a16="http://schemas.microsoft.com/office/drawing/2014/main" id="{9341957B-06FB-9FB1-C06A-586A86C03793}"/>
              </a:ext>
            </a:extLst>
          </p:cNvPr>
          <p:cNvSpPr txBox="1">
            <a:spLocks noGrp="1"/>
          </p:cNvSpPr>
          <p:nvPr>
            <p:ph type="title"/>
          </p:nvPr>
        </p:nvSpPr>
        <p:spPr>
          <a:xfrm>
            <a:off x="715100" y="2281576"/>
            <a:ext cx="7713900" cy="1005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Quality Management</a:t>
            </a:r>
            <a:br>
              <a:rPr lang="en" dirty="0"/>
            </a:br>
            <a:endParaRPr dirty="0"/>
          </a:p>
        </p:txBody>
      </p:sp>
      <p:sp>
        <p:nvSpPr>
          <p:cNvPr id="172" name="Google Shape;172;p32">
            <a:extLst>
              <a:ext uri="{FF2B5EF4-FFF2-40B4-BE49-F238E27FC236}">
                <a16:creationId xmlns:a16="http://schemas.microsoft.com/office/drawing/2014/main" id="{30926A85-5825-9EAB-C836-3A1D5C160C2F}"/>
              </a:ext>
            </a:extLst>
          </p:cNvPr>
          <p:cNvSpPr txBox="1">
            <a:spLocks noGrp="1"/>
          </p:cNvSpPr>
          <p:nvPr>
            <p:ph type="title" idx="2"/>
          </p:nvPr>
        </p:nvSpPr>
        <p:spPr>
          <a:xfrm>
            <a:off x="3523662" y="763605"/>
            <a:ext cx="2097000" cy="164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06</a:t>
            </a:r>
            <a:endParaRPr dirty="0"/>
          </a:p>
        </p:txBody>
      </p:sp>
    </p:spTree>
    <p:extLst>
      <p:ext uri="{BB962C8B-B14F-4D97-AF65-F5344CB8AC3E}">
        <p14:creationId xmlns:p14="http://schemas.microsoft.com/office/powerpoint/2010/main" val="1925197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pic>
        <p:nvPicPr>
          <p:cNvPr id="3" name="Picture 2">
            <a:extLst>
              <a:ext uri="{FF2B5EF4-FFF2-40B4-BE49-F238E27FC236}">
                <a16:creationId xmlns:a16="http://schemas.microsoft.com/office/drawing/2014/main" id="{5039B8DA-8E62-496C-8DE5-66D1AE73FC7B}"/>
              </a:ext>
            </a:extLst>
          </p:cNvPr>
          <p:cNvPicPr>
            <a:picLocks noChangeAspect="1"/>
          </p:cNvPicPr>
          <p:nvPr/>
        </p:nvPicPr>
        <p:blipFill>
          <a:blip r:embed="rId3"/>
          <a:stretch>
            <a:fillRect/>
          </a:stretch>
        </p:blipFill>
        <p:spPr>
          <a:xfrm>
            <a:off x="509020" y="342589"/>
            <a:ext cx="8125959" cy="4458322"/>
          </a:xfrm>
          <a:prstGeom prst="rect">
            <a:avLst/>
          </a:prstGeom>
        </p:spPr>
      </p:pic>
    </p:spTree>
    <p:extLst>
      <p:ext uri="{BB962C8B-B14F-4D97-AF65-F5344CB8AC3E}">
        <p14:creationId xmlns:p14="http://schemas.microsoft.com/office/powerpoint/2010/main" val="23759562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pic>
        <p:nvPicPr>
          <p:cNvPr id="4" name="Picture 3">
            <a:extLst>
              <a:ext uri="{FF2B5EF4-FFF2-40B4-BE49-F238E27FC236}">
                <a16:creationId xmlns:a16="http://schemas.microsoft.com/office/drawing/2014/main" id="{75B5F7A0-E21C-4A02-B304-BFE73588380E}"/>
              </a:ext>
            </a:extLst>
          </p:cNvPr>
          <p:cNvPicPr>
            <a:picLocks noChangeAspect="1"/>
          </p:cNvPicPr>
          <p:nvPr/>
        </p:nvPicPr>
        <p:blipFill>
          <a:blip r:embed="rId3"/>
          <a:stretch>
            <a:fillRect/>
          </a:stretch>
        </p:blipFill>
        <p:spPr>
          <a:xfrm>
            <a:off x="685257" y="761747"/>
            <a:ext cx="7773485" cy="3620005"/>
          </a:xfrm>
          <a:prstGeom prst="rect">
            <a:avLst/>
          </a:prstGeom>
        </p:spPr>
      </p:pic>
    </p:spTree>
    <p:extLst>
      <p:ext uri="{BB962C8B-B14F-4D97-AF65-F5344CB8AC3E}">
        <p14:creationId xmlns:p14="http://schemas.microsoft.com/office/powerpoint/2010/main" val="2580677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0">
          <a:extLst>
            <a:ext uri="{FF2B5EF4-FFF2-40B4-BE49-F238E27FC236}">
              <a16:creationId xmlns:a16="http://schemas.microsoft.com/office/drawing/2014/main" id="{7B8DF07F-8B85-D87E-6685-249637C0E47C}"/>
            </a:ext>
          </a:extLst>
        </p:cNvPr>
        <p:cNvGrpSpPr/>
        <p:nvPr/>
      </p:nvGrpSpPr>
      <p:grpSpPr>
        <a:xfrm>
          <a:off x="0" y="0"/>
          <a:ext cx="0" cy="0"/>
          <a:chOff x="0" y="0"/>
          <a:chExt cx="0" cy="0"/>
        </a:xfrm>
      </p:grpSpPr>
      <p:sp>
        <p:nvSpPr>
          <p:cNvPr id="171" name="Google Shape;171;p32">
            <a:extLst>
              <a:ext uri="{FF2B5EF4-FFF2-40B4-BE49-F238E27FC236}">
                <a16:creationId xmlns:a16="http://schemas.microsoft.com/office/drawing/2014/main" id="{9341957B-06FB-9FB1-C06A-586A86C03793}"/>
              </a:ext>
            </a:extLst>
          </p:cNvPr>
          <p:cNvSpPr txBox="1">
            <a:spLocks noGrp="1"/>
          </p:cNvSpPr>
          <p:nvPr>
            <p:ph type="title"/>
          </p:nvPr>
        </p:nvSpPr>
        <p:spPr>
          <a:xfrm>
            <a:off x="715100" y="2281576"/>
            <a:ext cx="7713900" cy="1005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Risk Management</a:t>
            </a:r>
            <a:br>
              <a:rPr lang="en" dirty="0"/>
            </a:br>
            <a:br>
              <a:rPr lang="en" dirty="0"/>
            </a:br>
            <a:endParaRPr dirty="0"/>
          </a:p>
        </p:txBody>
      </p:sp>
      <p:sp>
        <p:nvSpPr>
          <p:cNvPr id="172" name="Google Shape;172;p32">
            <a:extLst>
              <a:ext uri="{FF2B5EF4-FFF2-40B4-BE49-F238E27FC236}">
                <a16:creationId xmlns:a16="http://schemas.microsoft.com/office/drawing/2014/main" id="{30926A85-5825-9EAB-C836-3A1D5C160C2F}"/>
              </a:ext>
            </a:extLst>
          </p:cNvPr>
          <p:cNvSpPr txBox="1">
            <a:spLocks noGrp="1"/>
          </p:cNvSpPr>
          <p:nvPr>
            <p:ph type="title" idx="2"/>
          </p:nvPr>
        </p:nvSpPr>
        <p:spPr>
          <a:xfrm>
            <a:off x="3523662" y="763605"/>
            <a:ext cx="2097000" cy="164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07</a:t>
            </a:r>
            <a:endParaRPr dirty="0"/>
          </a:p>
        </p:txBody>
      </p:sp>
    </p:spTree>
    <p:extLst>
      <p:ext uri="{BB962C8B-B14F-4D97-AF65-F5344CB8AC3E}">
        <p14:creationId xmlns:p14="http://schemas.microsoft.com/office/powerpoint/2010/main" val="26981586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pic>
        <p:nvPicPr>
          <p:cNvPr id="3" name="Picture 2">
            <a:extLst>
              <a:ext uri="{FF2B5EF4-FFF2-40B4-BE49-F238E27FC236}">
                <a16:creationId xmlns:a16="http://schemas.microsoft.com/office/drawing/2014/main" id="{C19DA6AE-1300-4E89-B3C3-4743E15A6D3E}"/>
              </a:ext>
            </a:extLst>
          </p:cNvPr>
          <p:cNvPicPr>
            <a:picLocks noChangeAspect="1"/>
          </p:cNvPicPr>
          <p:nvPr/>
        </p:nvPicPr>
        <p:blipFill>
          <a:blip r:embed="rId3"/>
          <a:stretch>
            <a:fillRect/>
          </a:stretch>
        </p:blipFill>
        <p:spPr>
          <a:xfrm>
            <a:off x="2366340" y="225552"/>
            <a:ext cx="4411320" cy="4692396"/>
          </a:xfrm>
          <a:prstGeom prst="rect">
            <a:avLst/>
          </a:prstGeom>
        </p:spPr>
      </p:pic>
    </p:spTree>
    <p:extLst>
      <p:ext uri="{BB962C8B-B14F-4D97-AF65-F5344CB8AC3E}">
        <p14:creationId xmlns:p14="http://schemas.microsoft.com/office/powerpoint/2010/main" val="14766713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0">
          <a:extLst>
            <a:ext uri="{FF2B5EF4-FFF2-40B4-BE49-F238E27FC236}">
              <a16:creationId xmlns:a16="http://schemas.microsoft.com/office/drawing/2014/main" id="{7B8DF07F-8B85-D87E-6685-249637C0E47C}"/>
            </a:ext>
          </a:extLst>
        </p:cNvPr>
        <p:cNvGrpSpPr/>
        <p:nvPr/>
      </p:nvGrpSpPr>
      <p:grpSpPr>
        <a:xfrm>
          <a:off x="0" y="0"/>
          <a:ext cx="0" cy="0"/>
          <a:chOff x="0" y="0"/>
          <a:chExt cx="0" cy="0"/>
        </a:xfrm>
      </p:grpSpPr>
      <p:sp>
        <p:nvSpPr>
          <p:cNvPr id="171" name="Google Shape;171;p32">
            <a:extLst>
              <a:ext uri="{FF2B5EF4-FFF2-40B4-BE49-F238E27FC236}">
                <a16:creationId xmlns:a16="http://schemas.microsoft.com/office/drawing/2014/main" id="{9341957B-06FB-9FB1-C06A-586A86C03793}"/>
              </a:ext>
            </a:extLst>
          </p:cNvPr>
          <p:cNvSpPr txBox="1">
            <a:spLocks noGrp="1"/>
          </p:cNvSpPr>
          <p:nvPr>
            <p:ph type="title"/>
          </p:nvPr>
        </p:nvSpPr>
        <p:spPr>
          <a:xfrm>
            <a:off x="2984901" y="2068800"/>
            <a:ext cx="3174198" cy="1005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Thanks</a:t>
            </a:r>
            <a:br>
              <a:rPr lang="en" dirty="0"/>
            </a:br>
            <a:br>
              <a:rPr lang="en" dirty="0"/>
            </a:br>
            <a:endParaRPr dirty="0"/>
          </a:p>
        </p:txBody>
      </p:sp>
    </p:spTree>
    <p:extLst>
      <p:ext uri="{BB962C8B-B14F-4D97-AF65-F5344CB8AC3E}">
        <p14:creationId xmlns:p14="http://schemas.microsoft.com/office/powerpoint/2010/main" val="3416623847"/>
      </p:ext>
    </p:extLst>
  </p:cSld>
  <p:clrMapOvr>
    <a:masterClrMapping/>
  </p:clrMapOvr>
</p:sld>
</file>

<file path=ppt/theme/theme1.xml><?xml version="1.0" encoding="utf-8"?>
<a:theme xmlns:a="http://schemas.openxmlformats.org/drawingml/2006/main" name="Sky Backgrounds for Social Media by Slidesgo">
  <a:themeElements>
    <a:clrScheme name="Simple Light">
      <a:dk1>
        <a:srgbClr val="06343A"/>
      </a:dk1>
      <a:lt1>
        <a:srgbClr val="FFFFFF"/>
      </a:lt1>
      <a:dk2>
        <a:srgbClr val="CFEBF1"/>
      </a:dk2>
      <a:lt2>
        <a:srgbClr val="428B9B"/>
      </a:lt2>
      <a:accent1>
        <a:srgbClr val="FFFFFF"/>
      </a:accent1>
      <a:accent2>
        <a:srgbClr val="FFFFFF"/>
      </a:accent2>
      <a:accent3>
        <a:srgbClr val="FFFFFF"/>
      </a:accent3>
      <a:accent4>
        <a:srgbClr val="FFFFFF"/>
      </a:accent4>
      <a:accent5>
        <a:srgbClr val="FFFFFF"/>
      </a:accent5>
      <a:accent6>
        <a:srgbClr val="FFFFFF"/>
      </a:accent6>
      <a:hlink>
        <a:srgbClr val="06343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351</TotalTime>
  <Words>331</Words>
  <Application>Microsoft Office PowerPoint</Application>
  <PresentationFormat>On-screen Show (16:9)</PresentationFormat>
  <Paragraphs>49</Paragraphs>
  <Slides>21</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Assistant</vt:lpstr>
      <vt:lpstr>Poppins</vt:lpstr>
      <vt:lpstr>Bebas Neue</vt:lpstr>
      <vt:lpstr>Nunito Light</vt:lpstr>
      <vt:lpstr>Alata</vt:lpstr>
      <vt:lpstr>Arial</vt:lpstr>
      <vt:lpstr>Assistant Medium</vt:lpstr>
      <vt:lpstr>Raleway</vt:lpstr>
      <vt:lpstr>Sky Backgrounds for Social Media by Slidesgo</vt:lpstr>
      <vt:lpstr>Smart Bite</vt:lpstr>
      <vt:lpstr>Table of contents</vt:lpstr>
      <vt:lpstr>Introduction</vt:lpstr>
      <vt:lpstr>Introduction</vt:lpstr>
      <vt:lpstr>Project Charter</vt:lpstr>
      <vt:lpstr>PowerPoint Presentation</vt:lpstr>
      <vt:lpstr>Scope</vt:lpstr>
      <vt:lpstr>Scope</vt:lpstr>
      <vt:lpstr>Microsoft Project </vt:lpstr>
      <vt:lpstr>Work Breakdown Structure</vt:lpstr>
      <vt:lpstr>Gantt Chart</vt:lpstr>
      <vt:lpstr>Team Planner</vt:lpstr>
      <vt:lpstr>Resource Sheet</vt:lpstr>
      <vt:lpstr>Cost Estimation </vt:lpstr>
      <vt:lpstr>PowerPoint Presentation</vt:lpstr>
      <vt:lpstr>Quality Management </vt:lpstr>
      <vt:lpstr>PowerPoint Presentation</vt:lpstr>
      <vt:lpstr>PowerPoint Presentation</vt:lpstr>
      <vt:lpstr>Risk Management  </vt:lpstr>
      <vt:lpstr>PowerPoint Presentation</vt:lpstr>
      <vt:lpstr>Thanks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Bite</dc:title>
  <dc:creator>Youssef Mahmoud</dc:creator>
  <cp:lastModifiedBy>Youssef Mahmoud</cp:lastModifiedBy>
  <cp:revision>11</cp:revision>
  <dcterms:modified xsi:type="dcterms:W3CDTF">2025-12-07T20:27:54Z</dcterms:modified>
</cp:coreProperties>
</file>