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13"/>
  </p:notesMasterIdLst>
  <p:sldIdLst>
    <p:sldId id="256" r:id="rId2"/>
    <p:sldId id="259" r:id="rId3"/>
    <p:sldId id="257" r:id="rId4"/>
    <p:sldId id="261" r:id="rId5"/>
    <p:sldId id="279" r:id="rId6"/>
    <p:sldId id="265" r:id="rId7"/>
    <p:sldId id="260" r:id="rId8"/>
    <p:sldId id="280" r:id="rId9"/>
    <p:sldId id="258" r:id="rId10"/>
    <p:sldId id="264" r:id="rId11"/>
    <p:sldId id="269"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9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5E90EB-4941-4D4C-A069-7364C67DAF49}">
  <a:tblStyle styleId="{285E90EB-4941-4D4C-A069-7364C67DAF4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b74ead461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737" name="Google Shape;737;g2b74ead461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866" name="Google Shape;866;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e1d838b62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797" name="Google Shape;797;ge1d838b62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959" name="Google Shape;959;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a:extLst>
            <a:ext uri="{FF2B5EF4-FFF2-40B4-BE49-F238E27FC236}">
              <a16:creationId xmlns:a16="http://schemas.microsoft.com/office/drawing/2014/main" id="{A183479E-A5CB-FD74-88DB-3EA0F64B8B12}"/>
            </a:ext>
          </a:extLst>
        </p:cNvPr>
        <p:cNvGrpSpPr/>
        <p:nvPr/>
      </p:nvGrpSpPr>
      <p:grpSpPr>
        <a:xfrm>
          <a:off x="0" y="0"/>
          <a:ext cx="0" cy="0"/>
          <a:chOff x="0" y="0"/>
          <a:chExt cx="0" cy="0"/>
        </a:xfrm>
      </p:grpSpPr>
      <p:sp>
        <p:nvSpPr>
          <p:cNvPr id="958" name="Google Shape;958;ge1d838b627_4_19:notes">
            <a:extLst>
              <a:ext uri="{FF2B5EF4-FFF2-40B4-BE49-F238E27FC236}">
                <a16:creationId xmlns:a16="http://schemas.microsoft.com/office/drawing/2014/main" id="{E09D57B1-3956-24D6-656F-D5BAE5B5B3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959" name="Google Shape;959;ge1d838b627_4_19:notes">
            <a:extLst>
              <a:ext uri="{FF2B5EF4-FFF2-40B4-BE49-F238E27FC236}">
                <a16:creationId xmlns:a16="http://schemas.microsoft.com/office/drawing/2014/main" id="{CD0C850F-B11D-AD00-F5E1-5A8D1000F7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57817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081" name="Google Shape;1081;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875" name="Google Shape;875;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7DE9D22F-C5E6-9ED7-4D28-2FABAAF73C08}"/>
            </a:ext>
          </a:extLst>
        </p:cNvPr>
        <p:cNvGrpSpPr/>
        <p:nvPr/>
      </p:nvGrpSpPr>
      <p:grpSpPr>
        <a:xfrm>
          <a:off x="0" y="0"/>
          <a:ext cx="0" cy="0"/>
          <a:chOff x="0" y="0"/>
          <a:chExt cx="0" cy="0"/>
        </a:xfrm>
      </p:grpSpPr>
      <p:sp>
        <p:nvSpPr>
          <p:cNvPr id="874" name="Google Shape;874;ge1d838b627_4_0:notes">
            <a:extLst>
              <a:ext uri="{FF2B5EF4-FFF2-40B4-BE49-F238E27FC236}">
                <a16:creationId xmlns:a16="http://schemas.microsoft.com/office/drawing/2014/main" id="{41D4BE4A-08B1-9EDB-65A6-B68E288BE4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875" name="Google Shape;875;ge1d838b627_4_0:notes">
            <a:extLst>
              <a:ext uri="{FF2B5EF4-FFF2-40B4-BE49-F238E27FC236}">
                <a16:creationId xmlns:a16="http://schemas.microsoft.com/office/drawing/2014/main" id="{D39E6004-BDEC-C529-CC26-9ABA231B07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1047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b74ead4610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837" name="Google Shape;837;g2b74ead4610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7eff44cef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055" name="Google Shape;1055;g27eff44cef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e1d838b62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205" name="Google Shape;1205;ge1d838b62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800" y="0"/>
            <a:ext cx="9159600" cy="5143500"/>
            <a:chOff x="-7800" y="0"/>
            <a:chExt cx="9159600" cy="5143500"/>
          </a:xfrm>
        </p:grpSpPr>
        <p:grpSp>
          <p:nvGrpSpPr>
            <p:cNvPr id="10" name="Google Shape;10;p2"/>
            <p:cNvGrpSpPr/>
            <p:nvPr/>
          </p:nvGrpSpPr>
          <p:grpSpPr>
            <a:xfrm>
              <a:off x="228530" y="0"/>
              <a:ext cx="8686941" cy="5143500"/>
              <a:chOff x="0" y="0"/>
              <a:chExt cx="8686941" cy="5143500"/>
            </a:xfrm>
          </p:grpSpPr>
          <p:sp>
            <p:nvSpPr>
              <p:cNvPr id="11" name="Google Shape;11;p2"/>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2;p2"/>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3;p2"/>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4;p2"/>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5;p2"/>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6;p2"/>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7;p2"/>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8;p2"/>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 name="Google Shape;19;p2"/>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20;p2"/>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21" name="Google Shape;21;p2"/>
            <p:cNvGrpSpPr/>
            <p:nvPr/>
          </p:nvGrpSpPr>
          <p:grpSpPr>
            <a:xfrm>
              <a:off x="-7800" y="0"/>
              <a:ext cx="9159600" cy="5143500"/>
              <a:chOff x="-7800" y="0"/>
              <a:chExt cx="9159600" cy="5143500"/>
            </a:xfrm>
          </p:grpSpPr>
          <p:sp>
            <p:nvSpPr>
              <p:cNvPr id="22" name="Google Shape;22;p2"/>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23;p2"/>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24;p2"/>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5" name="Google Shape;25;p2"/>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6" name="Google Shape;26;p2"/>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 name="Google Shape;27;p2"/>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28" name="Google Shape;28;p2"/>
          <p:cNvSpPr txBox="1">
            <a:spLocks noGrp="1"/>
          </p:cNvSpPr>
          <p:nvPr>
            <p:ph type="ctrTitle"/>
          </p:nvPr>
        </p:nvSpPr>
        <p:spPr>
          <a:xfrm>
            <a:off x="1346975" y="1398313"/>
            <a:ext cx="6450000" cy="18939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191919"/>
              </a:buClr>
              <a:buSzPts val="5200"/>
              <a:buNone/>
              <a:defRPr sz="4600">
                <a:latin typeface="Arial Rounded MT Bold" panose="020F0704030504030204" pitchFamily="34" charset="0"/>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dirty="0"/>
          </a:p>
        </p:txBody>
      </p:sp>
      <p:sp>
        <p:nvSpPr>
          <p:cNvPr id="29" name="Google Shape;29;p2"/>
          <p:cNvSpPr txBox="1">
            <a:spLocks noGrp="1"/>
          </p:cNvSpPr>
          <p:nvPr>
            <p:ph type="subTitle" idx="1"/>
          </p:nvPr>
        </p:nvSpPr>
        <p:spPr>
          <a:xfrm>
            <a:off x="3273975" y="3428563"/>
            <a:ext cx="2596200" cy="522000"/>
          </a:xfrm>
          <a:prstGeom prst="rect">
            <a:avLst/>
          </a:prstGeom>
          <a:no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1400"/>
              <a:buNone/>
              <a:defRPr sz="1600"/>
            </a:lvl1pPr>
            <a:lvl2pPr lvl="1" algn="ctr">
              <a:lnSpc>
                <a:spcPct val="115000"/>
              </a:lnSpc>
              <a:spcBef>
                <a:spcPts val="0"/>
              </a:spcBef>
              <a:spcAft>
                <a:spcPts val="0"/>
              </a:spcAft>
              <a:buSzPts val="1800"/>
              <a:buNone/>
              <a:defRPr sz="1800"/>
            </a:lvl2pPr>
            <a:lvl3pPr lvl="2" algn="ctr">
              <a:lnSpc>
                <a:spcPct val="115000"/>
              </a:lnSpc>
              <a:spcBef>
                <a:spcPts val="0"/>
              </a:spcBef>
              <a:spcAft>
                <a:spcPts val="0"/>
              </a:spcAft>
              <a:buSzPts val="1800"/>
              <a:buNone/>
              <a:defRPr sz="1800"/>
            </a:lvl3pPr>
            <a:lvl4pPr lvl="3" algn="ctr">
              <a:lnSpc>
                <a:spcPct val="115000"/>
              </a:lnSpc>
              <a:spcBef>
                <a:spcPts val="0"/>
              </a:spcBef>
              <a:spcAft>
                <a:spcPts val="0"/>
              </a:spcAft>
              <a:buSzPts val="1800"/>
              <a:buNone/>
              <a:defRPr sz="1800"/>
            </a:lvl4pPr>
            <a:lvl5pPr lvl="4" algn="ctr">
              <a:lnSpc>
                <a:spcPct val="115000"/>
              </a:lnSpc>
              <a:spcBef>
                <a:spcPts val="0"/>
              </a:spcBef>
              <a:spcAft>
                <a:spcPts val="0"/>
              </a:spcAft>
              <a:buSzPts val="1800"/>
              <a:buNone/>
              <a:defRPr sz="1800"/>
            </a:lvl5pPr>
            <a:lvl6pPr lvl="5" algn="ctr">
              <a:lnSpc>
                <a:spcPct val="115000"/>
              </a:lnSpc>
              <a:spcBef>
                <a:spcPts val="0"/>
              </a:spcBef>
              <a:spcAft>
                <a:spcPts val="0"/>
              </a:spcAft>
              <a:buSzPts val="1800"/>
              <a:buNone/>
              <a:defRPr sz="1800"/>
            </a:lvl6pPr>
            <a:lvl7pPr lvl="6" algn="ctr">
              <a:lnSpc>
                <a:spcPct val="115000"/>
              </a:lnSpc>
              <a:spcBef>
                <a:spcPts val="0"/>
              </a:spcBef>
              <a:spcAft>
                <a:spcPts val="0"/>
              </a:spcAft>
              <a:buSzPts val="1800"/>
              <a:buNone/>
              <a:defRPr sz="1800"/>
            </a:lvl7pPr>
            <a:lvl8pPr lvl="7" algn="ctr">
              <a:lnSpc>
                <a:spcPct val="115000"/>
              </a:lnSpc>
              <a:spcBef>
                <a:spcPts val="0"/>
              </a:spcBef>
              <a:spcAft>
                <a:spcPts val="0"/>
              </a:spcAft>
              <a:buSzPts val="1800"/>
              <a:buNone/>
              <a:defRPr sz="1800"/>
            </a:lvl8pPr>
            <a:lvl9pPr lvl="8" algn="ctr">
              <a:lnSpc>
                <a:spcPct val="115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grpSp>
        <p:nvGrpSpPr>
          <p:cNvPr id="31" name="Google Shape;31;p3"/>
          <p:cNvGrpSpPr/>
          <p:nvPr/>
        </p:nvGrpSpPr>
        <p:grpSpPr>
          <a:xfrm>
            <a:off x="-7800" y="0"/>
            <a:ext cx="9159600" cy="5143500"/>
            <a:chOff x="-7800" y="0"/>
            <a:chExt cx="9159600" cy="5143500"/>
          </a:xfrm>
        </p:grpSpPr>
        <p:grpSp>
          <p:nvGrpSpPr>
            <p:cNvPr id="32" name="Google Shape;32;p3"/>
            <p:cNvGrpSpPr/>
            <p:nvPr/>
          </p:nvGrpSpPr>
          <p:grpSpPr>
            <a:xfrm>
              <a:off x="228530" y="0"/>
              <a:ext cx="8686941" cy="5143500"/>
              <a:chOff x="0" y="0"/>
              <a:chExt cx="8686941" cy="5143500"/>
            </a:xfrm>
          </p:grpSpPr>
          <p:sp>
            <p:nvSpPr>
              <p:cNvPr id="33" name="Google Shape;33;p3"/>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34;p3"/>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5" name="Google Shape;35;p3"/>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 name="Google Shape;36;p3"/>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 name="Google Shape;37;p3"/>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 name="Google Shape;38;p3"/>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9" name="Google Shape;39;p3"/>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 name="Google Shape;40;p3"/>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 name="Google Shape;41;p3"/>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2" name="Google Shape;42;p3"/>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43" name="Google Shape;43;p3"/>
            <p:cNvGrpSpPr/>
            <p:nvPr/>
          </p:nvGrpSpPr>
          <p:grpSpPr>
            <a:xfrm>
              <a:off x="-7800" y="0"/>
              <a:ext cx="9159600" cy="5143500"/>
              <a:chOff x="-7800" y="0"/>
              <a:chExt cx="9159600" cy="5143500"/>
            </a:xfrm>
          </p:grpSpPr>
          <p:sp>
            <p:nvSpPr>
              <p:cNvPr id="44" name="Google Shape;44;p3"/>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45;p3"/>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6" name="Google Shape;46;p3"/>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47;p3"/>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48;p3"/>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49;p3"/>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50" name="Google Shape;50;p3"/>
          <p:cNvSpPr txBox="1">
            <a:spLocks noGrp="1"/>
          </p:cNvSpPr>
          <p:nvPr>
            <p:ph type="title"/>
          </p:nvPr>
        </p:nvSpPr>
        <p:spPr>
          <a:xfrm>
            <a:off x="2945700" y="2496500"/>
            <a:ext cx="3252600" cy="693300"/>
          </a:xfrm>
          <a:prstGeom prst="rect">
            <a:avLst/>
          </a:prstGeom>
          <a:ln>
            <a:noFill/>
          </a:ln>
        </p:spPr>
        <p:txBody>
          <a:bodyPr spcFirstLastPara="1" wrap="square" lIns="91425" tIns="91425" rIns="91425" bIns="91425" anchor="b" anchorCtr="0">
            <a:noAutofit/>
          </a:bodyPr>
          <a:lstStyle>
            <a:lvl1pPr lvl="0" algn="ctr">
              <a:spcBef>
                <a:spcPts val="0"/>
              </a:spcBef>
              <a:spcAft>
                <a:spcPts val="0"/>
              </a:spcAft>
              <a:buSzPts val="3600"/>
              <a:buNone/>
              <a:defRPr sz="4000">
                <a:latin typeface="Arial Rounded MT Bold" panose="020F0704030504030204" pitchFamily="34" charset="0"/>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dirty="0"/>
          </a:p>
        </p:txBody>
      </p:sp>
      <p:sp>
        <p:nvSpPr>
          <p:cNvPr id="51" name="Google Shape;51;p3"/>
          <p:cNvSpPr txBox="1">
            <a:spLocks noGrp="1"/>
          </p:cNvSpPr>
          <p:nvPr>
            <p:ph type="title" idx="2" hasCustomPrompt="1"/>
          </p:nvPr>
        </p:nvSpPr>
        <p:spPr>
          <a:xfrm>
            <a:off x="3749100" y="1323806"/>
            <a:ext cx="1645800" cy="99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6000">
                <a:latin typeface="Arial Rounded MT Bold" panose="020F0704030504030204" pitchFamily="34" charset="0"/>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rPr dirty="0"/>
              <a:t>xx%</a:t>
            </a:r>
          </a:p>
        </p:txBody>
      </p:sp>
      <p:sp>
        <p:nvSpPr>
          <p:cNvPr id="52" name="Google Shape;52;p3"/>
          <p:cNvSpPr txBox="1">
            <a:spLocks noGrp="1"/>
          </p:cNvSpPr>
          <p:nvPr>
            <p:ph type="subTitle" idx="1"/>
          </p:nvPr>
        </p:nvSpPr>
        <p:spPr>
          <a:xfrm>
            <a:off x="3505950" y="3274850"/>
            <a:ext cx="2132100" cy="6933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1400"/>
              <a:buNone/>
              <a:defRPr sz="16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3"/>
        <p:cNvGrpSpPr/>
        <p:nvPr/>
      </p:nvGrpSpPr>
      <p:grpSpPr>
        <a:xfrm>
          <a:off x="0" y="0"/>
          <a:ext cx="0" cy="0"/>
          <a:chOff x="0" y="0"/>
          <a:chExt cx="0" cy="0"/>
        </a:xfrm>
      </p:grpSpPr>
      <p:grpSp>
        <p:nvGrpSpPr>
          <p:cNvPr id="54" name="Google Shape;54;p4"/>
          <p:cNvGrpSpPr/>
          <p:nvPr/>
        </p:nvGrpSpPr>
        <p:grpSpPr>
          <a:xfrm>
            <a:off x="-7800" y="0"/>
            <a:ext cx="9159600" cy="5143500"/>
            <a:chOff x="-7800" y="0"/>
            <a:chExt cx="9159600" cy="5143500"/>
          </a:xfrm>
        </p:grpSpPr>
        <p:grpSp>
          <p:nvGrpSpPr>
            <p:cNvPr id="55" name="Google Shape;55;p4"/>
            <p:cNvGrpSpPr/>
            <p:nvPr/>
          </p:nvGrpSpPr>
          <p:grpSpPr>
            <a:xfrm>
              <a:off x="228530" y="0"/>
              <a:ext cx="8686941" cy="5143500"/>
              <a:chOff x="0" y="0"/>
              <a:chExt cx="8686941" cy="5143500"/>
            </a:xfrm>
          </p:grpSpPr>
          <p:sp>
            <p:nvSpPr>
              <p:cNvPr id="56" name="Google Shape;56;p4"/>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 name="Google Shape;57;p4"/>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8" name="Google Shape;58;p4"/>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 name="Google Shape;59;p4"/>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0" name="Google Shape;60;p4"/>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1" name="Google Shape;61;p4"/>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 name="Google Shape;62;p4"/>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63;p4"/>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 name="Google Shape;64;p4"/>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5" name="Google Shape;65;p4"/>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66" name="Google Shape;66;p4"/>
            <p:cNvGrpSpPr/>
            <p:nvPr/>
          </p:nvGrpSpPr>
          <p:grpSpPr>
            <a:xfrm>
              <a:off x="-7800" y="0"/>
              <a:ext cx="9159600" cy="5143500"/>
              <a:chOff x="-7800" y="0"/>
              <a:chExt cx="9159600" cy="5143500"/>
            </a:xfrm>
          </p:grpSpPr>
          <p:sp>
            <p:nvSpPr>
              <p:cNvPr id="67" name="Google Shape;67;p4"/>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8" name="Google Shape;68;p4"/>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9" name="Google Shape;69;p4"/>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0" name="Google Shape;70;p4"/>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1" name="Google Shape;71;p4"/>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2" name="Google Shape;72;p4"/>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73" name="Google Shape;73;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atin typeface="Arial Rounded MT Bold" panose="020F0704030504030204" pitchFamily="34" charset="0"/>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74" name="Google Shape;74;p4"/>
          <p:cNvSpPr txBox="1">
            <a:spLocks noGrp="1"/>
          </p:cNvSpPr>
          <p:nvPr>
            <p:ph type="body" idx="1"/>
          </p:nvPr>
        </p:nvSpPr>
        <p:spPr>
          <a:xfrm>
            <a:off x="720000" y="1152475"/>
            <a:ext cx="7704000" cy="413400"/>
          </a:xfrm>
          <a:prstGeom prst="rect">
            <a:avLst/>
          </a:prstGeom>
        </p:spPr>
        <p:txBody>
          <a:bodyPr spcFirstLastPara="1" wrap="square" lIns="91425" tIns="91425" rIns="91425" bIns="91425" anchor="t" anchorCtr="0">
            <a:noAutofit/>
          </a:bodyPr>
          <a:lstStyle>
            <a:lvl1pPr marL="457200" lvl="0" indent="-342900" algn="ctr" rtl="0">
              <a:lnSpc>
                <a:spcPct val="115000"/>
              </a:lnSpc>
              <a:spcBef>
                <a:spcPts val="0"/>
              </a:spcBef>
              <a:spcAft>
                <a:spcPts val="0"/>
              </a:spcAft>
              <a:buClr>
                <a:schemeClr val="accent1"/>
              </a:buClr>
              <a:buSzPts val="1800"/>
              <a:buFont typeface="Darker Grotesque SemiBold"/>
              <a:buChar char="●"/>
              <a:defRPr sz="1200"/>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grpSp>
        <p:nvGrpSpPr>
          <p:cNvPr id="75" name="Google Shape;75;p4"/>
          <p:cNvGrpSpPr/>
          <p:nvPr/>
        </p:nvGrpSpPr>
        <p:grpSpPr>
          <a:xfrm>
            <a:off x="230675" y="4302700"/>
            <a:ext cx="801050" cy="728975"/>
            <a:chOff x="230675" y="4302700"/>
            <a:chExt cx="801050" cy="728975"/>
          </a:xfrm>
        </p:grpSpPr>
        <p:sp>
          <p:nvSpPr>
            <p:cNvPr id="76" name="Google Shape;76;p4"/>
            <p:cNvSpPr/>
            <p:nvPr/>
          </p:nvSpPr>
          <p:spPr>
            <a:xfrm flipH="1">
              <a:off x="230675" y="430270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7" name="Google Shape;77;p4"/>
            <p:cNvSpPr/>
            <p:nvPr/>
          </p:nvSpPr>
          <p:spPr>
            <a:xfrm>
              <a:off x="774130" y="4792682"/>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8"/>
        <p:cNvGrpSpPr/>
        <p:nvPr/>
      </p:nvGrpSpPr>
      <p:grpSpPr>
        <a:xfrm>
          <a:off x="0" y="0"/>
          <a:ext cx="0" cy="0"/>
          <a:chOff x="0" y="0"/>
          <a:chExt cx="0" cy="0"/>
        </a:xfrm>
      </p:grpSpPr>
      <p:grpSp>
        <p:nvGrpSpPr>
          <p:cNvPr id="79" name="Google Shape;79;p5"/>
          <p:cNvGrpSpPr/>
          <p:nvPr/>
        </p:nvGrpSpPr>
        <p:grpSpPr>
          <a:xfrm>
            <a:off x="-7800" y="0"/>
            <a:ext cx="9159600" cy="5143500"/>
            <a:chOff x="-7800" y="0"/>
            <a:chExt cx="9159600" cy="5143500"/>
          </a:xfrm>
        </p:grpSpPr>
        <p:grpSp>
          <p:nvGrpSpPr>
            <p:cNvPr id="80" name="Google Shape;80;p5"/>
            <p:cNvGrpSpPr/>
            <p:nvPr/>
          </p:nvGrpSpPr>
          <p:grpSpPr>
            <a:xfrm>
              <a:off x="228530" y="0"/>
              <a:ext cx="8686941" cy="5143500"/>
              <a:chOff x="0" y="0"/>
              <a:chExt cx="8686941" cy="5143500"/>
            </a:xfrm>
          </p:grpSpPr>
          <p:sp>
            <p:nvSpPr>
              <p:cNvPr id="81" name="Google Shape;81;p5"/>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2" name="Google Shape;82;p5"/>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3" name="Google Shape;83;p5"/>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4" name="Google Shape;84;p5"/>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5" name="Google Shape;85;p5"/>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6" name="Google Shape;86;p5"/>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7" name="Google Shape;87;p5"/>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8" name="Google Shape;88;p5"/>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 name="Google Shape;89;p5"/>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0" name="Google Shape;90;p5"/>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91" name="Google Shape;91;p5"/>
            <p:cNvGrpSpPr/>
            <p:nvPr/>
          </p:nvGrpSpPr>
          <p:grpSpPr>
            <a:xfrm>
              <a:off x="-7800" y="0"/>
              <a:ext cx="9159600" cy="5143500"/>
              <a:chOff x="-7800" y="0"/>
              <a:chExt cx="9159600" cy="5143500"/>
            </a:xfrm>
          </p:grpSpPr>
          <p:sp>
            <p:nvSpPr>
              <p:cNvPr id="92" name="Google Shape;92;p5"/>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 name="Google Shape;93;p5"/>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4" name="Google Shape;94;p5"/>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5" name="Google Shape;95;p5"/>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6" name="Google Shape;96;p5"/>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 name="Google Shape;97;p5"/>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98" name="Google Shape;98;p5"/>
          <p:cNvSpPr txBox="1">
            <a:spLocks noGrp="1"/>
          </p:cNvSpPr>
          <p:nvPr>
            <p:ph type="subTitle" idx="1"/>
          </p:nvPr>
        </p:nvSpPr>
        <p:spPr>
          <a:xfrm>
            <a:off x="1156702" y="1568750"/>
            <a:ext cx="3262800" cy="5727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Bebas Neue"/>
              <a:buNone/>
              <a:defRPr sz="2000" b="1">
                <a:latin typeface="Arial Rounded MT Bold" panose="020F0704030504030204" pitchFamily="34" charset="0"/>
                <a:ea typeface="Arial Rounded MT Bold" panose="020F0704030504030204" pitchFamily="34" charset="0"/>
                <a:cs typeface="Arial Rounded MT Bold" panose="020F0704030504030204" pitchFamily="34" charset="0"/>
                <a:sym typeface="Balsamiq Sans"/>
              </a:defRPr>
            </a:lvl1pPr>
            <a:lvl2pPr lvl="1" algn="ctr">
              <a:lnSpc>
                <a:spcPct val="115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15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15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15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15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15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15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15000"/>
              </a:lnSpc>
              <a:spcBef>
                <a:spcPts val="0"/>
              </a:spcBef>
              <a:spcAft>
                <a:spcPts val="0"/>
              </a:spcAft>
              <a:buSzPts val="2400"/>
              <a:buFont typeface="Bebas Neue"/>
              <a:buNone/>
              <a:defRPr sz="2400">
                <a:latin typeface="Bebas Neue"/>
                <a:ea typeface="Bebas Neue"/>
                <a:cs typeface="Bebas Neue"/>
                <a:sym typeface="Bebas Neue"/>
              </a:defRPr>
            </a:lvl9pPr>
          </a:lstStyle>
          <a:p>
            <a:endParaRPr dirty="0"/>
          </a:p>
        </p:txBody>
      </p:sp>
      <p:sp>
        <p:nvSpPr>
          <p:cNvPr id="99" name="Google Shape;99;p5"/>
          <p:cNvSpPr txBox="1">
            <a:spLocks noGrp="1"/>
          </p:cNvSpPr>
          <p:nvPr>
            <p:ph type="subTitle" idx="2"/>
          </p:nvPr>
        </p:nvSpPr>
        <p:spPr>
          <a:xfrm>
            <a:off x="4724498" y="1568750"/>
            <a:ext cx="3262800" cy="572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Bebas Neue"/>
              <a:buNone/>
              <a:defRPr sz="2000" b="1">
                <a:latin typeface="Arial Rounded MT Bold" panose="020F0704030504030204" pitchFamily="34" charset="0"/>
                <a:ea typeface="Arial Rounded MT Bold" panose="020F0704030504030204" pitchFamily="34" charset="0"/>
                <a:cs typeface="Arial Rounded MT Bold" panose="020F0704030504030204" pitchFamily="34" charset="0"/>
                <a:sym typeface="Balsamiq Sans"/>
              </a:defRPr>
            </a:lvl1pPr>
            <a:lvl2pPr lvl="1" algn="ctr" rtl="0">
              <a:lnSpc>
                <a:spcPct val="115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15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15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15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15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15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15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15000"/>
              </a:lnSpc>
              <a:spcBef>
                <a:spcPts val="0"/>
              </a:spcBef>
              <a:spcAft>
                <a:spcPts val="0"/>
              </a:spcAft>
              <a:buSzPts val="2400"/>
              <a:buFont typeface="Bebas Neue"/>
              <a:buNone/>
              <a:defRPr sz="2400">
                <a:latin typeface="Bebas Neue"/>
                <a:ea typeface="Bebas Neue"/>
                <a:cs typeface="Bebas Neue"/>
                <a:sym typeface="Bebas Neue"/>
              </a:defRPr>
            </a:lvl9pPr>
          </a:lstStyle>
          <a:p>
            <a:endParaRPr dirty="0"/>
          </a:p>
        </p:txBody>
      </p:sp>
      <p:sp>
        <p:nvSpPr>
          <p:cNvPr id="100" name="Google Shape;100;p5"/>
          <p:cNvSpPr txBox="1">
            <a:spLocks noGrp="1"/>
          </p:cNvSpPr>
          <p:nvPr>
            <p:ph type="subTitle" idx="3"/>
          </p:nvPr>
        </p:nvSpPr>
        <p:spPr>
          <a:xfrm>
            <a:off x="1156702" y="2065251"/>
            <a:ext cx="3262800" cy="2098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1" name="Google Shape;101;p5"/>
          <p:cNvSpPr txBox="1">
            <a:spLocks noGrp="1"/>
          </p:cNvSpPr>
          <p:nvPr>
            <p:ph type="subTitle" idx="4"/>
          </p:nvPr>
        </p:nvSpPr>
        <p:spPr>
          <a:xfrm>
            <a:off x="4724498" y="2065251"/>
            <a:ext cx="3262800" cy="2098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2" name="Google Shape;102;p5"/>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atin typeface="Arial Rounded MT Bold" panose="020F0704030504030204" pitchFamily="34" charset="0"/>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grpSp>
        <p:nvGrpSpPr>
          <p:cNvPr id="103" name="Google Shape;103;p5"/>
          <p:cNvGrpSpPr/>
          <p:nvPr/>
        </p:nvGrpSpPr>
        <p:grpSpPr>
          <a:xfrm rot="-503630">
            <a:off x="197047" y="3829905"/>
            <a:ext cx="1152886" cy="1036901"/>
            <a:chOff x="4802200" y="803328"/>
            <a:chExt cx="372250" cy="334800"/>
          </a:xfrm>
        </p:grpSpPr>
        <p:sp>
          <p:nvSpPr>
            <p:cNvPr id="104" name="Google Shape;104;p5"/>
            <p:cNvSpPr/>
            <p:nvPr/>
          </p:nvSpPr>
          <p:spPr>
            <a:xfrm>
              <a:off x="4802210" y="803513"/>
              <a:ext cx="372240" cy="334440"/>
            </a:xfrm>
            <a:custGeom>
              <a:avLst/>
              <a:gdLst/>
              <a:ahLst/>
              <a:cxnLst/>
              <a:rect l="l" t="t" r="r" b="b"/>
              <a:pathLst>
                <a:path w="1034" h="929" extrusionOk="0">
                  <a:moveTo>
                    <a:pt x="85" y="603"/>
                  </a:moveTo>
                  <a:cubicBezTo>
                    <a:pt x="84" y="605"/>
                    <a:pt x="84" y="607"/>
                    <a:pt x="84" y="609"/>
                  </a:cubicBezTo>
                  <a:lnTo>
                    <a:pt x="79" y="609"/>
                  </a:lnTo>
                  <a:cubicBezTo>
                    <a:pt x="81" y="607"/>
                    <a:pt x="83" y="605"/>
                    <a:pt x="85" y="603"/>
                  </a:cubicBezTo>
                  <a:moveTo>
                    <a:pt x="59" y="623"/>
                  </a:moveTo>
                  <a:cubicBezTo>
                    <a:pt x="50" y="653"/>
                    <a:pt x="56" y="678"/>
                    <a:pt x="70" y="697"/>
                  </a:cubicBezTo>
                  <a:cubicBezTo>
                    <a:pt x="61" y="710"/>
                    <a:pt x="61" y="725"/>
                    <a:pt x="60" y="747"/>
                  </a:cubicBezTo>
                  <a:cubicBezTo>
                    <a:pt x="60" y="777"/>
                    <a:pt x="64" y="807"/>
                    <a:pt x="74" y="836"/>
                  </a:cubicBezTo>
                  <a:cubicBezTo>
                    <a:pt x="75" y="841"/>
                    <a:pt x="77" y="847"/>
                    <a:pt x="80" y="852"/>
                  </a:cubicBezTo>
                  <a:lnTo>
                    <a:pt x="80" y="853"/>
                  </a:lnTo>
                  <a:cubicBezTo>
                    <a:pt x="81" y="854"/>
                    <a:pt x="82" y="855"/>
                    <a:pt x="82" y="856"/>
                  </a:cubicBezTo>
                  <a:cubicBezTo>
                    <a:pt x="83" y="856"/>
                    <a:pt x="83" y="856"/>
                    <a:pt x="83" y="857"/>
                  </a:cubicBezTo>
                  <a:cubicBezTo>
                    <a:pt x="84" y="857"/>
                    <a:pt x="84" y="858"/>
                    <a:pt x="85" y="859"/>
                  </a:cubicBezTo>
                  <a:cubicBezTo>
                    <a:pt x="85" y="860"/>
                    <a:pt x="86" y="860"/>
                    <a:pt x="86" y="860"/>
                  </a:cubicBezTo>
                  <a:cubicBezTo>
                    <a:pt x="87" y="861"/>
                    <a:pt x="87" y="862"/>
                    <a:pt x="88" y="862"/>
                  </a:cubicBezTo>
                  <a:cubicBezTo>
                    <a:pt x="89" y="863"/>
                    <a:pt x="90" y="864"/>
                    <a:pt x="91" y="865"/>
                  </a:cubicBezTo>
                  <a:cubicBezTo>
                    <a:pt x="94" y="867"/>
                    <a:pt x="97" y="868"/>
                    <a:pt x="100" y="870"/>
                  </a:cubicBezTo>
                  <a:cubicBezTo>
                    <a:pt x="102" y="870"/>
                    <a:pt x="104" y="871"/>
                    <a:pt x="107" y="872"/>
                  </a:cubicBezTo>
                  <a:cubicBezTo>
                    <a:pt x="108" y="872"/>
                    <a:pt x="109" y="872"/>
                    <a:pt x="110" y="873"/>
                  </a:cubicBezTo>
                  <a:cubicBezTo>
                    <a:pt x="172" y="889"/>
                    <a:pt x="231" y="907"/>
                    <a:pt x="295" y="914"/>
                  </a:cubicBezTo>
                  <a:cubicBezTo>
                    <a:pt x="310" y="916"/>
                    <a:pt x="325" y="917"/>
                    <a:pt x="340" y="918"/>
                  </a:cubicBezTo>
                  <a:cubicBezTo>
                    <a:pt x="355" y="920"/>
                    <a:pt x="369" y="921"/>
                    <a:pt x="384" y="922"/>
                  </a:cubicBezTo>
                  <a:cubicBezTo>
                    <a:pt x="414" y="925"/>
                    <a:pt x="444" y="926"/>
                    <a:pt x="473" y="928"/>
                  </a:cubicBezTo>
                  <a:cubicBezTo>
                    <a:pt x="488" y="928"/>
                    <a:pt x="503" y="929"/>
                    <a:pt x="518" y="929"/>
                  </a:cubicBezTo>
                  <a:cubicBezTo>
                    <a:pt x="533" y="929"/>
                    <a:pt x="548" y="929"/>
                    <a:pt x="563" y="929"/>
                  </a:cubicBezTo>
                  <a:cubicBezTo>
                    <a:pt x="577" y="929"/>
                    <a:pt x="592" y="928"/>
                    <a:pt x="607" y="928"/>
                  </a:cubicBezTo>
                  <a:cubicBezTo>
                    <a:pt x="622" y="927"/>
                    <a:pt x="637" y="926"/>
                    <a:pt x="652" y="925"/>
                  </a:cubicBezTo>
                  <a:cubicBezTo>
                    <a:pt x="667" y="924"/>
                    <a:pt x="681" y="923"/>
                    <a:pt x="696" y="922"/>
                  </a:cubicBezTo>
                  <a:cubicBezTo>
                    <a:pt x="711" y="920"/>
                    <a:pt x="726" y="919"/>
                    <a:pt x="740" y="917"/>
                  </a:cubicBezTo>
                  <a:cubicBezTo>
                    <a:pt x="748" y="916"/>
                    <a:pt x="755" y="915"/>
                    <a:pt x="762" y="913"/>
                  </a:cubicBezTo>
                  <a:cubicBezTo>
                    <a:pt x="784" y="910"/>
                    <a:pt x="806" y="906"/>
                    <a:pt x="828" y="902"/>
                  </a:cubicBezTo>
                  <a:cubicBezTo>
                    <a:pt x="857" y="896"/>
                    <a:pt x="889" y="890"/>
                    <a:pt x="917" y="879"/>
                  </a:cubicBezTo>
                  <a:cubicBezTo>
                    <a:pt x="923" y="877"/>
                    <a:pt x="930" y="874"/>
                    <a:pt x="937" y="872"/>
                  </a:cubicBezTo>
                  <a:cubicBezTo>
                    <a:pt x="939" y="871"/>
                    <a:pt x="940" y="871"/>
                    <a:pt x="941" y="870"/>
                  </a:cubicBezTo>
                  <a:cubicBezTo>
                    <a:pt x="951" y="866"/>
                    <a:pt x="961" y="862"/>
                    <a:pt x="969" y="856"/>
                  </a:cubicBezTo>
                  <a:cubicBezTo>
                    <a:pt x="971" y="855"/>
                    <a:pt x="972" y="853"/>
                    <a:pt x="974" y="851"/>
                  </a:cubicBezTo>
                  <a:cubicBezTo>
                    <a:pt x="975" y="850"/>
                    <a:pt x="977" y="848"/>
                    <a:pt x="978" y="846"/>
                  </a:cubicBezTo>
                  <a:cubicBezTo>
                    <a:pt x="978" y="846"/>
                    <a:pt x="978" y="845"/>
                    <a:pt x="979" y="845"/>
                  </a:cubicBezTo>
                  <a:cubicBezTo>
                    <a:pt x="980" y="843"/>
                    <a:pt x="981" y="841"/>
                    <a:pt x="982" y="839"/>
                  </a:cubicBezTo>
                  <a:cubicBezTo>
                    <a:pt x="982" y="838"/>
                    <a:pt x="982" y="838"/>
                    <a:pt x="982" y="837"/>
                  </a:cubicBezTo>
                  <a:cubicBezTo>
                    <a:pt x="983" y="835"/>
                    <a:pt x="984" y="833"/>
                    <a:pt x="984" y="831"/>
                  </a:cubicBezTo>
                  <a:cubicBezTo>
                    <a:pt x="984" y="830"/>
                    <a:pt x="984" y="830"/>
                    <a:pt x="984" y="830"/>
                  </a:cubicBezTo>
                  <a:cubicBezTo>
                    <a:pt x="985" y="827"/>
                    <a:pt x="986" y="825"/>
                    <a:pt x="986" y="822"/>
                  </a:cubicBezTo>
                  <a:cubicBezTo>
                    <a:pt x="986" y="822"/>
                    <a:pt x="986" y="821"/>
                    <a:pt x="986" y="820"/>
                  </a:cubicBezTo>
                  <a:cubicBezTo>
                    <a:pt x="987" y="818"/>
                    <a:pt x="987" y="815"/>
                    <a:pt x="987" y="813"/>
                  </a:cubicBezTo>
                  <a:cubicBezTo>
                    <a:pt x="987" y="812"/>
                    <a:pt x="987" y="812"/>
                    <a:pt x="987" y="811"/>
                  </a:cubicBezTo>
                  <a:cubicBezTo>
                    <a:pt x="988" y="809"/>
                    <a:pt x="988" y="807"/>
                    <a:pt x="988" y="804"/>
                  </a:cubicBezTo>
                  <a:cubicBezTo>
                    <a:pt x="988" y="804"/>
                    <a:pt x="988" y="803"/>
                    <a:pt x="988" y="802"/>
                  </a:cubicBezTo>
                  <a:cubicBezTo>
                    <a:pt x="988" y="800"/>
                    <a:pt x="988" y="797"/>
                    <a:pt x="988" y="795"/>
                  </a:cubicBezTo>
                  <a:cubicBezTo>
                    <a:pt x="988" y="794"/>
                    <a:pt x="988" y="793"/>
                    <a:pt x="988" y="793"/>
                  </a:cubicBezTo>
                  <a:cubicBezTo>
                    <a:pt x="988" y="790"/>
                    <a:pt x="989" y="788"/>
                    <a:pt x="989" y="786"/>
                  </a:cubicBezTo>
                  <a:lnTo>
                    <a:pt x="989" y="785"/>
                  </a:lnTo>
                  <a:lnTo>
                    <a:pt x="989" y="785"/>
                  </a:lnTo>
                  <a:cubicBezTo>
                    <a:pt x="989" y="780"/>
                    <a:pt x="989" y="775"/>
                    <a:pt x="989" y="771"/>
                  </a:cubicBezTo>
                  <a:cubicBezTo>
                    <a:pt x="989" y="740"/>
                    <a:pt x="984" y="714"/>
                    <a:pt x="976" y="687"/>
                  </a:cubicBezTo>
                  <a:cubicBezTo>
                    <a:pt x="981" y="676"/>
                    <a:pt x="984" y="664"/>
                    <a:pt x="984" y="650"/>
                  </a:cubicBezTo>
                  <a:cubicBezTo>
                    <a:pt x="985" y="650"/>
                    <a:pt x="986" y="650"/>
                    <a:pt x="987" y="649"/>
                  </a:cubicBezTo>
                  <a:cubicBezTo>
                    <a:pt x="1003" y="644"/>
                    <a:pt x="1013" y="625"/>
                    <a:pt x="1012" y="608"/>
                  </a:cubicBezTo>
                  <a:cubicBezTo>
                    <a:pt x="1011" y="591"/>
                    <a:pt x="999" y="575"/>
                    <a:pt x="984" y="567"/>
                  </a:cubicBezTo>
                  <a:cubicBezTo>
                    <a:pt x="999" y="569"/>
                    <a:pt x="1016" y="571"/>
                    <a:pt x="1026" y="559"/>
                  </a:cubicBezTo>
                  <a:cubicBezTo>
                    <a:pt x="1050" y="533"/>
                    <a:pt x="1017" y="508"/>
                    <a:pt x="993" y="503"/>
                  </a:cubicBezTo>
                  <a:cubicBezTo>
                    <a:pt x="996" y="502"/>
                    <a:pt x="998" y="500"/>
                    <a:pt x="1001" y="499"/>
                  </a:cubicBezTo>
                  <a:cubicBezTo>
                    <a:pt x="1006" y="496"/>
                    <a:pt x="1011" y="494"/>
                    <a:pt x="1015" y="489"/>
                  </a:cubicBezTo>
                  <a:cubicBezTo>
                    <a:pt x="1022" y="479"/>
                    <a:pt x="1018" y="465"/>
                    <a:pt x="1009" y="457"/>
                  </a:cubicBezTo>
                  <a:cubicBezTo>
                    <a:pt x="1001" y="449"/>
                    <a:pt x="991" y="446"/>
                    <a:pt x="980" y="442"/>
                  </a:cubicBezTo>
                  <a:cubicBezTo>
                    <a:pt x="980" y="434"/>
                    <a:pt x="980" y="426"/>
                    <a:pt x="978" y="418"/>
                  </a:cubicBezTo>
                  <a:cubicBezTo>
                    <a:pt x="980" y="417"/>
                    <a:pt x="982" y="416"/>
                    <a:pt x="984" y="415"/>
                  </a:cubicBezTo>
                  <a:cubicBezTo>
                    <a:pt x="986" y="413"/>
                    <a:pt x="989" y="412"/>
                    <a:pt x="990" y="410"/>
                  </a:cubicBezTo>
                  <a:cubicBezTo>
                    <a:pt x="992" y="407"/>
                    <a:pt x="992" y="405"/>
                    <a:pt x="993" y="402"/>
                  </a:cubicBezTo>
                  <a:cubicBezTo>
                    <a:pt x="993" y="401"/>
                    <a:pt x="993" y="400"/>
                    <a:pt x="993" y="399"/>
                  </a:cubicBezTo>
                  <a:cubicBezTo>
                    <a:pt x="993" y="395"/>
                    <a:pt x="994" y="391"/>
                    <a:pt x="994" y="387"/>
                  </a:cubicBezTo>
                  <a:cubicBezTo>
                    <a:pt x="997" y="312"/>
                    <a:pt x="947" y="225"/>
                    <a:pt x="905" y="167"/>
                  </a:cubicBezTo>
                  <a:cubicBezTo>
                    <a:pt x="895" y="153"/>
                    <a:pt x="885" y="140"/>
                    <a:pt x="873" y="128"/>
                  </a:cubicBezTo>
                  <a:cubicBezTo>
                    <a:pt x="722" y="-32"/>
                    <a:pt x="445" y="-30"/>
                    <a:pt x="259" y="63"/>
                  </a:cubicBezTo>
                  <a:cubicBezTo>
                    <a:pt x="170" y="106"/>
                    <a:pt x="113" y="189"/>
                    <a:pt x="74" y="277"/>
                  </a:cubicBezTo>
                  <a:cubicBezTo>
                    <a:pt x="55" y="318"/>
                    <a:pt x="44" y="359"/>
                    <a:pt x="39" y="404"/>
                  </a:cubicBezTo>
                  <a:cubicBezTo>
                    <a:pt x="38" y="408"/>
                    <a:pt x="38" y="411"/>
                    <a:pt x="39" y="415"/>
                  </a:cubicBezTo>
                  <a:cubicBezTo>
                    <a:pt x="40" y="418"/>
                    <a:pt x="42" y="421"/>
                    <a:pt x="44" y="423"/>
                  </a:cubicBezTo>
                  <a:cubicBezTo>
                    <a:pt x="47" y="425"/>
                    <a:pt x="50" y="427"/>
                    <a:pt x="52" y="429"/>
                  </a:cubicBezTo>
                  <a:cubicBezTo>
                    <a:pt x="54" y="430"/>
                    <a:pt x="55" y="430"/>
                    <a:pt x="56" y="431"/>
                  </a:cubicBezTo>
                  <a:cubicBezTo>
                    <a:pt x="51" y="446"/>
                    <a:pt x="49" y="462"/>
                    <a:pt x="50" y="478"/>
                  </a:cubicBezTo>
                  <a:lnTo>
                    <a:pt x="44" y="478"/>
                  </a:lnTo>
                  <a:cubicBezTo>
                    <a:pt x="31" y="478"/>
                    <a:pt x="18" y="483"/>
                    <a:pt x="9" y="492"/>
                  </a:cubicBezTo>
                  <a:cubicBezTo>
                    <a:pt x="0" y="501"/>
                    <a:pt x="-3" y="516"/>
                    <a:pt x="3" y="528"/>
                  </a:cubicBezTo>
                  <a:cubicBezTo>
                    <a:pt x="9" y="539"/>
                    <a:pt x="24" y="545"/>
                    <a:pt x="35" y="539"/>
                  </a:cubicBezTo>
                  <a:cubicBezTo>
                    <a:pt x="25" y="553"/>
                    <a:pt x="15" y="569"/>
                    <a:pt x="14" y="586"/>
                  </a:cubicBezTo>
                  <a:cubicBezTo>
                    <a:pt x="13" y="604"/>
                    <a:pt x="24" y="623"/>
                    <a:pt x="41" y="626"/>
                  </a:cubicBezTo>
                  <a:cubicBezTo>
                    <a:pt x="47" y="626"/>
                    <a:pt x="53" y="625"/>
                    <a:pt x="59" y="623"/>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grpSp>
          <p:nvGrpSpPr>
            <p:cNvPr id="105" name="Google Shape;105;p5"/>
            <p:cNvGrpSpPr/>
            <p:nvPr/>
          </p:nvGrpSpPr>
          <p:grpSpPr>
            <a:xfrm>
              <a:off x="4802200" y="803328"/>
              <a:ext cx="372240" cy="334800"/>
              <a:chOff x="5242850" y="825115"/>
              <a:chExt cx="372240" cy="334800"/>
            </a:xfrm>
          </p:grpSpPr>
          <p:sp>
            <p:nvSpPr>
              <p:cNvPr id="106" name="Google Shape;106;p5"/>
              <p:cNvSpPr/>
              <p:nvPr/>
            </p:nvSpPr>
            <p:spPr>
              <a:xfrm>
                <a:off x="5264450" y="1061995"/>
                <a:ext cx="334440" cy="97920"/>
              </a:xfrm>
              <a:custGeom>
                <a:avLst/>
                <a:gdLst/>
                <a:ahLst/>
                <a:cxnLst/>
                <a:rect l="l" t="t" r="r" b="b"/>
                <a:pathLst>
                  <a:path w="929" h="272" extrusionOk="0">
                    <a:moveTo>
                      <a:pt x="33" y="20"/>
                    </a:moveTo>
                    <a:cubicBezTo>
                      <a:pt x="2" y="38"/>
                      <a:pt x="1" y="56"/>
                      <a:pt x="0" y="89"/>
                    </a:cubicBezTo>
                    <a:cubicBezTo>
                      <a:pt x="0" y="119"/>
                      <a:pt x="4" y="150"/>
                      <a:pt x="14" y="179"/>
                    </a:cubicBezTo>
                    <a:cubicBezTo>
                      <a:pt x="17" y="189"/>
                      <a:pt x="22" y="201"/>
                      <a:pt x="31" y="207"/>
                    </a:cubicBezTo>
                    <a:cubicBezTo>
                      <a:pt x="37" y="211"/>
                      <a:pt x="44" y="213"/>
                      <a:pt x="50" y="215"/>
                    </a:cubicBezTo>
                    <a:cubicBezTo>
                      <a:pt x="112" y="231"/>
                      <a:pt x="171" y="249"/>
                      <a:pt x="235" y="256"/>
                    </a:cubicBezTo>
                    <a:cubicBezTo>
                      <a:pt x="354" y="270"/>
                      <a:pt x="473" y="276"/>
                      <a:pt x="592" y="268"/>
                    </a:cubicBezTo>
                    <a:cubicBezTo>
                      <a:pt x="651" y="264"/>
                      <a:pt x="710" y="256"/>
                      <a:pt x="768" y="244"/>
                    </a:cubicBezTo>
                    <a:cubicBezTo>
                      <a:pt x="797" y="238"/>
                      <a:pt x="829" y="233"/>
                      <a:pt x="857" y="222"/>
                    </a:cubicBezTo>
                    <a:cubicBezTo>
                      <a:pt x="874" y="215"/>
                      <a:pt x="901" y="208"/>
                      <a:pt x="914" y="194"/>
                    </a:cubicBezTo>
                    <a:cubicBezTo>
                      <a:pt x="930" y="176"/>
                      <a:pt x="928" y="136"/>
                      <a:pt x="929" y="114"/>
                    </a:cubicBezTo>
                    <a:cubicBezTo>
                      <a:pt x="930" y="72"/>
                      <a:pt x="920" y="39"/>
                      <a:pt x="907" y="0"/>
                    </a:cubicBezTo>
                    <a:lnTo>
                      <a:pt x="33" y="2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07" name="Google Shape;107;p5"/>
              <p:cNvSpPr/>
              <p:nvPr/>
            </p:nvSpPr>
            <p:spPr>
              <a:xfrm>
                <a:off x="5262650" y="1044355"/>
                <a:ext cx="334080" cy="68040"/>
              </a:xfrm>
              <a:custGeom>
                <a:avLst/>
                <a:gdLst/>
                <a:ahLst/>
                <a:cxnLst/>
                <a:rect l="l" t="t" r="r" b="b"/>
                <a:pathLst>
                  <a:path w="928" h="189" extrusionOk="0">
                    <a:moveTo>
                      <a:pt x="8" y="0"/>
                    </a:moveTo>
                    <a:cubicBezTo>
                      <a:pt x="-28" y="94"/>
                      <a:pt x="60" y="134"/>
                      <a:pt x="135" y="152"/>
                    </a:cubicBezTo>
                    <a:cubicBezTo>
                      <a:pt x="237" y="177"/>
                      <a:pt x="344" y="185"/>
                      <a:pt x="450" y="188"/>
                    </a:cubicBezTo>
                    <a:cubicBezTo>
                      <a:pt x="548" y="189"/>
                      <a:pt x="647" y="185"/>
                      <a:pt x="743" y="166"/>
                    </a:cubicBezTo>
                    <a:cubicBezTo>
                      <a:pt x="823" y="151"/>
                      <a:pt x="965" y="119"/>
                      <a:pt x="920" y="2"/>
                    </a:cubicBezTo>
                    <a:lnTo>
                      <a:pt x="8" y="0"/>
                    </a:lnTo>
                    <a:close/>
                  </a:path>
                </a:pathLst>
              </a:custGeom>
              <a:solidFill>
                <a:schemeClr val="accent2"/>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08" name="Google Shape;108;p5"/>
              <p:cNvSpPr/>
              <p:nvPr/>
            </p:nvSpPr>
            <p:spPr>
              <a:xfrm>
                <a:off x="5242850" y="984235"/>
                <a:ext cx="372240" cy="106560"/>
              </a:xfrm>
              <a:custGeom>
                <a:avLst/>
                <a:gdLst/>
                <a:ahLst/>
                <a:cxnLst/>
                <a:rect l="l" t="t" r="r" b="b"/>
                <a:pathLst>
                  <a:path w="1034" h="296" extrusionOk="0">
                    <a:moveTo>
                      <a:pt x="44" y="37"/>
                    </a:moveTo>
                    <a:cubicBezTo>
                      <a:pt x="31" y="37"/>
                      <a:pt x="18" y="41"/>
                      <a:pt x="9" y="51"/>
                    </a:cubicBezTo>
                    <a:cubicBezTo>
                      <a:pt x="0" y="60"/>
                      <a:pt x="-3" y="75"/>
                      <a:pt x="3" y="86"/>
                    </a:cubicBezTo>
                    <a:cubicBezTo>
                      <a:pt x="9" y="98"/>
                      <a:pt x="24" y="104"/>
                      <a:pt x="35" y="98"/>
                    </a:cubicBezTo>
                    <a:cubicBezTo>
                      <a:pt x="25" y="112"/>
                      <a:pt x="15" y="127"/>
                      <a:pt x="14" y="145"/>
                    </a:cubicBezTo>
                    <a:cubicBezTo>
                      <a:pt x="13" y="162"/>
                      <a:pt x="24" y="181"/>
                      <a:pt x="41" y="184"/>
                    </a:cubicBezTo>
                    <a:cubicBezTo>
                      <a:pt x="58" y="187"/>
                      <a:pt x="73" y="174"/>
                      <a:pt x="85" y="162"/>
                    </a:cubicBezTo>
                    <a:cubicBezTo>
                      <a:pt x="81" y="177"/>
                      <a:pt x="78" y="193"/>
                      <a:pt x="80" y="209"/>
                    </a:cubicBezTo>
                    <a:cubicBezTo>
                      <a:pt x="83" y="225"/>
                      <a:pt x="93" y="241"/>
                      <a:pt x="109" y="245"/>
                    </a:cubicBezTo>
                    <a:cubicBezTo>
                      <a:pt x="142" y="253"/>
                      <a:pt x="162" y="219"/>
                      <a:pt x="171" y="193"/>
                    </a:cubicBezTo>
                    <a:cubicBezTo>
                      <a:pt x="171" y="208"/>
                      <a:pt x="171" y="223"/>
                      <a:pt x="176" y="237"/>
                    </a:cubicBezTo>
                    <a:cubicBezTo>
                      <a:pt x="181" y="250"/>
                      <a:pt x="192" y="263"/>
                      <a:pt x="206" y="266"/>
                    </a:cubicBezTo>
                    <a:cubicBezTo>
                      <a:pt x="222" y="269"/>
                      <a:pt x="238" y="259"/>
                      <a:pt x="247" y="246"/>
                    </a:cubicBezTo>
                    <a:cubicBezTo>
                      <a:pt x="256" y="234"/>
                      <a:pt x="260" y="218"/>
                      <a:pt x="264" y="202"/>
                    </a:cubicBezTo>
                    <a:cubicBezTo>
                      <a:pt x="263" y="222"/>
                      <a:pt x="262" y="244"/>
                      <a:pt x="274" y="260"/>
                    </a:cubicBezTo>
                    <a:cubicBezTo>
                      <a:pt x="289" y="279"/>
                      <a:pt x="318" y="283"/>
                      <a:pt x="339" y="271"/>
                    </a:cubicBezTo>
                    <a:cubicBezTo>
                      <a:pt x="359" y="259"/>
                      <a:pt x="370" y="234"/>
                      <a:pt x="370" y="210"/>
                    </a:cubicBezTo>
                    <a:cubicBezTo>
                      <a:pt x="368" y="234"/>
                      <a:pt x="376" y="258"/>
                      <a:pt x="392" y="276"/>
                    </a:cubicBezTo>
                    <a:cubicBezTo>
                      <a:pt x="400" y="285"/>
                      <a:pt x="410" y="292"/>
                      <a:pt x="422" y="294"/>
                    </a:cubicBezTo>
                    <a:cubicBezTo>
                      <a:pt x="438" y="296"/>
                      <a:pt x="453" y="286"/>
                      <a:pt x="462" y="274"/>
                    </a:cubicBezTo>
                    <a:cubicBezTo>
                      <a:pt x="470" y="261"/>
                      <a:pt x="474" y="245"/>
                      <a:pt x="476" y="230"/>
                    </a:cubicBezTo>
                    <a:cubicBezTo>
                      <a:pt x="471" y="262"/>
                      <a:pt x="499" y="296"/>
                      <a:pt x="532" y="296"/>
                    </a:cubicBezTo>
                    <a:cubicBezTo>
                      <a:pt x="565" y="297"/>
                      <a:pt x="594" y="264"/>
                      <a:pt x="590" y="232"/>
                    </a:cubicBezTo>
                    <a:cubicBezTo>
                      <a:pt x="590" y="254"/>
                      <a:pt x="601" y="276"/>
                      <a:pt x="620" y="288"/>
                    </a:cubicBezTo>
                    <a:cubicBezTo>
                      <a:pt x="661" y="313"/>
                      <a:pt x="689" y="264"/>
                      <a:pt x="693" y="228"/>
                    </a:cubicBezTo>
                    <a:cubicBezTo>
                      <a:pt x="692" y="234"/>
                      <a:pt x="709" y="257"/>
                      <a:pt x="714" y="262"/>
                    </a:cubicBezTo>
                    <a:cubicBezTo>
                      <a:pt x="728" y="277"/>
                      <a:pt x="744" y="280"/>
                      <a:pt x="764" y="277"/>
                    </a:cubicBezTo>
                    <a:cubicBezTo>
                      <a:pt x="806" y="271"/>
                      <a:pt x="799" y="244"/>
                      <a:pt x="802" y="209"/>
                    </a:cubicBezTo>
                    <a:cubicBezTo>
                      <a:pt x="812" y="226"/>
                      <a:pt x="825" y="243"/>
                      <a:pt x="846" y="249"/>
                    </a:cubicBezTo>
                    <a:cubicBezTo>
                      <a:pt x="902" y="266"/>
                      <a:pt x="912" y="207"/>
                      <a:pt x="909" y="165"/>
                    </a:cubicBezTo>
                    <a:cubicBezTo>
                      <a:pt x="913" y="180"/>
                      <a:pt x="926" y="191"/>
                      <a:pt x="939" y="198"/>
                    </a:cubicBezTo>
                    <a:cubicBezTo>
                      <a:pt x="953" y="207"/>
                      <a:pt x="971" y="213"/>
                      <a:pt x="986" y="208"/>
                    </a:cubicBezTo>
                    <a:cubicBezTo>
                      <a:pt x="1003" y="202"/>
                      <a:pt x="1013" y="184"/>
                      <a:pt x="1012" y="167"/>
                    </a:cubicBezTo>
                    <a:cubicBezTo>
                      <a:pt x="1011" y="149"/>
                      <a:pt x="999" y="134"/>
                      <a:pt x="983" y="126"/>
                    </a:cubicBezTo>
                    <a:cubicBezTo>
                      <a:pt x="998" y="128"/>
                      <a:pt x="1016" y="130"/>
                      <a:pt x="1026" y="118"/>
                    </a:cubicBezTo>
                    <a:cubicBezTo>
                      <a:pt x="1050" y="91"/>
                      <a:pt x="1017" y="66"/>
                      <a:pt x="993" y="62"/>
                    </a:cubicBezTo>
                    <a:cubicBezTo>
                      <a:pt x="995" y="60"/>
                      <a:pt x="998" y="59"/>
                      <a:pt x="1001" y="58"/>
                    </a:cubicBezTo>
                    <a:cubicBezTo>
                      <a:pt x="1006" y="55"/>
                      <a:pt x="1011" y="52"/>
                      <a:pt x="1015" y="48"/>
                    </a:cubicBezTo>
                    <a:cubicBezTo>
                      <a:pt x="1022" y="38"/>
                      <a:pt x="1018" y="24"/>
                      <a:pt x="1009" y="15"/>
                    </a:cubicBezTo>
                    <a:cubicBezTo>
                      <a:pt x="1001" y="7"/>
                      <a:pt x="989" y="4"/>
                      <a:pt x="977" y="0"/>
                    </a:cubicBezTo>
                    <a:lnTo>
                      <a:pt x="44" y="37"/>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09" name="Google Shape;109;p5"/>
              <p:cNvSpPr/>
              <p:nvPr/>
            </p:nvSpPr>
            <p:spPr>
              <a:xfrm>
                <a:off x="5260850" y="964795"/>
                <a:ext cx="334800" cy="86760"/>
              </a:xfrm>
              <a:custGeom>
                <a:avLst/>
                <a:gdLst/>
                <a:ahLst/>
                <a:cxnLst/>
                <a:rect l="l" t="t" r="r" b="b"/>
                <a:pathLst>
                  <a:path w="930" h="241" extrusionOk="0">
                    <a:moveTo>
                      <a:pt x="13" y="29"/>
                    </a:moveTo>
                    <a:cubicBezTo>
                      <a:pt x="-7" y="64"/>
                      <a:pt x="-4" y="110"/>
                      <a:pt x="20" y="143"/>
                    </a:cubicBezTo>
                    <a:cubicBezTo>
                      <a:pt x="37" y="166"/>
                      <a:pt x="63" y="181"/>
                      <a:pt x="90" y="192"/>
                    </a:cubicBezTo>
                    <a:cubicBezTo>
                      <a:pt x="141" y="212"/>
                      <a:pt x="197" y="218"/>
                      <a:pt x="252" y="224"/>
                    </a:cubicBezTo>
                    <a:cubicBezTo>
                      <a:pt x="341" y="233"/>
                      <a:pt x="431" y="242"/>
                      <a:pt x="521" y="241"/>
                    </a:cubicBezTo>
                    <a:cubicBezTo>
                      <a:pt x="602" y="240"/>
                      <a:pt x="684" y="233"/>
                      <a:pt x="761" y="211"/>
                    </a:cubicBezTo>
                    <a:cubicBezTo>
                      <a:pt x="822" y="194"/>
                      <a:pt x="904" y="181"/>
                      <a:pt x="925" y="110"/>
                    </a:cubicBezTo>
                    <a:cubicBezTo>
                      <a:pt x="928" y="103"/>
                      <a:pt x="928" y="96"/>
                      <a:pt x="929" y="88"/>
                    </a:cubicBezTo>
                    <a:cubicBezTo>
                      <a:pt x="932" y="58"/>
                      <a:pt x="931" y="28"/>
                      <a:pt x="920" y="0"/>
                    </a:cubicBezTo>
                    <a:lnTo>
                      <a:pt x="13" y="29"/>
                    </a:lnTo>
                    <a:close/>
                  </a:path>
                </a:pathLst>
              </a:custGeom>
              <a:solidFill>
                <a:schemeClr val="dk1"/>
              </a:solidFill>
              <a:ln>
                <a:noFill/>
              </a:ln>
            </p:spPr>
            <p:txBody>
              <a:bodyPr spcFirstLastPara="1" wrap="square" lIns="90000" tIns="41750" rIns="90000" bIns="417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0" name="Google Shape;110;p5"/>
              <p:cNvSpPr/>
              <p:nvPr/>
            </p:nvSpPr>
            <p:spPr>
              <a:xfrm>
                <a:off x="5270210" y="973075"/>
                <a:ext cx="302040" cy="84960"/>
              </a:xfrm>
              <a:custGeom>
                <a:avLst/>
                <a:gdLst/>
                <a:ahLst/>
                <a:cxnLst/>
                <a:rect l="l" t="t" r="r" b="b"/>
                <a:pathLst>
                  <a:path w="839" h="236" extrusionOk="0">
                    <a:moveTo>
                      <a:pt x="0" y="14"/>
                    </a:moveTo>
                    <a:cubicBezTo>
                      <a:pt x="16" y="52"/>
                      <a:pt x="51" y="80"/>
                      <a:pt x="88" y="99"/>
                    </a:cubicBezTo>
                    <a:cubicBezTo>
                      <a:pt x="170" y="141"/>
                      <a:pt x="268" y="148"/>
                      <a:pt x="359" y="131"/>
                    </a:cubicBezTo>
                    <a:cubicBezTo>
                      <a:pt x="364" y="130"/>
                      <a:pt x="370" y="129"/>
                      <a:pt x="376" y="130"/>
                    </a:cubicBezTo>
                    <a:cubicBezTo>
                      <a:pt x="384" y="132"/>
                      <a:pt x="389" y="139"/>
                      <a:pt x="394" y="144"/>
                    </a:cubicBezTo>
                    <a:cubicBezTo>
                      <a:pt x="420" y="172"/>
                      <a:pt x="448" y="199"/>
                      <a:pt x="481" y="216"/>
                    </a:cubicBezTo>
                    <a:cubicBezTo>
                      <a:pt x="514" y="234"/>
                      <a:pt x="554" y="241"/>
                      <a:pt x="590" y="230"/>
                    </a:cubicBezTo>
                    <a:cubicBezTo>
                      <a:pt x="627" y="219"/>
                      <a:pt x="657" y="186"/>
                      <a:pt x="659" y="149"/>
                    </a:cubicBezTo>
                    <a:cubicBezTo>
                      <a:pt x="702" y="172"/>
                      <a:pt x="760" y="166"/>
                      <a:pt x="797" y="134"/>
                    </a:cubicBezTo>
                    <a:cubicBezTo>
                      <a:pt x="835" y="102"/>
                      <a:pt x="849" y="46"/>
                      <a:pt x="833" y="0"/>
                    </a:cubicBezTo>
                    <a:lnTo>
                      <a:pt x="0" y="14"/>
                    </a:lnTo>
                    <a:close/>
                  </a:path>
                </a:pathLst>
              </a:custGeom>
              <a:solidFill>
                <a:schemeClr val="lt1"/>
              </a:solidFill>
              <a:ln>
                <a:noFill/>
              </a:ln>
            </p:spPr>
            <p:txBody>
              <a:bodyPr spcFirstLastPara="1" wrap="square" lIns="90000" tIns="39950" rIns="90000" bIns="399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1" name="Google Shape;111;p5"/>
              <p:cNvSpPr/>
              <p:nvPr/>
            </p:nvSpPr>
            <p:spPr>
              <a:xfrm>
                <a:off x="5256530" y="825115"/>
                <a:ext cx="344160" cy="181800"/>
              </a:xfrm>
              <a:custGeom>
                <a:avLst/>
                <a:gdLst/>
                <a:ahLst/>
                <a:cxnLst/>
                <a:rect l="l" t="t" r="r" b="b"/>
                <a:pathLst>
                  <a:path w="956" h="505" extrusionOk="0">
                    <a:moveTo>
                      <a:pt x="867" y="168"/>
                    </a:moveTo>
                    <a:cubicBezTo>
                      <a:pt x="912" y="230"/>
                      <a:pt x="965" y="324"/>
                      <a:pt x="955" y="403"/>
                    </a:cubicBezTo>
                    <a:cubicBezTo>
                      <a:pt x="954" y="405"/>
                      <a:pt x="954" y="408"/>
                      <a:pt x="952" y="410"/>
                    </a:cubicBezTo>
                    <a:cubicBezTo>
                      <a:pt x="951" y="412"/>
                      <a:pt x="948" y="414"/>
                      <a:pt x="946" y="415"/>
                    </a:cubicBezTo>
                    <a:cubicBezTo>
                      <a:pt x="894" y="443"/>
                      <a:pt x="840" y="468"/>
                      <a:pt x="783" y="481"/>
                    </a:cubicBezTo>
                    <a:cubicBezTo>
                      <a:pt x="721" y="494"/>
                      <a:pt x="658" y="498"/>
                      <a:pt x="595" y="502"/>
                    </a:cubicBezTo>
                    <a:cubicBezTo>
                      <a:pt x="486" y="508"/>
                      <a:pt x="376" y="505"/>
                      <a:pt x="267" y="493"/>
                    </a:cubicBezTo>
                    <a:cubicBezTo>
                      <a:pt x="181" y="484"/>
                      <a:pt x="90" y="475"/>
                      <a:pt x="14" y="429"/>
                    </a:cubicBezTo>
                    <a:cubicBezTo>
                      <a:pt x="9" y="426"/>
                      <a:pt x="3" y="422"/>
                      <a:pt x="1" y="416"/>
                    </a:cubicBezTo>
                    <a:cubicBezTo>
                      <a:pt x="0" y="412"/>
                      <a:pt x="0" y="408"/>
                      <a:pt x="1" y="404"/>
                    </a:cubicBezTo>
                    <a:cubicBezTo>
                      <a:pt x="5" y="360"/>
                      <a:pt x="17" y="319"/>
                      <a:pt x="36" y="278"/>
                    </a:cubicBezTo>
                    <a:cubicBezTo>
                      <a:pt x="75" y="190"/>
                      <a:pt x="132" y="107"/>
                      <a:pt x="221" y="63"/>
                    </a:cubicBezTo>
                    <a:cubicBezTo>
                      <a:pt x="407" y="-29"/>
                      <a:pt x="684" y="-32"/>
                      <a:pt x="835" y="129"/>
                    </a:cubicBezTo>
                    <a:cubicBezTo>
                      <a:pt x="847" y="141"/>
                      <a:pt x="857" y="154"/>
                      <a:pt x="867" y="168"/>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2" name="Google Shape;112;p5"/>
              <p:cNvSpPr/>
              <p:nvPr/>
            </p:nvSpPr>
            <p:spPr>
              <a:xfrm>
                <a:off x="5374610" y="897475"/>
                <a:ext cx="20160" cy="20880"/>
              </a:xfrm>
              <a:custGeom>
                <a:avLst/>
                <a:gdLst/>
                <a:ahLst/>
                <a:cxnLst/>
                <a:rect l="l" t="t" r="r" b="b"/>
                <a:pathLst>
                  <a:path w="56" h="58" extrusionOk="0">
                    <a:moveTo>
                      <a:pt x="28" y="58"/>
                    </a:moveTo>
                    <a:cubicBezTo>
                      <a:pt x="66" y="58"/>
                      <a:pt x="66" y="0"/>
                      <a:pt x="28" y="0"/>
                    </a:cubicBezTo>
                    <a:cubicBezTo>
                      <a:pt x="-9" y="0"/>
                      <a:pt x="-9" y="58"/>
                      <a:pt x="28" y="5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3" name="Google Shape;113;p5"/>
              <p:cNvSpPr/>
              <p:nvPr/>
            </p:nvSpPr>
            <p:spPr>
              <a:xfrm>
                <a:off x="5462090" y="897475"/>
                <a:ext cx="20160" cy="20880"/>
              </a:xfrm>
              <a:custGeom>
                <a:avLst/>
                <a:gdLst/>
                <a:ahLst/>
                <a:cxnLst/>
                <a:rect l="l" t="t" r="r" b="b"/>
                <a:pathLst>
                  <a:path w="56" h="58" extrusionOk="0">
                    <a:moveTo>
                      <a:pt x="28" y="58"/>
                    </a:moveTo>
                    <a:cubicBezTo>
                      <a:pt x="65" y="58"/>
                      <a:pt x="65" y="0"/>
                      <a:pt x="28" y="0"/>
                    </a:cubicBezTo>
                    <a:cubicBezTo>
                      <a:pt x="-9" y="0"/>
                      <a:pt x="-9" y="58"/>
                      <a:pt x="28" y="5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4" name="Google Shape;114;p5"/>
              <p:cNvSpPr/>
              <p:nvPr/>
            </p:nvSpPr>
            <p:spPr>
              <a:xfrm>
                <a:off x="5404130" y="911155"/>
                <a:ext cx="50400" cy="30240"/>
              </a:xfrm>
              <a:custGeom>
                <a:avLst/>
                <a:gdLst/>
                <a:ahLst/>
                <a:cxnLst/>
                <a:rect l="l" t="t" r="r" b="b"/>
                <a:pathLst>
                  <a:path w="140" h="84" extrusionOk="0">
                    <a:moveTo>
                      <a:pt x="0" y="0"/>
                    </a:moveTo>
                    <a:cubicBezTo>
                      <a:pt x="0" y="2"/>
                      <a:pt x="0" y="4"/>
                      <a:pt x="0" y="5"/>
                    </a:cubicBezTo>
                    <a:cubicBezTo>
                      <a:pt x="0" y="49"/>
                      <a:pt x="32" y="84"/>
                      <a:pt x="70" y="84"/>
                    </a:cubicBezTo>
                    <a:cubicBezTo>
                      <a:pt x="109" y="84"/>
                      <a:pt x="140" y="49"/>
                      <a:pt x="140" y="5"/>
                    </a:cubicBezTo>
                    <a:cubicBezTo>
                      <a:pt x="140" y="4"/>
                      <a:pt x="140" y="2"/>
                      <a:pt x="140" y="0"/>
                    </a:cubicBez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5" name="Google Shape;115;p5"/>
              <p:cNvSpPr/>
              <p:nvPr/>
            </p:nvSpPr>
            <p:spPr>
              <a:xfrm>
                <a:off x="5412050" y="925555"/>
                <a:ext cx="37080" cy="15840"/>
              </a:xfrm>
              <a:custGeom>
                <a:avLst/>
                <a:gdLst/>
                <a:ahLst/>
                <a:cxnLst/>
                <a:rect l="l" t="t" r="r" b="b"/>
                <a:pathLst>
                  <a:path w="103" h="44" extrusionOk="0">
                    <a:moveTo>
                      <a:pt x="103" y="14"/>
                    </a:moveTo>
                    <a:cubicBezTo>
                      <a:pt x="85" y="3"/>
                      <a:pt x="63" y="-3"/>
                      <a:pt x="41" y="1"/>
                    </a:cubicBezTo>
                    <a:cubicBezTo>
                      <a:pt x="26" y="4"/>
                      <a:pt x="12" y="12"/>
                      <a:pt x="0" y="22"/>
                    </a:cubicBezTo>
                    <a:cubicBezTo>
                      <a:pt x="12" y="36"/>
                      <a:pt x="29" y="44"/>
                      <a:pt x="48" y="44"/>
                    </a:cubicBezTo>
                    <a:cubicBezTo>
                      <a:pt x="70" y="44"/>
                      <a:pt x="90" y="32"/>
                      <a:pt x="103" y="14"/>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6" name="Google Shape;116;p5"/>
              <p:cNvSpPr/>
              <p:nvPr/>
            </p:nvSpPr>
            <p:spPr>
              <a:xfrm>
                <a:off x="5369210" y="924115"/>
                <a:ext cx="26640" cy="19080"/>
              </a:xfrm>
              <a:custGeom>
                <a:avLst/>
                <a:gdLst/>
                <a:ahLst/>
                <a:cxnLst/>
                <a:rect l="l" t="t" r="r" b="b"/>
                <a:pathLst>
                  <a:path w="74" h="53" extrusionOk="0">
                    <a:moveTo>
                      <a:pt x="74" y="27"/>
                    </a:moveTo>
                    <a:cubicBezTo>
                      <a:pt x="74" y="41"/>
                      <a:pt x="58" y="53"/>
                      <a:pt x="37" y="53"/>
                    </a:cubicBezTo>
                    <a:cubicBezTo>
                      <a:pt x="16" y="53"/>
                      <a:pt x="0" y="41"/>
                      <a:pt x="0" y="27"/>
                    </a:cubicBezTo>
                    <a:cubicBezTo>
                      <a:pt x="0" y="12"/>
                      <a:pt x="16" y="0"/>
                      <a:pt x="37" y="0"/>
                    </a:cubicBezTo>
                    <a:cubicBezTo>
                      <a:pt x="58" y="0"/>
                      <a:pt x="74" y="12"/>
                      <a:pt x="74" y="27"/>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7" name="Google Shape;117;p5"/>
              <p:cNvSpPr/>
              <p:nvPr/>
            </p:nvSpPr>
            <p:spPr>
              <a:xfrm>
                <a:off x="5463170" y="924115"/>
                <a:ext cx="27000" cy="19080"/>
              </a:xfrm>
              <a:custGeom>
                <a:avLst/>
                <a:gdLst/>
                <a:ahLst/>
                <a:cxnLst/>
                <a:rect l="l" t="t" r="r" b="b"/>
                <a:pathLst>
                  <a:path w="75" h="53" extrusionOk="0">
                    <a:moveTo>
                      <a:pt x="75" y="27"/>
                    </a:moveTo>
                    <a:cubicBezTo>
                      <a:pt x="75" y="41"/>
                      <a:pt x="58" y="53"/>
                      <a:pt x="38" y="53"/>
                    </a:cubicBezTo>
                    <a:cubicBezTo>
                      <a:pt x="17" y="53"/>
                      <a:pt x="0" y="41"/>
                      <a:pt x="0" y="27"/>
                    </a:cubicBezTo>
                    <a:cubicBezTo>
                      <a:pt x="0" y="12"/>
                      <a:pt x="17" y="0"/>
                      <a:pt x="38" y="0"/>
                    </a:cubicBezTo>
                    <a:cubicBezTo>
                      <a:pt x="58" y="0"/>
                      <a:pt x="75" y="12"/>
                      <a:pt x="75" y="27"/>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8" name="Google Shape;118;p5"/>
              <p:cNvSpPr/>
              <p:nvPr/>
            </p:nvSpPr>
            <p:spPr>
              <a:xfrm>
                <a:off x="5319530" y="915475"/>
                <a:ext cx="5040" cy="13320"/>
              </a:xfrm>
              <a:custGeom>
                <a:avLst/>
                <a:gdLst/>
                <a:ahLst/>
                <a:cxnLst/>
                <a:rect l="l" t="t" r="r" b="b"/>
                <a:pathLst>
                  <a:path w="14" h="37" extrusionOk="0">
                    <a:moveTo>
                      <a:pt x="14" y="25"/>
                    </a:moveTo>
                    <a:cubicBezTo>
                      <a:pt x="15" y="17"/>
                      <a:pt x="11" y="7"/>
                      <a:pt x="7" y="0"/>
                    </a:cubicBezTo>
                    <a:cubicBezTo>
                      <a:pt x="2" y="8"/>
                      <a:pt x="-2" y="21"/>
                      <a:pt x="1" y="31"/>
                    </a:cubicBezTo>
                    <a:cubicBezTo>
                      <a:pt x="1" y="32"/>
                      <a:pt x="2" y="34"/>
                      <a:pt x="3" y="35"/>
                    </a:cubicBezTo>
                    <a:cubicBezTo>
                      <a:pt x="5" y="37"/>
                      <a:pt x="9" y="36"/>
                      <a:pt x="11" y="34"/>
                    </a:cubicBezTo>
                    <a:cubicBezTo>
                      <a:pt x="13" y="31"/>
                      <a:pt x="14" y="28"/>
                      <a:pt x="14" y="2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19" name="Google Shape;119;p5"/>
              <p:cNvSpPr/>
              <p:nvPr/>
            </p:nvSpPr>
            <p:spPr>
              <a:xfrm>
                <a:off x="5556410" y="899995"/>
                <a:ext cx="5040" cy="13320"/>
              </a:xfrm>
              <a:custGeom>
                <a:avLst/>
                <a:gdLst/>
                <a:ahLst/>
                <a:cxnLst/>
                <a:rect l="l" t="t" r="r" b="b"/>
                <a:pathLst>
                  <a:path w="14" h="37" extrusionOk="0">
                    <a:moveTo>
                      <a:pt x="14" y="26"/>
                    </a:moveTo>
                    <a:cubicBezTo>
                      <a:pt x="15" y="17"/>
                      <a:pt x="11" y="7"/>
                      <a:pt x="7" y="0"/>
                    </a:cubicBezTo>
                    <a:cubicBezTo>
                      <a:pt x="2" y="8"/>
                      <a:pt x="-2" y="22"/>
                      <a:pt x="1" y="31"/>
                    </a:cubicBezTo>
                    <a:cubicBezTo>
                      <a:pt x="1" y="33"/>
                      <a:pt x="2" y="34"/>
                      <a:pt x="3" y="35"/>
                    </a:cubicBezTo>
                    <a:cubicBezTo>
                      <a:pt x="5" y="37"/>
                      <a:pt x="9" y="36"/>
                      <a:pt x="11" y="34"/>
                    </a:cubicBezTo>
                    <a:cubicBezTo>
                      <a:pt x="13" y="32"/>
                      <a:pt x="14" y="29"/>
                      <a:pt x="14"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0" name="Google Shape;120;p5"/>
              <p:cNvSpPr/>
              <p:nvPr/>
            </p:nvSpPr>
            <p:spPr>
              <a:xfrm>
                <a:off x="5392250" y="846715"/>
                <a:ext cx="5040" cy="13320"/>
              </a:xfrm>
              <a:custGeom>
                <a:avLst/>
                <a:gdLst/>
                <a:ahLst/>
                <a:cxnLst/>
                <a:rect l="l" t="t" r="r" b="b"/>
                <a:pathLst>
                  <a:path w="14" h="37" extrusionOk="0">
                    <a:moveTo>
                      <a:pt x="14" y="26"/>
                    </a:moveTo>
                    <a:cubicBezTo>
                      <a:pt x="16" y="17"/>
                      <a:pt x="12" y="8"/>
                      <a:pt x="7" y="0"/>
                    </a:cubicBezTo>
                    <a:cubicBezTo>
                      <a:pt x="2" y="9"/>
                      <a:pt x="-2" y="22"/>
                      <a:pt x="1" y="32"/>
                    </a:cubicBezTo>
                    <a:cubicBezTo>
                      <a:pt x="2" y="33"/>
                      <a:pt x="2" y="35"/>
                      <a:pt x="3" y="36"/>
                    </a:cubicBezTo>
                    <a:cubicBezTo>
                      <a:pt x="6" y="37"/>
                      <a:pt x="9" y="36"/>
                      <a:pt x="11" y="34"/>
                    </a:cubicBezTo>
                    <a:cubicBezTo>
                      <a:pt x="13" y="32"/>
                      <a:pt x="14" y="29"/>
                      <a:pt x="14"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1" name="Google Shape;121;p5"/>
              <p:cNvSpPr/>
              <p:nvPr/>
            </p:nvSpPr>
            <p:spPr>
              <a:xfrm>
                <a:off x="5501330" y="879835"/>
                <a:ext cx="5040" cy="13320"/>
              </a:xfrm>
              <a:custGeom>
                <a:avLst/>
                <a:gdLst/>
                <a:ahLst/>
                <a:cxnLst/>
                <a:rect l="l" t="t" r="r" b="b"/>
                <a:pathLst>
                  <a:path w="14" h="37" extrusionOk="0">
                    <a:moveTo>
                      <a:pt x="14" y="26"/>
                    </a:moveTo>
                    <a:cubicBezTo>
                      <a:pt x="15" y="17"/>
                      <a:pt x="11" y="7"/>
                      <a:pt x="7" y="0"/>
                    </a:cubicBezTo>
                    <a:cubicBezTo>
                      <a:pt x="2" y="8"/>
                      <a:pt x="-2" y="21"/>
                      <a:pt x="1" y="31"/>
                    </a:cubicBezTo>
                    <a:cubicBezTo>
                      <a:pt x="1" y="33"/>
                      <a:pt x="2" y="34"/>
                      <a:pt x="3" y="35"/>
                    </a:cubicBezTo>
                    <a:cubicBezTo>
                      <a:pt x="5" y="37"/>
                      <a:pt x="9" y="36"/>
                      <a:pt x="11" y="34"/>
                    </a:cubicBezTo>
                    <a:cubicBezTo>
                      <a:pt x="13" y="32"/>
                      <a:pt x="13" y="29"/>
                      <a:pt x="14"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2" name="Google Shape;122;p5"/>
              <p:cNvSpPr/>
              <p:nvPr/>
            </p:nvSpPr>
            <p:spPr>
              <a:xfrm>
                <a:off x="5466770" y="971275"/>
                <a:ext cx="5400" cy="13320"/>
              </a:xfrm>
              <a:custGeom>
                <a:avLst/>
                <a:gdLst/>
                <a:ahLst/>
                <a:cxnLst/>
                <a:rect l="l" t="t" r="r" b="b"/>
                <a:pathLst>
                  <a:path w="15" h="37" extrusionOk="0">
                    <a:moveTo>
                      <a:pt x="15" y="26"/>
                    </a:moveTo>
                    <a:cubicBezTo>
                      <a:pt x="16" y="17"/>
                      <a:pt x="12" y="7"/>
                      <a:pt x="8" y="0"/>
                    </a:cubicBezTo>
                    <a:cubicBezTo>
                      <a:pt x="3" y="8"/>
                      <a:pt x="-1" y="22"/>
                      <a:pt x="1" y="31"/>
                    </a:cubicBezTo>
                    <a:cubicBezTo>
                      <a:pt x="2" y="33"/>
                      <a:pt x="3" y="34"/>
                      <a:pt x="4" y="35"/>
                    </a:cubicBezTo>
                    <a:cubicBezTo>
                      <a:pt x="6" y="37"/>
                      <a:pt x="10" y="36"/>
                      <a:pt x="12" y="34"/>
                    </a:cubicBezTo>
                    <a:cubicBezTo>
                      <a:pt x="14" y="32"/>
                      <a:pt x="14" y="29"/>
                      <a:pt x="15"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3" name="Google Shape;123;p5"/>
              <p:cNvSpPr/>
              <p:nvPr/>
            </p:nvSpPr>
            <p:spPr>
              <a:xfrm>
                <a:off x="5352290" y="946435"/>
                <a:ext cx="5400" cy="13320"/>
              </a:xfrm>
              <a:custGeom>
                <a:avLst/>
                <a:gdLst/>
                <a:ahLst/>
                <a:cxnLst/>
                <a:rect l="l" t="t" r="r" b="b"/>
                <a:pathLst>
                  <a:path w="15" h="37" extrusionOk="0">
                    <a:moveTo>
                      <a:pt x="15" y="26"/>
                    </a:moveTo>
                    <a:cubicBezTo>
                      <a:pt x="16" y="17"/>
                      <a:pt x="12" y="8"/>
                      <a:pt x="7" y="0"/>
                    </a:cubicBezTo>
                    <a:cubicBezTo>
                      <a:pt x="3" y="9"/>
                      <a:pt x="-2" y="22"/>
                      <a:pt x="1" y="31"/>
                    </a:cubicBezTo>
                    <a:cubicBezTo>
                      <a:pt x="2" y="33"/>
                      <a:pt x="2" y="34"/>
                      <a:pt x="4" y="35"/>
                    </a:cubicBezTo>
                    <a:cubicBezTo>
                      <a:pt x="6" y="37"/>
                      <a:pt x="10" y="36"/>
                      <a:pt x="12" y="34"/>
                    </a:cubicBezTo>
                    <a:cubicBezTo>
                      <a:pt x="13" y="32"/>
                      <a:pt x="14" y="29"/>
                      <a:pt x="15"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4" name="Google Shape;124;p5"/>
              <p:cNvSpPr/>
              <p:nvPr/>
            </p:nvSpPr>
            <p:spPr>
              <a:xfrm>
                <a:off x="5340770" y="866875"/>
                <a:ext cx="5040" cy="13320"/>
              </a:xfrm>
              <a:custGeom>
                <a:avLst/>
                <a:gdLst/>
                <a:ahLst/>
                <a:cxnLst/>
                <a:rect l="l" t="t" r="r" b="b"/>
                <a:pathLst>
                  <a:path w="14" h="37" extrusionOk="0">
                    <a:moveTo>
                      <a:pt x="14" y="25"/>
                    </a:moveTo>
                    <a:cubicBezTo>
                      <a:pt x="16" y="17"/>
                      <a:pt x="12" y="7"/>
                      <a:pt x="7" y="0"/>
                    </a:cubicBezTo>
                    <a:cubicBezTo>
                      <a:pt x="2" y="8"/>
                      <a:pt x="-2" y="21"/>
                      <a:pt x="1" y="31"/>
                    </a:cubicBezTo>
                    <a:cubicBezTo>
                      <a:pt x="2" y="32"/>
                      <a:pt x="2" y="34"/>
                      <a:pt x="3" y="35"/>
                    </a:cubicBezTo>
                    <a:cubicBezTo>
                      <a:pt x="6" y="37"/>
                      <a:pt x="9" y="36"/>
                      <a:pt x="11" y="33"/>
                    </a:cubicBezTo>
                    <a:cubicBezTo>
                      <a:pt x="13" y="31"/>
                      <a:pt x="14" y="28"/>
                      <a:pt x="14" y="2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5" name="Google Shape;125;p5"/>
              <p:cNvSpPr/>
              <p:nvPr/>
            </p:nvSpPr>
            <p:spPr>
              <a:xfrm>
                <a:off x="5476490" y="846715"/>
                <a:ext cx="5400" cy="13320"/>
              </a:xfrm>
              <a:custGeom>
                <a:avLst/>
                <a:gdLst/>
                <a:ahLst/>
                <a:cxnLst/>
                <a:rect l="l" t="t" r="r" b="b"/>
                <a:pathLst>
                  <a:path w="15" h="37" extrusionOk="0">
                    <a:moveTo>
                      <a:pt x="15" y="26"/>
                    </a:moveTo>
                    <a:cubicBezTo>
                      <a:pt x="16" y="17"/>
                      <a:pt x="12" y="8"/>
                      <a:pt x="8" y="0"/>
                    </a:cubicBezTo>
                    <a:cubicBezTo>
                      <a:pt x="3" y="9"/>
                      <a:pt x="-1" y="22"/>
                      <a:pt x="1" y="32"/>
                    </a:cubicBezTo>
                    <a:cubicBezTo>
                      <a:pt x="2" y="33"/>
                      <a:pt x="3" y="35"/>
                      <a:pt x="4" y="36"/>
                    </a:cubicBezTo>
                    <a:cubicBezTo>
                      <a:pt x="6" y="37"/>
                      <a:pt x="10" y="36"/>
                      <a:pt x="12" y="34"/>
                    </a:cubicBezTo>
                    <a:cubicBezTo>
                      <a:pt x="14" y="32"/>
                      <a:pt x="14" y="29"/>
                      <a:pt x="15"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6" name="Google Shape;126;p5"/>
              <p:cNvSpPr/>
              <p:nvPr/>
            </p:nvSpPr>
            <p:spPr>
              <a:xfrm>
                <a:off x="5286770" y="943195"/>
                <a:ext cx="5040" cy="13320"/>
              </a:xfrm>
              <a:custGeom>
                <a:avLst/>
                <a:gdLst/>
                <a:ahLst/>
                <a:cxnLst/>
                <a:rect l="l" t="t" r="r" b="b"/>
                <a:pathLst>
                  <a:path w="14" h="37" extrusionOk="0">
                    <a:moveTo>
                      <a:pt x="14" y="26"/>
                    </a:moveTo>
                    <a:cubicBezTo>
                      <a:pt x="16" y="17"/>
                      <a:pt x="12" y="8"/>
                      <a:pt x="7" y="0"/>
                    </a:cubicBezTo>
                    <a:cubicBezTo>
                      <a:pt x="2" y="9"/>
                      <a:pt x="-2" y="22"/>
                      <a:pt x="1" y="32"/>
                    </a:cubicBezTo>
                    <a:cubicBezTo>
                      <a:pt x="2" y="33"/>
                      <a:pt x="2" y="35"/>
                      <a:pt x="4" y="36"/>
                    </a:cubicBezTo>
                    <a:cubicBezTo>
                      <a:pt x="6" y="37"/>
                      <a:pt x="9" y="36"/>
                      <a:pt x="11" y="34"/>
                    </a:cubicBezTo>
                    <a:cubicBezTo>
                      <a:pt x="13" y="32"/>
                      <a:pt x="14" y="29"/>
                      <a:pt x="14"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7" name="Google Shape;127;p5"/>
              <p:cNvSpPr/>
              <p:nvPr/>
            </p:nvSpPr>
            <p:spPr>
              <a:xfrm>
                <a:off x="5404130" y="955795"/>
                <a:ext cx="5040" cy="13320"/>
              </a:xfrm>
              <a:custGeom>
                <a:avLst/>
                <a:gdLst/>
                <a:ahLst/>
                <a:cxnLst/>
                <a:rect l="l" t="t" r="r" b="b"/>
                <a:pathLst>
                  <a:path w="14" h="37" extrusionOk="0">
                    <a:moveTo>
                      <a:pt x="14" y="26"/>
                    </a:moveTo>
                    <a:cubicBezTo>
                      <a:pt x="16" y="17"/>
                      <a:pt x="12" y="8"/>
                      <a:pt x="7" y="0"/>
                    </a:cubicBezTo>
                    <a:cubicBezTo>
                      <a:pt x="2" y="9"/>
                      <a:pt x="-2" y="22"/>
                      <a:pt x="1" y="32"/>
                    </a:cubicBezTo>
                    <a:cubicBezTo>
                      <a:pt x="2" y="33"/>
                      <a:pt x="2" y="35"/>
                      <a:pt x="4" y="36"/>
                    </a:cubicBezTo>
                    <a:cubicBezTo>
                      <a:pt x="6" y="37"/>
                      <a:pt x="9" y="36"/>
                      <a:pt x="11" y="34"/>
                    </a:cubicBezTo>
                    <a:cubicBezTo>
                      <a:pt x="13" y="32"/>
                      <a:pt x="14" y="29"/>
                      <a:pt x="14"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8" name="Google Shape;128;p5"/>
              <p:cNvSpPr/>
              <p:nvPr/>
            </p:nvSpPr>
            <p:spPr>
              <a:xfrm>
                <a:off x="5431490" y="873355"/>
                <a:ext cx="5400" cy="13320"/>
              </a:xfrm>
              <a:custGeom>
                <a:avLst/>
                <a:gdLst/>
                <a:ahLst/>
                <a:cxnLst/>
                <a:rect l="l" t="t" r="r" b="b"/>
                <a:pathLst>
                  <a:path w="15" h="37" extrusionOk="0">
                    <a:moveTo>
                      <a:pt x="15" y="26"/>
                    </a:moveTo>
                    <a:cubicBezTo>
                      <a:pt x="16" y="17"/>
                      <a:pt x="12" y="7"/>
                      <a:pt x="7" y="0"/>
                    </a:cubicBezTo>
                    <a:cubicBezTo>
                      <a:pt x="3" y="8"/>
                      <a:pt x="-1" y="21"/>
                      <a:pt x="1" y="31"/>
                    </a:cubicBezTo>
                    <a:cubicBezTo>
                      <a:pt x="2" y="32"/>
                      <a:pt x="2" y="34"/>
                      <a:pt x="4" y="35"/>
                    </a:cubicBezTo>
                    <a:cubicBezTo>
                      <a:pt x="6" y="37"/>
                      <a:pt x="10" y="36"/>
                      <a:pt x="12" y="34"/>
                    </a:cubicBezTo>
                    <a:cubicBezTo>
                      <a:pt x="14" y="31"/>
                      <a:pt x="14" y="28"/>
                      <a:pt x="15"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29" name="Google Shape;129;p5"/>
              <p:cNvSpPr/>
              <p:nvPr/>
            </p:nvSpPr>
            <p:spPr>
              <a:xfrm>
                <a:off x="5525450" y="928435"/>
                <a:ext cx="5040" cy="13320"/>
              </a:xfrm>
              <a:custGeom>
                <a:avLst/>
                <a:gdLst/>
                <a:ahLst/>
                <a:cxnLst/>
                <a:rect l="l" t="t" r="r" b="b"/>
                <a:pathLst>
                  <a:path w="14" h="37" extrusionOk="0">
                    <a:moveTo>
                      <a:pt x="14" y="26"/>
                    </a:moveTo>
                    <a:cubicBezTo>
                      <a:pt x="16" y="17"/>
                      <a:pt x="12" y="7"/>
                      <a:pt x="7" y="0"/>
                    </a:cubicBezTo>
                    <a:cubicBezTo>
                      <a:pt x="2" y="8"/>
                      <a:pt x="-2" y="21"/>
                      <a:pt x="1" y="31"/>
                    </a:cubicBezTo>
                    <a:cubicBezTo>
                      <a:pt x="1" y="33"/>
                      <a:pt x="2" y="34"/>
                      <a:pt x="3" y="35"/>
                    </a:cubicBezTo>
                    <a:cubicBezTo>
                      <a:pt x="6" y="37"/>
                      <a:pt x="9" y="36"/>
                      <a:pt x="11" y="34"/>
                    </a:cubicBezTo>
                    <a:cubicBezTo>
                      <a:pt x="13" y="32"/>
                      <a:pt x="14" y="29"/>
                      <a:pt x="14"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30" name="Google Shape;130;p5"/>
              <p:cNvSpPr/>
              <p:nvPr/>
            </p:nvSpPr>
            <p:spPr>
              <a:xfrm>
                <a:off x="5553890" y="952915"/>
                <a:ext cx="5040" cy="13320"/>
              </a:xfrm>
              <a:custGeom>
                <a:avLst/>
                <a:gdLst/>
                <a:ahLst/>
                <a:cxnLst/>
                <a:rect l="l" t="t" r="r" b="b"/>
                <a:pathLst>
                  <a:path w="14" h="37" extrusionOk="0">
                    <a:moveTo>
                      <a:pt x="14" y="26"/>
                    </a:moveTo>
                    <a:cubicBezTo>
                      <a:pt x="15" y="17"/>
                      <a:pt x="11" y="8"/>
                      <a:pt x="7" y="0"/>
                    </a:cubicBezTo>
                    <a:cubicBezTo>
                      <a:pt x="2" y="9"/>
                      <a:pt x="-2" y="22"/>
                      <a:pt x="1" y="32"/>
                    </a:cubicBezTo>
                    <a:cubicBezTo>
                      <a:pt x="1" y="33"/>
                      <a:pt x="2" y="35"/>
                      <a:pt x="3" y="36"/>
                    </a:cubicBezTo>
                    <a:cubicBezTo>
                      <a:pt x="5" y="37"/>
                      <a:pt x="9" y="36"/>
                      <a:pt x="11" y="34"/>
                    </a:cubicBezTo>
                    <a:cubicBezTo>
                      <a:pt x="13" y="32"/>
                      <a:pt x="13" y="29"/>
                      <a:pt x="14" y="2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grpSp>
        <p:nvGrpSpPr>
          <p:cNvPr id="131" name="Google Shape;131;p5"/>
          <p:cNvGrpSpPr/>
          <p:nvPr/>
        </p:nvGrpSpPr>
        <p:grpSpPr>
          <a:xfrm>
            <a:off x="304141" y="2513663"/>
            <a:ext cx="8613134" cy="430877"/>
            <a:chOff x="304141" y="2513663"/>
            <a:chExt cx="8613134" cy="430877"/>
          </a:xfrm>
        </p:grpSpPr>
        <p:sp>
          <p:nvSpPr>
            <p:cNvPr id="132" name="Google Shape;132;p5"/>
            <p:cNvSpPr/>
            <p:nvPr/>
          </p:nvSpPr>
          <p:spPr>
            <a:xfrm rot="797133">
              <a:off x="339600" y="255265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33" name="Google Shape;133;p5"/>
            <p:cNvSpPr/>
            <p:nvPr/>
          </p:nvSpPr>
          <p:spPr>
            <a:xfrm>
              <a:off x="8659680" y="266655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8"/>
        <p:cNvGrpSpPr/>
        <p:nvPr/>
      </p:nvGrpSpPr>
      <p:grpSpPr>
        <a:xfrm>
          <a:off x="0" y="0"/>
          <a:ext cx="0" cy="0"/>
          <a:chOff x="0" y="0"/>
          <a:chExt cx="0" cy="0"/>
        </a:xfrm>
      </p:grpSpPr>
      <p:grpSp>
        <p:nvGrpSpPr>
          <p:cNvPr id="159" name="Google Shape;159;p7"/>
          <p:cNvGrpSpPr/>
          <p:nvPr/>
        </p:nvGrpSpPr>
        <p:grpSpPr>
          <a:xfrm>
            <a:off x="-7800" y="0"/>
            <a:ext cx="9159600" cy="5143500"/>
            <a:chOff x="-7800" y="0"/>
            <a:chExt cx="9159600" cy="5143500"/>
          </a:xfrm>
        </p:grpSpPr>
        <p:grpSp>
          <p:nvGrpSpPr>
            <p:cNvPr id="160" name="Google Shape;160;p7"/>
            <p:cNvGrpSpPr/>
            <p:nvPr/>
          </p:nvGrpSpPr>
          <p:grpSpPr>
            <a:xfrm>
              <a:off x="228530" y="0"/>
              <a:ext cx="8686941" cy="5143500"/>
              <a:chOff x="0" y="0"/>
              <a:chExt cx="8686941" cy="5143500"/>
            </a:xfrm>
          </p:grpSpPr>
          <p:sp>
            <p:nvSpPr>
              <p:cNvPr id="161" name="Google Shape;161;p7"/>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2" name="Google Shape;162;p7"/>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3" name="Google Shape;163;p7"/>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4" name="Google Shape;164;p7"/>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5" name="Google Shape;165;p7"/>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6" name="Google Shape;166;p7"/>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7" name="Google Shape;167;p7"/>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8" name="Google Shape;168;p7"/>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9" name="Google Shape;169;p7"/>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0" name="Google Shape;170;p7"/>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71" name="Google Shape;171;p7"/>
            <p:cNvGrpSpPr/>
            <p:nvPr/>
          </p:nvGrpSpPr>
          <p:grpSpPr>
            <a:xfrm>
              <a:off x="-7800" y="0"/>
              <a:ext cx="9159600" cy="5143500"/>
              <a:chOff x="-7800" y="0"/>
              <a:chExt cx="9159600" cy="5143500"/>
            </a:xfrm>
          </p:grpSpPr>
          <p:sp>
            <p:nvSpPr>
              <p:cNvPr id="172" name="Google Shape;172;p7"/>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3" name="Google Shape;173;p7"/>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4" name="Google Shape;174;p7"/>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5" name="Google Shape;175;p7"/>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6" name="Google Shape;176;p7"/>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7" name="Google Shape;177;p7"/>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178" name="Google Shape;178;p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atin typeface="Arial Rounded MT Bold" panose="020F0704030504030204" pitchFamily="34" charset="0"/>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179" name="Google Shape;179;p7"/>
          <p:cNvSpPr txBox="1">
            <a:spLocks noGrp="1"/>
          </p:cNvSpPr>
          <p:nvPr>
            <p:ph type="body" idx="1"/>
          </p:nvPr>
        </p:nvSpPr>
        <p:spPr>
          <a:xfrm>
            <a:off x="713225" y="1374425"/>
            <a:ext cx="4015200" cy="2913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180" name="Google Shape;180;p7"/>
          <p:cNvSpPr>
            <a:spLocks noGrp="1"/>
          </p:cNvSpPr>
          <p:nvPr>
            <p:ph type="pic" idx="2"/>
          </p:nvPr>
        </p:nvSpPr>
        <p:spPr>
          <a:xfrm>
            <a:off x="4976975" y="1374425"/>
            <a:ext cx="3232800" cy="2913000"/>
          </a:xfrm>
          <a:prstGeom prst="rect">
            <a:avLst/>
          </a:prstGeom>
          <a:no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a:lstStyle/>
          <a:p>
            <a:endParaRPr lang="en-US"/>
          </a:p>
        </p:txBody>
      </p:sp>
      <p:grpSp>
        <p:nvGrpSpPr>
          <p:cNvPr id="181" name="Google Shape;181;p7"/>
          <p:cNvGrpSpPr/>
          <p:nvPr/>
        </p:nvGrpSpPr>
        <p:grpSpPr>
          <a:xfrm>
            <a:off x="204025" y="1436257"/>
            <a:ext cx="8628475" cy="3204071"/>
            <a:chOff x="204025" y="1436257"/>
            <a:chExt cx="8628475" cy="3204071"/>
          </a:xfrm>
        </p:grpSpPr>
        <p:sp>
          <p:nvSpPr>
            <p:cNvPr id="182" name="Google Shape;182;p7"/>
            <p:cNvSpPr/>
            <p:nvPr/>
          </p:nvSpPr>
          <p:spPr>
            <a:xfrm>
              <a:off x="204025" y="4287425"/>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183" name="Google Shape;183;p7"/>
            <p:cNvSpPr/>
            <p:nvPr/>
          </p:nvSpPr>
          <p:spPr>
            <a:xfrm>
              <a:off x="8574905" y="143625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4"/>
        <p:cNvGrpSpPr/>
        <p:nvPr/>
      </p:nvGrpSpPr>
      <p:grpSpPr>
        <a:xfrm>
          <a:off x="0" y="0"/>
          <a:ext cx="0" cy="0"/>
          <a:chOff x="0" y="0"/>
          <a:chExt cx="0" cy="0"/>
        </a:xfrm>
      </p:grpSpPr>
      <p:grpSp>
        <p:nvGrpSpPr>
          <p:cNvPr id="185" name="Google Shape;185;p8"/>
          <p:cNvGrpSpPr/>
          <p:nvPr/>
        </p:nvGrpSpPr>
        <p:grpSpPr>
          <a:xfrm>
            <a:off x="-7800" y="0"/>
            <a:ext cx="9159600" cy="5143500"/>
            <a:chOff x="-7800" y="0"/>
            <a:chExt cx="9159600" cy="5143500"/>
          </a:xfrm>
        </p:grpSpPr>
        <p:grpSp>
          <p:nvGrpSpPr>
            <p:cNvPr id="186" name="Google Shape;186;p8"/>
            <p:cNvGrpSpPr/>
            <p:nvPr/>
          </p:nvGrpSpPr>
          <p:grpSpPr>
            <a:xfrm>
              <a:off x="228530" y="0"/>
              <a:ext cx="8686941" cy="5143500"/>
              <a:chOff x="0" y="0"/>
              <a:chExt cx="8686941" cy="5143500"/>
            </a:xfrm>
          </p:grpSpPr>
          <p:sp>
            <p:nvSpPr>
              <p:cNvPr id="187" name="Google Shape;187;p8"/>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8" name="Google Shape;188;p8"/>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9" name="Google Shape;189;p8"/>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0" name="Google Shape;190;p8"/>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1" name="Google Shape;191;p8"/>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2" name="Google Shape;192;p8"/>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3" name="Google Shape;193;p8"/>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4" name="Google Shape;194;p8"/>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5" name="Google Shape;195;p8"/>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6" name="Google Shape;196;p8"/>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97" name="Google Shape;197;p8"/>
            <p:cNvGrpSpPr/>
            <p:nvPr/>
          </p:nvGrpSpPr>
          <p:grpSpPr>
            <a:xfrm>
              <a:off x="-7800" y="0"/>
              <a:ext cx="9159600" cy="5143500"/>
              <a:chOff x="-7800" y="0"/>
              <a:chExt cx="9159600" cy="5143500"/>
            </a:xfrm>
          </p:grpSpPr>
          <p:sp>
            <p:nvSpPr>
              <p:cNvPr id="198" name="Google Shape;198;p8"/>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9" name="Google Shape;199;p8"/>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0" name="Google Shape;200;p8"/>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1" name="Google Shape;201;p8"/>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2" name="Google Shape;202;p8"/>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3" name="Google Shape;203;p8"/>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204" name="Google Shape;204;p8"/>
          <p:cNvSpPr txBox="1">
            <a:spLocks noGrp="1"/>
          </p:cNvSpPr>
          <p:nvPr>
            <p:ph type="title"/>
          </p:nvPr>
        </p:nvSpPr>
        <p:spPr>
          <a:xfrm>
            <a:off x="2439900" y="1307100"/>
            <a:ext cx="42642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5000">
                <a:latin typeface="Arial Rounded MT Bold" panose="020F0704030504030204" pitchFamily="34" charset="0"/>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dirty="0"/>
          </a:p>
        </p:txBody>
      </p:sp>
      <p:grpSp>
        <p:nvGrpSpPr>
          <p:cNvPr id="205" name="Google Shape;205;p8"/>
          <p:cNvGrpSpPr/>
          <p:nvPr/>
        </p:nvGrpSpPr>
        <p:grpSpPr>
          <a:xfrm>
            <a:off x="332825" y="2579550"/>
            <a:ext cx="8288159" cy="705803"/>
            <a:chOff x="332825" y="2579550"/>
            <a:chExt cx="8288159" cy="705803"/>
          </a:xfrm>
        </p:grpSpPr>
        <p:sp>
          <p:nvSpPr>
            <p:cNvPr id="206" name="Google Shape;206;p8"/>
            <p:cNvSpPr/>
            <p:nvPr/>
          </p:nvSpPr>
          <p:spPr>
            <a:xfrm>
              <a:off x="8240575" y="257955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07" name="Google Shape;207;p8"/>
            <p:cNvSpPr/>
            <p:nvPr/>
          </p:nvSpPr>
          <p:spPr>
            <a:xfrm>
              <a:off x="332825" y="293245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8"/>
        <p:cNvGrpSpPr/>
        <p:nvPr/>
      </p:nvGrpSpPr>
      <p:grpSpPr>
        <a:xfrm>
          <a:off x="0" y="0"/>
          <a:ext cx="0" cy="0"/>
          <a:chOff x="0" y="0"/>
          <a:chExt cx="0" cy="0"/>
        </a:xfrm>
      </p:grpSpPr>
      <p:grpSp>
        <p:nvGrpSpPr>
          <p:cNvPr id="209" name="Google Shape;209;p9"/>
          <p:cNvGrpSpPr/>
          <p:nvPr/>
        </p:nvGrpSpPr>
        <p:grpSpPr>
          <a:xfrm>
            <a:off x="-7800" y="0"/>
            <a:ext cx="9159600" cy="5143500"/>
            <a:chOff x="-7800" y="0"/>
            <a:chExt cx="9159600" cy="5143500"/>
          </a:xfrm>
        </p:grpSpPr>
        <p:grpSp>
          <p:nvGrpSpPr>
            <p:cNvPr id="210" name="Google Shape;210;p9"/>
            <p:cNvGrpSpPr/>
            <p:nvPr/>
          </p:nvGrpSpPr>
          <p:grpSpPr>
            <a:xfrm>
              <a:off x="228530" y="0"/>
              <a:ext cx="8686941" cy="5143500"/>
              <a:chOff x="0" y="0"/>
              <a:chExt cx="8686941" cy="5143500"/>
            </a:xfrm>
          </p:grpSpPr>
          <p:sp>
            <p:nvSpPr>
              <p:cNvPr id="211" name="Google Shape;211;p9"/>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2" name="Google Shape;212;p9"/>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3" name="Google Shape;213;p9"/>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4" name="Google Shape;214;p9"/>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5" name="Google Shape;215;p9"/>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6" name="Google Shape;216;p9"/>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7" name="Google Shape;217;p9"/>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8" name="Google Shape;218;p9"/>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9" name="Google Shape;219;p9"/>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0" name="Google Shape;220;p9"/>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221" name="Google Shape;221;p9"/>
            <p:cNvGrpSpPr/>
            <p:nvPr/>
          </p:nvGrpSpPr>
          <p:grpSpPr>
            <a:xfrm>
              <a:off x="-7800" y="0"/>
              <a:ext cx="9159600" cy="5143500"/>
              <a:chOff x="-7800" y="0"/>
              <a:chExt cx="9159600" cy="5143500"/>
            </a:xfrm>
          </p:grpSpPr>
          <p:sp>
            <p:nvSpPr>
              <p:cNvPr id="222" name="Google Shape;222;p9"/>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3" name="Google Shape;223;p9"/>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4" name="Google Shape;224;p9"/>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5" name="Google Shape;225;p9"/>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6" name="Google Shape;226;p9"/>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7" name="Google Shape;227;p9"/>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228" name="Google Shape;228;p9"/>
          <p:cNvSpPr txBox="1">
            <a:spLocks noGrp="1"/>
          </p:cNvSpPr>
          <p:nvPr>
            <p:ph type="subTitle" idx="1"/>
          </p:nvPr>
        </p:nvSpPr>
        <p:spPr>
          <a:xfrm>
            <a:off x="872435" y="1500475"/>
            <a:ext cx="3597000" cy="2140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29" name="Google Shape;229;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atin typeface="Arial Rounded MT Bold" panose="020F0704030504030204" pitchFamily="34" charset="0"/>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230" name="Google Shape;230;p9"/>
          <p:cNvSpPr txBox="1">
            <a:spLocks noGrp="1"/>
          </p:cNvSpPr>
          <p:nvPr>
            <p:ph type="subTitle" idx="2"/>
          </p:nvPr>
        </p:nvSpPr>
        <p:spPr>
          <a:xfrm>
            <a:off x="4674565" y="1500475"/>
            <a:ext cx="3597000" cy="2140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grpSp>
        <p:nvGrpSpPr>
          <p:cNvPr id="231" name="Google Shape;231;p9"/>
          <p:cNvGrpSpPr/>
          <p:nvPr/>
        </p:nvGrpSpPr>
        <p:grpSpPr>
          <a:xfrm>
            <a:off x="167549" y="3694756"/>
            <a:ext cx="8732016" cy="1293623"/>
            <a:chOff x="167549" y="3694756"/>
            <a:chExt cx="8732016" cy="1293623"/>
          </a:xfrm>
        </p:grpSpPr>
        <p:grpSp>
          <p:nvGrpSpPr>
            <p:cNvPr id="232" name="Google Shape;232;p9"/>
            <p:cNvGrpSpPr/>
            <p:nvPr/>
          </p:nvGrpSpPr>
          <p:grpSpPr>
            <a:xfrm rot="679067">
              <a:off x="7922035" y="3769358"/>
              <a:ext cx="873711" cy="1144418"/>
              <a:chOff x="5912750" y="891353"/>
              <a:chExt cx="203400" cy="266400"/>
            </a:xfrm>
          </p:grpSpPr>
          <p:sp>
            <p:nvSpPr>
              <p:cNvPr id="233" name="Google Shape;233;p9"/>
              <p:cNvSpPr/>
              <p:nvPr/>
            </p:nvSpPr>
            <p:spPr>
              <a:xfrm>
                <a:off x="5912750" y="891353"/>
                <a:ext cx="203400" cy="266400"/>
              </a:xfrm>
              <a:custGeom>
                <a:avLst/>
                <a:gdLst/>
                <a:ahLst/>
                <a:cxnLst/>
                <a:rect l="l" t="t" r="r" b="b"/>
                <a:pathLst>
                  <a:path w="565" h="740" extrusionOk="0">
                    <a:moveTo>
                      <a:pt x="282" y="740"/>
                    </a:moveTo>
                    <a:cubicBezTo>
                      <a:pt x="439" y="740"/>
                      <a:pt x="565" y="613"/>
                      <a:pt x="565" y="457"/>
                    </a:cubicBezTo>
                    <a:cubicBezTo>
                      <a:pt x="565" y="301"/>
                      <a:pt x="439" y="0"/>
                      <a:pt x="282" y="0"/>
                    </a:cubicBezTo>
                    <a:cubicBezTo>
                      <a:pt x="126" y="0"/>
                      <a:pt x="0" y="301"/>
                      <a:pt x="0" y="457"/>
                    </a:cubicBezTo>
                    <a:cubicBezTo>
                      <a:pt x="0" y="613"/>
                      <a:pt x="126" y="740"/>
                      <a:pt x="282" y="74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grpSp>
            <p:nvGrpSpPr>
              <p:cNvPr id="234" name="Google Shape;234;p9"/>
              <p:cNvGrpSpPr/>
              <p:nvPr/>
            </p:nvGrpSpPr>
            <p:grpSpPr>
              <a:xfrm>
                <a:off x="5912750" y="891533"/>
                <a:ext cx="203400" cy="266040"/>
                <a:chOff x="7429320" y="2452320"/>
                <a:chExt cx="203400" cy="266040"/>
              </a:xfrm>
            </p:grpSpPr>
            <p:sp>
              <p:nvSpPr>
                <p:cNvPr id="235" name="Google Shape;235;p9"/>
                <p:cNvSpPr/>
                <p:nvPr/>
              </p:nvSpPr>
              <p:spPr>
                <a:xfrm>
                  <a:off x="7429320" y="2452320"/>
                  <a:ext cx="203400" cy="266040"/>
                </a:xfrm>
                <a:custGeom>
                  <a:avLst/>
                  <a:gdLst/>
                  <a:ahLst/>
                  <a:cxnLst/>
                  <a:rect l="l" t="t" r="r" b="b"/>
                  <a:pathLst>
                    <a:path w="565" h="739" extrusionOk="0">
                      <a:moveTo>
                        <a:pt x="565" y="457"/>
                      </a:moveTo>
                      <a:cubicBezTo>
                        <a:pt x="565" y="613"/>
                        <a:pt x="438" y="739"/>
                        <a:pt x="282" y="739"/>
                      </a:cubicBezTo>
                      <a:cubicBezTo>
                        <a:pt x="126" y="739"/>
                        <a:pt x="0" y="613"/>
                        <a:pt x="0" y="457"/>
                      </a:cubicBezTo>
                      <a:cubicBezTo>
                        <a:pt x="0" y="301"/>
                        <a:pt x="126" y="0"/>
                        <a:pt x="282" y="0"/>
                      </a:cubicBezTo>
                      <a:cubicBezTo>
                        <a:pt x="438" y="0"/>
                        <a:pt x="565" y="301"/>
                        <a:pt x="565" y="457"/>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36" name="Google Shape;236;p9"/>
                <p:cNvSpPr/>
                <p:nvPr/>
              </p:nvSpPr>
              <p:spPr>
                <a:xfrm>
                  <a:off x="7459920" y="2567880"/>
                  <a:ext cx="29880" cy="29880"/>
                </a:xfrm>
                <a:custGeom>
                  <a:avLst/>
                  <a:gdLst/>
                  <a:ahLst/>
                  <a:cxnLst/>
                  <a:rect l="l" t="t" r="r" b="b"/>
                  <a:pathLst>
                    <a:path w="83" h="83" extrusionOk="0">
                      <a:moveTo>
                        <a:pt x="83" y="42"/>
                      </a:moveTo>
                      <a:cubicBezTo>
                        <a:pt x="83" y="64"/>
                        <a:pt x="64" y="83"/>
                        <a:pt x="41" y="83"/>
                      </a:cubicBezTo>
                      <a:cubicBezTo>
                        <a:pt x="18" y="83"/>
                        <a:pt x="0" y="64"/>
                        <a:pt x="0" y="42"/>
                      </a:cubicBezTo>
                      <a:cubicBezTo>
                        <a:pt x="0" y="19"/>
                        <a:pt x="18" y="0"/>
                        <a:pt x="41" y="0"/>
                      </a:cubicBezTo>
                      <a:cubicBezTo>
                        <a:pt x="64" y="0"/>
                        <a:pt x="83" y="19"/>
                        <a:pt x="83" y="4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37" name="Google Shape;237;p9"/>
                <p:cNvSpPr/>
                <p:nvPr/>
              </p:nvSpPr>
              <p:spPr>
                <a:xfrm>
                  <a:off x="7572240" y="2567880"/>
                  <a:ext cx="29880" cy="29880"/>
                </a:xfrm>
                <a:custGeom>
                  <a:avLst/>
                  <a:gdLst/>
                  <a:ahLst/>
                  <a:cxnLst/>
                  <a:rect l="l" t="t" r="r" b="b"/>
                  <a:pathLst>
                    <a:path w="83" h="83" extrusionOk="0">
                      <a:moveTo>
                        <a:pt x="83" y="42"/>
                      </a:moveTo>
                      <a:cubicBezTo>
                        <a:pt x="83" y="64"/>
                        <a:pt x="64" y="83"/>
                        <a:pt x="42" y="83"/>
                      </a:cubicBezTo>
                      <a:cubicBezTo>
                        <a:pt x="19" y="83"/>
                        <a:pt x="0" y="64"/>
                        <a:pt x="0" y="42"/>
                      </a:cubicBezTo>
                      <a:cubicBezTo>
                        <a:pt x="0" y="19"/>
                        <a:pt x="19" y="0"/>
                        <a:pt x="42" y="0"/>
                      </a:cubicBezTo>
                      <a:cubicBezTo>
                        <a:pt x="64" y="0"/>
                        <a:pt x="83" y="19"/>
                        <a:pt x="83" y="4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38" name="Google Shape;238;p9"/>
                <p:cNvSpPr/>
                <p:nvPr/>
              </p:nvSpPr>
              <p:spPr>
                <a:xfrm>
                  <a:off x="7480080" y="2562480"/>
                  <a:ext cx="19080" cy="19080"/>
                </a:xfrm>
                <a:custGeom>
                  <a:avLst/>
                  <a:gdLst/>
                  <a:ahLst/>
                  <a:cxnLst/>
                  <a:rect l="l" t="t" r="r" b="b"/>
                  <a:pathLst>
                    <a:path w="53" h="53" extrusionOk="0">
                      <a:moveTo>
                        <a:pt x="53" y="26"/>
                      </a:moveTo>
                      <a:cubicBezTo>
                        <a:pt x="53" y="41"/>
                        <a:pt x="41" y="53"/>
                        <a:pt x="27" y="53"/>
                      </a:cubicBezTo>
                      <a:cubicBezTo>
                        <a:pt x="12" y="53"/>
                        <a:pt x="0" y="41"/>
                        <a:pt x="0" y="26"/>
                      </a:cubicBezTo>
                      <a:cubicBezTo>
                        <a:pt x="0" y="12"/>
                        <a:pt x="12" y="0"/>
                        <a:pt x="27" y="0"/>
                      </a:cubicBezTo>
                      <a:cubicBezTo>
                        <a:pt x="41" y="0"/>
                        <a:pt x="53" y="12"/>
                        <a:pt x="53" y="2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39" name="Google Shape;239;p9"/>
                <p:cNvSpPr/>
                <p:nvPr/>
              </p:nvSpPr>
              <p:spPr>
                <a:xfrm>
                  <a:off x="7562880" y="2562480"/>
                  <a:ext cx="18720" cy="19080"/>
                </a:xfrm>
                <a:custGeom>
                  <a:avLst/>
                  <a:gdLst/>
                  <a:ahLst/>
                  <a:cxnLst/>
                  <a:rect l="l" t="t" r="r" b="b"/>
                  <a:pathLst>
                    <a:path w="52" h="53" extrusionOk="0">
                      <a:moveTo>
                        <a:pt x="52" y="26"/>
                      </a:moveTo>
                      <a:cubicBezTo>
                        <a:pt x="52" y="41"/>
                        <a:pt x="41" y="53"/>
                        <a:pt x="26" y="53"/>
                      </a:cubicBezTo>
                      <a:cubicBezTo>
                        <a:pt x="12" y="53"/>
                        <a:pt x="0" y="41"/>
                        <a:pt x="0" y="26"/>
                      </a:cubicBezTo>
                      <a:cubicBezTo>
                        <a:pt x="0" y="12"/>
                        <a:pt x="12" y="0"/>
                        <a:pt x="26" y="0"/>
                      </a:cubicBezTo>
                      <a:cubicBezTo>
                        <a:pt x="41" y="0"/>
                        <a:pt x="52" y="12"/>
                        <a:pt x="52" y="2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40" name="Google Shape;240;p9"/>
                <p:cNvSpPr/>
                <p:nvPr/>
              </p:nvSpPr>
              <p:spPr>
                <a:xfrm>
                  <a:off x="7513920" y="2574360"/>
                  <a:ext cx="35640" cy="9000"/>
                </a:xfrm>
                <a:custGeom>
                  <a:avLst/>
                  <a:gdLst/>
                  <a:ahLst/>
                  <a:cxnLst/>
                  <a:rect l="l" t="t" r="r" b="b"/>
                  <a:pathLst>
                    <a:path w="99" h="25" extrusionOk="0">
                      <a:moveTo>
                        <a:pt x="50" y="25"/>
                      </a:moveTo>
                      <a:cubicBezTo>
                        <a:pt x="16" y="25"/>
                        <a:pt x="2" y="11"/>
                        <a:pt x="1" y="10"/>
                      </a:cubicBezTo>
                      <a:cubicBezTo>
                        <a:pt x="-1" y="8"/>
                        <a:pt x="-1" y="5"/>
                        <a:pt x="1" y="2"/>
                      </a:cubicBezTo>
                      <a:cubicBezTo>
                        <a:pt x="3" y="0"/>
                        <a:pt x="7" y="0"/>
                        <a:pt x="9" y="2"/>
                      </a:cubicBezTo>
                      <a:cubicBezTo>
                        <a:pt x="9" y="2"/>
                        <a:pt x="21" y="13"/>
                        <a:pt x="50" y="13"/>
                      </a:cubicBezTo>
                      <a:cubicBezTo>
                        <a:pt x="78" y="13"/>
                        <a:pt x="88" y="3"/>
                        <a:pt x="88" y="3"/>
                      </a:cubicBezTo>
                      <a:cubicBezTo>
                        <a:pt x="90" y="0"/>
                        <a:pt x="94" y="0"/>
                        <a:pt x="96" y="2"/>
                      </a:cubicBezTo>
                      <a:cubicBezTo>
                        <a:pt x="99" y="4"/>
                        <a:pt x="99" y="8"/>
                        <a:pt x="97" y="10"/>
                      </a:cubicBezTo>
                      <a:cubicBezTo>
                        <a:pt x="97" y="11"/>
                        <a:pt x="84" y="25"/>
                        <a:pt x="50" y="2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grpSp>
          <p:nvGrpSpPr>
            <p:cNvPr id="241" name="Google Shape;241;p9"/>
            <p:cNvGrpSpPr/>
            <p:nvPr/>
          </p:nvGrpSpPr>
          <p:grpSpPr>
            <a:xfrm>
              <a:off x="167549" y="3705677"/>
              <a:ext cx="1081343" cy="1271776"/>
              <a:chOff x="167545" y="3705676"/>
              <a:chExt cx="1081343" cy="1271776"/>
            </a:xfrm>
          </p:grpSpPr>
          <p:sp>
            <p:nvSpPr>
              <p:cNvPr id="242" name="Google Shape;242;p9"/>
              <p:cNvSpPr/>
              <p:nvPr/>
            </p:nvSpPr>
            <p:spPr>
              <a:xfrm rot="-1103885">
                <a:off x="318169" y="3801788"/>
                <a:ext cx="780094" cy="1079550"/>
              </a:xfrm>
              <a:custGeom>
                <a:avLst/>
                <a:gdLst/>
                <a:ahLst/>
                <a:cxnLst/>
                <a:rect l="l" t="t" r="r" b="b"/>
                <a:pathLst>
                  <a:path w="620" h="858" extrusionOk="0">
                    <a:moveTo>
                      <a:pt x="7" y="79"/>
                    </a:moveTo>
                    <a:cubicBezTo>
                      <a:pt x="-9" y="211"/>
                      <a:pt x="6" y="666"/>
                      <a:pt x="19" y="722"/>
                    </a:cubicBezTo>
                    <a:cubicBezTo>
                      <a:pt x="31" y="779"/>
                      <a:pt x="89" y="834"/>
                      <a:pt x="238" y="853"/>
                    </a:cubicBezTo>
                    <a:cubicBezTo>
                      <a:pt x="386" y="873"/>
                      <a:pt x="459" y="838"/>
                      <a:pt x="480" y="766"/>
                    </a:cubicBezTo>
                    <a:cubicBezTo>
                      <a:pt x="501" y="693"/>
                      <a:pt x="590" y="331"/>
                      <a:pt x="611" y="235"/>
                    </a:cubicBezTo>
                    <a:cubicBezTo>
                      <a:pt x="631" y="138"/>
                      <a:pt x="649" y="61"/>
                      <a:pt x="312" y="12"/>
                    </a:cubicBezTo>
                    <a:cubicBezTo>
                      <a:pt x="119" y="-16"/>
                      <a:pt x="17" y="6"/>
                      <a:pt x="7" y="79"/>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sp>
            <p:nvSpPr>
              <p:cNvPr id="243" name="Google Shape;243;p9"/>
              <p:cNvSpPr/>
              <p:nvPr/>
            </p:nvSpPr>
            <p:spPr>
              <a:xfrm rot="-1103885">
                <a:off x="318169" y="3801159"/>
                <a:ext cx="780094" cy="1080808"/>
              </a:xfrm>
              <a:custGeom>
                <a:avLst/>
                <a:gdLst/>
                <a:ahLst/>
                <a:cxnLst/>
                <a:rect l="l" t="t" r="r" b="b"/>
                <a:pathLst>
                  <a:path w="620" h="859" extrusionOk="0">
                    <a:moveTo>
                      <a:pt x="312" y="12"/>
                    </a:moveTo>
                    <a:cubicBezTo>
                      <a:pt x="119" y="-16"/>
                      <a:pt x="16" y="6"/>
                      <a:pt x="7" y="80"/>
                    </a:cubicBezTo>
                    <a:cubicBezTo>
                      <a:pt x="-9" y="212"/>
                      <a:pt x="6" y="666"/>
                      <a:pt x="19" y="723"/>
                    </a:cubicBezTo>
                    <a:cubicBezTo>
                      <a:pt x="31" y="780"/>
                      <a:pt x="89" y="834"/>
                      <a:pt x="238" y="854"/>
                    </a:cubicBezTo>
                    <a:cubicBezTo>
                      <a:pt x="386" y="874"/>
                      <a:pt x="459" y="839"/>
                      <a:pt x="480" y="767"/>
                    </a:cubicBezTo>
                    <a:cubicBezTo>
                      <a:pt x="501" y="694"/>
                      <a:pt x="590" y="332"/>
                      <a:pt x="611" y="235"/>
                    </a:cubicBezTo>
                    <a:cubicBezTo>
                      <a:pt x="631" y="139"/>
                      <a:pt x="649" y="61"/>
                      <a:pt x="312" y="12"/>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44" name="Google Shape;244;p9"/>
              <p:cNvSpPr/>
              <p:nvPr/>
            </p:nvSpPr>
            <p:spPr>
              <a:xfrm rot="-1103885">
                <a:off x="248785" y="3854722"/>
                <a:ext cx="664338" cy="168601"/>
              </a:xfrm>
              <a:custGeom>
                <a:avLst/>
                <a:gdLst/>
                <a:ahLst/>
                <a:cxnLst/>
                <a:rect l="l" t="t" r="r" b="b"/>
                <a:pathLst>
                  <a:path w="528" h="134" extrusionOk="0">
                    <a:moveTo>
                      <a:pt x="270" y="12"/>
                    </a:moveTo>
                    <a:cubicBezTo>
                      <a:pt x="123" y="-15"/>
                      <a:pt x="15" y="7"/>
                      <a:pt x="1" y="39"/>
                    </a:cubicBezTo>
                    <a:cubicBezTo>
                      <a:pt x="-13" y="70"/>
                      <a:pt x="132" y="104"/>
                      <a:pt x="262" y="120"/>
                    </a:cubicBezTo>
                    <a:cubicBezTo>
                      <a:pt x="392" y="135"/>
                      <a:pt x="527" y="144"/>
                      <a:pt x="528" y="115"/>
                    </a:cubicBezTo>
                    <a:cubicBezTo>
                      <a:pt x="528" y="85"/>
                      <a:pt x="452" y="44"/>
                      <a:pt x="270" y="12"/>
                    </a:cubicBezTo>
                    <a:close/>
                  </a:path>
                </a:pathLst>
              </a:custGeom>
              <a:solidFill>
                <a:schemeClr val="lt1"/>
              </a:solidFill>
              <a:ln>
                <a:noFill/>
              </a:ln>
            </p:spPr>
            <p:txBody>
              <a:bodyPr spcFirstLastPara="1" wrap="square" lIns="90000" tIns="3225" rIns="90000" bIns="32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45" name="Google Shape;245;p9"/>
              <p:cNvSpPr/>
              <p:nvPr/>
            </p:nvSpPr>
            <p:spPr>
              <a:xfrm rot="-1103885">
                <a:off x="400742" y="4129319"/>
                <a:ext cx="636658" cy="697052"/>
              </a:xfrm>
              <a:custGeom>
                <a:avLst/>
                <a:gdLst/>
                <a:ahLst/>
                <a:cxnLst/>
                <a:rect l="l" t="t" r="r" b="b"/>
                <a:pathLst>
                  <a:path w="506" h="554" extrusionOk="0">
                    <a:moveTo>
                      <a:pt x="2" y="44"/>
                    </a:moveTo>
                    <a:cubicBezTo>
                      <a:pt x="-7" y="93"/>
                      <a:pt x="23" y="424"/>
                      <a:pt x="36" y="461"/>
                    </a:cubicBezTo>
                    <a:cubicBezTo>
                      <a:pt x="49" y="499"/>
                      <a:pt x="113" y="535"/>
                      <a:pt x="216" y="549"/>
                    </a:cubicBezTo>
                    <a:cubicBezTo>
                      <a:pt x="318" y="562"/>
                      <a:pt x="391" y="553"/>
                      <a:pt x="412" y="491"/>
                    </a:cubicBezTo>
                    <a:cubicBezTo>
                      <a:pt x="440" y="408"/>
                      <a:pt x="493" y="185"/>
                      <a:pt x="505" y="123"/>
                    </a:cubicBezTo>
                    <a:cubicBezTo>
                      <a:pt x="514" y="74"/>
                      <a:pt x="426" y="33"/>
                      <a:pt x="266" y="14"/>
                    </a:cubicBezTo>
                    <a:cubicBezTo>
                      <a:pt x="98" y="-6"/>
                      <a:pt x="13" y="-9"/>
                      <a:pt x="2" y="44"/>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46" name="Google Shape;246;p9"/>
              <p:cNvSpPr/>
              <p:nvPr/>
            </p:nvSpPr>
            <p:spPr>
              <a:xfrm rot="-1103885">
                <a:off x="321818" y="4142304"/>
                <a:ext cx="632883" cy="181183"/>
              </a:xfrm>
              <a:custGeom>
                <a:avLst/>
                <a:gdLst/>
                <a:ahLst/>
                <a:cxnLst/>
                <a:rect l="l" t="t" r="r" b="b"/>
                <a:pathLst>
                  <a:path w="503" h="144" extrusionOk="0">
                    <a:moveTo>
                      <a:pt x="264" y="14"/>
                    </a:moveTo>
                    <a:cubicBezTo>
                      <a:pt x="97" y="-6"/>
                      <a:pt x="12" y="-9"/>
                      <a:pt x="0" y="43"/>
                    </a:cubicBezTo>
                    <a:cubicBezTo>
                      <a:pt x="3" y="125"/>
                      <a:pt x="500" y="182"/>
                      <a:pt x="503" y="113"/>
                    </a:cubicBezTo>
                    <a:lnTo>
                      <a:pt x="503" y="113"/>
                    </a:lnTo>
                    <a:cubicBezTo>
                      <a:pt x="499" y="68"/>
                      <a:pt x="412" y="31"/>
                      <a:pt x="264" y="14"/>
                    </a:cubicBezTo>
                    <a:close/>
                  </a:path>
                </a:pathLst>
              </a:custGeom>
              <a:solidFill>
                <a:schemeClr val="dk1"/>
              </a:solidFill>
              <a:ln>
                <a:noFill/>
              </a:ln>
            </p:spPr>
            <p:txBody>
              <a:bodyPr spcFirstLastPara="1" wrap="square" lIns="90000" tIns="6825" rIns="90000" bIns="68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nvGrpSpPr>
              <p:cNvPr id="247" name="Google Shape;247;p9"/>
              <p:cNvGrpSpPr/>
              <p:nvPr/>
            </p:nvGrpSpPr>
            <p:grpSpPr>
              <a:xfrm>
                <a:off x="460876" y="4342452"/>
                <a:ext cx="494691" cy="275141"/>
                <a:chOff x="2988976" y="4360739"/>
                <a:chExt cx="494691" cy="275141"/>
              </a:xfrm>
            </p:grpSpPr>
            <p:sp>
              <p:nvSpPr>
                <p:cNvPr id="248" name="Google Shape;248;p9"/>
                <p:cNvSpPr/>
                <p:nvPr/>
              </p:nvSpPr>
              <p:spPr>
                <a:xfrm rot="-723949">
                  <a:off x="3005969" y="4438118"/>
                  <a:ext cx="71686" cy="75518"/>
                </a:xfrm>
                <a:custGeom>
                  <a:avLst/>
                  <a:gdLst/>
                  <a:ahLst/>
                  <a:cxnLst/>
                  <a:rect l="l" t="t" r="r" b="b"/>
                  <a:pathLst>
                    <a:path w="56" h="59" extrusionOk="0">
                      <a:moveTo>
                        <a:pt x="28" y="59"/>
                      </a:moveTo>
                      <a:cubicBezTo>
                        <a:pt x="66" y="59"/>
                        <a:pt x="66" y="1"/>
                        <a:pt x="29" y="0"/>
                      </a:cubicBezTo>
                      <a:cubicBezTo>
                        <a:pt x="-9" y="0"/>
                        <a:pt x="-10" y="58"/>
                        <a:pt x="28" y="5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49" name="Google Shape;249;p9"/>
                <p:cNvSpPr/>
                <p:nvPr/>
              </p:nvSpPr>
              <p:spPr>
                <a:xfrm rot="-723949">
                  <a:off x="3360040" y="4367531"/>
                  <a:ext cx="72966" cy="75518"/>
                </a:xfrm>
                <a:custGeom>
                  <a:avLst/>
                  <a:gdLst/>
                  <a:ahLst/>
                  <a:cxnLst/>
                  <a:rect l="l" t="t" r="r" b="b"/>
                  <a:pathLst>
                    <a:path w="57" h="59" extrusionOk="0">
                      <a:moveTo>
                        <a:pt x="28" y="59"/>
                      </a:moveTo>
                      <a:cubicBezTo>
                        <a:pt x="66" y="60"/>
                        <a:pt x="67" y="1"/>
                        <a:pt x="29" y="0"/>
                      </a:cubicBezTo>
                      <a:cubicBezTo>
                        <a:pt x="-9" y="0"/>
                        <a:pt x="-9" y="58"/>
                        <a:pt x="28" y="5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50" name="Google Shape;250;p9"/>
                <p:cNvSpPr/>
                <p:nvPr/>
              </p:nvSpPr>
              <p:spPr>
                <a:xfrm rot="-723949">
                  <a:off x="3122411" y="4438568"/>
                  <a:ext cx="220178" cy="131836"/>
                </a:xfrm>
                <a:custGeom>
                  <a:avLst/>
                  <a:gdLst/>
                  <a:ahLst/>
                  <a:cxnLst/>
                  <a:rect l="l" t="t" r="r" b="b"/>
                  <a:pathLst>
                    <a:path w="172" h="103" extrusionOk="0">
                      <a:moveTo>
                        <a:pt x="1" y="0"/>
                      </a:moveTo>
                      <a:cubicBezTo>
                        <a:pt x="1" y="2"/>
                        <a:pt x="0" y="4"/>
                        <a:pt x="0" y="6"/>
                      </a:cubicBezTo>
                      <a:cubicBezTo>
                        <a:pt x="0" y="59"/>
                        <a:pt x="37" y="103"/>
                        <a:pt x="85" y="103"/>
                      </a:cubicBezTo>
                      <a:cubicBezTo>
                        <a:pt x="132" y="104"/>
                        <a:pt x="172" y="61"/>
                        <a:pt x="172" y="8"/>
                      </a:cubicBezTo>
                      <a:cubicBezTo>
                        <a:pt x="172" y="6"/>
                        <a:pt x="172" y="4"/>
                        <a:pt x="172" y="2"/>
                      </a:cubicBezTo>
                      <a:lnTo>
                        <a:pt x="1"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51" name="Google Shape;251;p9"/>
                <p:cNvSpPr/>
                <p:nvPr/>
              </p:nvSpPr>
              <p:spPr>
                <a:xfrm rot="-723949">
                  <a:off x="3162149" y="4499657"/>
                  <a:ext cx="162574" cy="69118"/>
                </a:xfrm>
                <a:custGeom>
                  <a:avLst/>
                  <a:gdLst/>
                  <a:ahLst/>
                  <a:cxnLst/>
                  <a:rect l="l" t="t" r="r" b="b"/>
                  <a:pathLst>
                    <a:path w="127" h="54" extrusionOk="0">
                      <a:moveTo>
                        <a:pt x="127" y="19"/>
                      </a:moveTo>
                      <a:cubicBezTo>
                        <a:pt x="105" y="4"/>
                        <a:pt x="77" y="-3"/>
                        <a:pt x="51" y="1"/>
                      </a:cubicBezTo>
                      <a:cubicBezTo>
                        <a:pt x="32" y="5"/>
                        <a:pt x="14" y="14"/>
                        <a:pt x="0" y="26"/>
                      </a:cubicBezTo>
                      <a:cubicBezTo>
                        <a:pt x="15" y="43"/>
                        <a:pt x="36" y="54"/>
                        <a:pt x="59" y="54"/>
                      </a:cubicBezTo>
                      <a:cubicBezTo>
                        <a:pt x="86" y="55"/>
                        <a:pt x="111" y="41"/>
                        <a:pt x="127"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52" name="Google Shape;252;p9"/>
                <p:cNvSpPr/>
                <p:nvPr/>
              </p:nvSpPr>
              <p:spPr>
                <a:xfrm rot="-723949">
                  <a:off x="2996519" y="4540161"/>
                  <a:ext cx="116490" cy="84477"/>
                </a:xfrm>
                <a:custGeom>
                  <a:avLst/>
                  <a:gdLst/>
                  <a:ahLst/>
                  <a:cxnLst/>
                  <a:rect l="l" t="t" r="r" b="b"/>
                  <a:pathLst>
                    <a:path w="91" h="66" extrusionOk="0">
                      <a:moveTo>
                        <a:pt x="91" y="34"/>
                      </a:moveTo>
                      <a:cubicBezTo>
                        <a:pt x="91" y="52"/>
                        <a:pt x="70" y="66"/>
                        <a:pt x="45" y="66"/>
                      </a:cubicBezTo>
                      <a:cubicBezTo>
                        <a:pt x="20" y="65"/>
                        <a:pt x="-1" y="51"/>
                        <a:pt x="0" y="32"/>
                      </a:cubicBezTo>
                      <a:cubicBezTo>
                        <a:pt x="0" y="14"/>
                        <a:pt x="21" y="0"/>
                        <a:pt x="46" y="0"/>
                      </a:cubicBezTo>
                      <a:cubicBezTo>
                        <a:pt x="71" y="1"/>
                        <a:pt x="91" y="16"/>
                        <a:pt x="91" y="34"/>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253" name="Google Shape;253;p9"/>
                <p:cNvSpPr/>
                <p:nvPr/>
              </p:nvSpPr>
              <p:spPr>
                <a:xfrm rot="-723949">
                  <a:off x="3359769" y="4470352"/>
                  <a:ext cx="116490" cy="83197"/>
                </a:xfrm>
                <a:custGeom>
                  <a:avLst/>
                  <a:gdLst/>
                  <a:ahLst/>
                  <a:cxnLst/>
                  <a:rect l="l" t="t" r="r" b="b"/>
                  <a:pathLst>
                    <a:path w="91" h="65" extrusionOk="0">
                      <a:moveTo>
                        <a:pt x="91" y="33"/>
                      </a:moveTo>
                      <a:cubicBezTo>
                        <a:pt x="91" y="51"/>
                        <a:pt x="70" y="66"/>
                        <a:pt x="45" y="65"/>
                      </a:cubicBezTo>
                      <a:cubicBezTo>
                        <a:pt x="20" y="65"/>
                        <a:pt x="0" y="50"/>
                        <a:pt x="0" y="32"/>
                      </a:cubicBezTo>
                      <a:cubicBezTo>
                        <a:pt x="0" y="14"/>
                        <a:pt x="21" y="-1"/>
                        <a:pt x="46" y="0"/>
                      </a:cubicBezTo>
                      <a:cubicBezTo>
                        <a:pt x="71" y="0"/>
                        <a:pt x="92" y="15"/>
                        <a:pt x="91" y="3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grpSp>
      <p:sp>
        <p:nvSpPr>
          <p:cNvPr id="254" name="Google Shape;254;p9"/>
          <p:cNvSpPr/>
          <p:nvPr/>
        </p:nvSpPr>
        <p:spPr>
          <a:xfrm flipH="1">
            <a:off x="242450" y="106890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8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CUSTOM_1">
    <p:spTree>
      <p:nvGrpSpPr>
        <p:cNvPr id="1" name="Shape 308"/>
        <p:cNvGrpSpPr/>
        <p:nvPr/>
      </p:nvGrpSpPr>
      <p:grpSpPr>
        <a:xfrm>
          <a:off x="0" y="0"/>
          <a:ext cx="0" cy="0"/>
          <a:chOff x="0" y="0"/>
          <a:chExt cx="0" cy="0"/>
        </a:xfrm>
      </p:grpSpPr>
      <p:grpSp>
        <p:nvGrpSpPr>
          <p:cNvPr id="309" name="Google Shape;309;p14"/>
          <p:cNvGrpSpPr/>
          <p:nvPr/>
        </p:nvGrpSpPr>
        <p:grpSpPr>
          <a:xfrm>
            <a:off x="-7800" y="0"/>
            <a:ext cx="9159600" cy="5143500"/>
            <a:chOff x="-7800" y="0"/>
            <a:chExt cx="9159600" cy="5143500"/>
          </a:xfrm>
        </p:grpSpPr>
        <p:grpSp>
          <p:nvGrpSpPr>
            <p:cNvPr id="310" name="Google Shape;310;p14"/>
            <p:cNvGrpSpPr/>
            <p:nvPr/>
          </p:nvGrpSpPr>
          <p:grpSpPr>
            <a:xfrm>
              <a:off x="228530" y="0"/>
              <a:ext cx="8686941" cy="5143500"/>
              <a:chOff x="0" y="0"/>
              <a:chExt cx="8686941" cy="5143500"/>
            </a:xfrm>
          </p:grpSpPr>
          <p:sp>
            <p:nvSpPr>
              <p:cNvPr id="311" name="Google Shape;311;p14"/>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2" name="Google Shape;312;p14"/>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3" name="Google Shape;313;p14"/>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4" name="Google Shape;314;p14"/>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5" name="Google Shape;315;p14"/>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6" name="Google Shape;316;p14"/>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7" name="Google Shape;317;p14"/>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8" name="Google Shape;318;p14"/>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9" name="Google Shape;319;p14"/>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0" name="Google Shape;320;p14"/>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21" name="Google Shape;321;p14"/>
            <p:cNvGrpSpPr/>
            <p:nvPr/>
          </p:nvGrpSpPr>
          <p:grpSpPr>
            <a:xfrm>
              <a:off x="-7800" y="0"/>
              <a:ext cx="9159600" cy="5143500"/>
              <a:chOff x="-7800" y="0"/>
              <a:chExt cx="9159600" cy="5143500"/>
            </a:xfrm>
          </p:grpSpPr>
          <p:sp>
            <p:nvSpPr>
              <p:cNvPr id="322" name="Google Shape;322;p14"/>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3" name="Google Shape;323;p14"/>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4" name="Google Shape;324;p14"/>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5" name="Google Shape;325;p14"/>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6" name="Google Shape;326;p14"/>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7" name="Google Shape;327;p14"/>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328" name="Google Shape;328;p1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atin typeface="Arial Rounded MT Bold" panose="020F0704030504030204" pitchFamily="34" charset="0"/>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grpSp>
        <p:nvGrpSpPr>
          <p:cNvPr id="329" name="Google Shape;329;p14"/>
          <p:cNvGrpSpPr/>
          <p:nvPr/>
        </p:nvGrpSpPr>
        <p:grpSpPr>
          <a:xfrm>
            <a:off x="301855" y="363050"/>
            <a:ext cx="8654329" cy="4479950"/>
            <a:chOff x="301855" y="363050"/>
            <a:chExt cx="8654329" cy="4479950"/>
          </a:xfrm>
        </p:grpSpPr>
        <p:sp>
          <p:nvSpPr>
            <p:cNvPr id="330" name="Google Shape;330;p14"/>
            <p:cNvSpPr/>
            <p:nvPr/>
          </p:nvSpPr>
          <p:spPr>
            <a:xfrm>
              <a:off x="8575775" y="36305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331" name="Google Shape;331;p14"/>
            <p:cNvSpPr/>
            <p:nvPr/>
          </p:nvSpPr>
          <p:spPr>
            <a:xfrm>
              <a:off x="301855" y="460400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_2">
    <p:spTree>
      <p:nvGrpSpPr>
        <p:cNvPr id="1" name="Shape 360"/>
        <p:cNvGrpSpPr/>
        <p:nvPr/>
      </p:nvGrpSpPr>
      <p:grpSpPr>
        <a:xfrm>
          <a:off x="0" y="0"/>
          <a:ext cx="0" cy="0"/>
          <a:chOff x="0" y="0"/>
          <a:chExt cx="0" cy="0"/>
        </a:xfrm>
      </p:grpSpPr>
      <p:grpSp>
        <p:nvGrpSpPr>
          <p:cNvPr id="361" name="Google Shape;361;p16"/>
          <p:cNvGrpSpPr/>
          <p:nvPr/>
        </p:nvGrpSpPr>
        <p:grpSpPr>
          <a:xfrm>
            <a:off x="-7800" y="0"/>
            <a:ext cx="9159600" cy="5143500"/>
            <a:chOff x="-7800" y="0"/>
            <a:chExt cx="9159600" cy="5143500"/>
          </a:xfrm>
        </p:grpSpPr>
        <p:grpSp>
          <p:nvGrpSpPr>
            <p:cNvPr id="362" name="Google Shape;362;p16"/>
            <p:cNvGrpSpPr/>
            <p:nvPr/>
          </p:nvGrpSpPr>
          <p:grpSpPr>
            <a:xfrm>
              <a:off x="228530" y="0"/>
              <a:ext cx="8686941" cy="5143500"/>
              <a:chOff x="0" y="0"/>
              <a:chExt cx="8686941" cy="5143500"/>
            </a:xfrm>
          </p:grpSpPr>
          <p:sp>
            <p:nvSpPr>
              <p:cNvPr id="363" name="Google Shape;363;p16"/>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4" name="Google Shape;364;p16"/>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5" name="Google Shape;365;p16"/>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6" name="Google Shape;366;p16"/>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7" name="Google Shape;367;p16"/>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8" name="Google Shape;368;p16"/>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9" name="Google Shape;369;p16"/>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0" name="Google Shape;370;p16"/>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1" name="Google Shape;371;p16"/>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2" name="Google Shape;372;p16"/>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73" name="Google Shape;373;p16"/>
            <p:cNvGrpSpPr/>
            <p:nvPr/>
          </p:nvGrpSpPr>
          <p:grpSpPr>
            <a:xfrm>
              <a:off x="-7800" y="0"/>
              <a:ext cx="9159600" cy="5143500"/>
              <a:chOff x="-7800" y="0"/>
              <a:chExt cx="9159600" cy="5143500"/>
            </a:xfrm>
          </p:grpSpPr>
          <p:sp>
            <p:nvSpPr>
              <p:cNvPr id="374" name="Google Shape;374;p16"/>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5" name="Google Shape;375;p16"/>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6" name="Google Shape;376;p16"/>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7" name="Google Shape;377;p16"/>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8" name="Google Shape;378;p16"/>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9" name="Google Shape;379;p16"/>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380" name="Google Shape;380;p16"/>
          <p:cNvSpPr txBox="1">
            <a:spLocks noGrp="1"/>
          </p:cNvSpPr>
          <p:nvPr>
            <p:ph type="subTitle" idx="1"/>
          </p:nvPr>
        </p:nvSpPr>
        <p:spPr>
          <a:xfrm>
            <a:off x="1197116" y="2036094"/>
            <a:ext cx="3244800" cy="622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81" name="Google Shape;381;p16"/>
          <p:cNvSpPr txBox="1">
            <a:spLocks noGrp="1"/>
          </p:cNvSpPr>
          <p:nvPr>
            <p:ph type="subTitle" idx="2"/>
          </p:nvPr>
        </p:nvSpPr>
        <p:spPr>
          <a:xfrm>
            <a:off x="4680934" y="2036094"/>
            <a:ext cx="3244800" cy="622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82" name="Google Shape;382;p16"/>
          <p:cNvSpPr txBox="1">
            <a:spLocks noGrp="1"/>
          </p:cNvSpPr>
          <p:nvPr>
            <p:ph type="subTitle" idx="3"/>
          </p:nvPr>
        </p:nvSpPr>
        <p:spPr>
          <a:xfrm>
            <a:off x="1197116" y="3858544"/>
            <a:ext cx="3244800" cy="622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83" name="Google Shape;383;p16"/>
          <p:cNvSpPr txBox="1">
            <a:spLocks noGrp="1"/>
          </p:cNvSpPr>
          <p:nvPr>
            <p:ph type="subTitle" idx="4"/>
          </p:nvPr>
        </p:nvSpPr>
        <p:spPr>
          <a:xfrm>
            <a:off x="4680934" y="3858544"/>
            <a:ext cx="3244800" cy="622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84" name="Google Shape;384;p16"/>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atin typeface="Arial Rounded MT Bold" panose="020F0704030504030204" pitchFamily="34" charset="0"/>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385" name="Google Shape;385;p16"/>
          <p:cNvSpPr txBox="1">
            <a:spLocks noGrp="1"/>
          </p:cNvSpPr>
          <p:nvPr>
            <p:ph type="title" idx="5" hasCustomPrompt="1"/>
          </p:nvPr>
        </p:nvSpPr>
        <p:spPr>
          <a:xfrm>
            <a:off x="2452766" y="1251951"/>
            <a:ext cx="7335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2800">
                <a:latin typeface="Arial Rounded MT Bold" panose="020F0704030504030204" pitchFamily="34" charset="0"/>
              </a:defRPr>
            </a:lvl1pPr>
            <a:lvl2pPr lvl="1" rtl="0">
              <a:lnSpc>
                <a:spcPct val="115000"/>
              </a:lnSpc>
              <a:spcBef>
                <a:spcPts val="0"/>
              </a:spcBef>
              <a:spcAft>
                <a:spcPts val="0"/>
              </a:spcAft>
              <a:buSzPts val="3000"/>
              <a:buNone/>
              <a:defRPr sz="3000"/>
            </a:lvl2pPr>
            <a:lvl3pPr lvl="2" rtl="0">
              <a:lnSpc>
                <a:spcPct val="115000"/>
              </a:lnSpc>
              <a:spcBef>
                <a:spcPts val="0"/>
              </a:spcBef>
              <a:spcAft>
                <a:spcPts val="0"/>
              </a:spcAft>
              <a:buSzPts val="3000"/>
              <a:buNone/>
              <a:defRPr sz="3000"/>
            </a:lvl3pPr>
            <a:lvl4pPr lvl="3" rtl="0">
              <a:lnSpc>
                <a:spcPct val="115000"/>
              </a:lnSpc>
              <a:spcBef>
                <a:spcPts val="0"/>
              </a:spcBef>
              <a:spcAft>
                <a:spcPts val="0"/>
              </a:spcAft>
              <a:buSzPts val="3000"/>
              <a:buNone/>
              <a:defRPr sz="3000"/>
            </a:lvl4pPr>
            <a:lvl5pPr lvl="4" rtl="0">
              <a:lnSpc>
                <a:spcPct val="115000"/>
              </a:lnSpc>
              <a:spcBef>
                <a:spcPts val="0"/>
              </a:spcBef>
              <a:spcAft>
                <a:spcPts val="0"/>
              </a:spcAft>
              <a:buSzPts val="3000"/>
              <a:buNone/>
              <a:defRPr sz="3000"/>
            </a:lvl5pPr>
            <a:lvl6pPr lvl="5" rtl="0">
              <a:lnSpc>
                <a:spcPct val="115000"/>
              </a:lnSpc>
              <a:spcBef>
                <a:spcPts val="0"/>
              </a:spcBef>
              <a:spcAft>
                <a:spcPts val="0"/>
              </a:spcAft>
              <a:buSzPts val="3000"/>
              <a:buNone/>
              <a:defRPr sz="3000"/>
            </a:lvl6pPr>
            <a:lvl7pPr lvl="6" rtl="0">
              <a:lnSpc>
                <a:spcPct val="115000"/>
              </a:lnSpc>
              <a:spcBef>
                <a:spcPts val="0"/>
              </a:spcBef>
              <a:spcAft>
                <a:spcPts val="0"/>
              </a:spcAft>
              <a:buSzPts val="3000"/>
              <a:buNone/>
              <a:defRPr sz="3000"/>
            </a:lvl7pPr>
            <a:lvl8pPr lvl="7" rtl="0">
              <a:lnSpc>
                <a:spcPct val="115000"/>
              </a:lnSpc>
              <a:spcBef>
                <a:spcPts val="0"/>
              </a:spcBef>
              <a:spcAft>
                <a:spcPts val="0"/>
              </a:spcAft>
              <a:buSzPts val="3000"/>
              <a:buNone/>
              <a:defRPr sz="3000"/>
            </a:lvl8pPr>
            <a:lvl9pPr lvl="8" rtl="0">
              <a:lnSpc>
                <a:spcPct val="115000"/>
              </a:lnSpc>
              <a:spcBef>
                <a:spcPts val="0"/>
              </a:spcBef>
              <a:spcAft>
                <a:spcPts val="0"/>
              </a:spcAft>
              <a:buSzPts val="3000"/>
              <a:buNone/>
              <a:defRPr sz="3000"/>
            </a:lvl9pPr>
          </a:lstStyle>
          <a:p>
            <a:r>
              <a:rPr dirty="0"/>
              <a:t>xx%</a:t>
            </a:r>
          </a:p>
        </p:txBody>
      </p:sp>
      <p:sp>
        <p:nvSpPr>
          <p:cNvPr id="386" name="Google Shape;386;p16"/>
          <p:cNvSpPr txBox="1">
            <a:spLocks noGrp="1"/>
          </p:cNvSpPr>
          <p:nvPr>
            <p:ph type="title" idx="6" hasCustomPrompt="1"/>
          </p:nvPr>
        </p:nvSpPr>
        <p:spPr>
          <a:xfrm>
            <a:off x="2453816" y="3073251"/>
            <a:ext cx="7314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2800">
                <a:latin typeface="Arial Rounded MT Bold" panose="020F0704030504030204" pitchFamily="34" charset="0"/>
              </a:defRPr>
            </a:lvl1pPr>
            <a:lvl2pPr lvl="1" rtl="0">
              <a:lnSpc>
                <a:spcPct val="115000"/>
              </a:lnSpc>
              <a:spcBef>
                <a:spcPts val="0"/>
              </a:spcBef>
              <a:spcAft>
                <a:spcPts val="0"/>
              </a:spcAft>
              <a:buSzPts val="3000"/>
              <a:buNone/>
              <a:defRPr sz="3000"/>
            </a:lvl2pPr>
            <a:lvl3pPr lvl="2" rtl="0">
              <a:lnSpc>
                <a:spcPct val="115000"/>
              </a:lnSpc>
              <a:spcBef>
                <a:spcPts val="0"/>
              </a:spcBef>
              <a:spcAft>
                <a:spcPts val="0"/>
              </a:spcAft>
              <a:buSzPts val="3000"/>
              <a:buNone/>
              <a:defRPr sz="3000"/>
            </a:lvl3pPr>
            <a:lvl4pPr lvl="3" rtl="0">
              <a:lnSpc>
                <a:spcPct val="115000"/>
              </a:lnSpc>
              <a:spcBef>
                <a:spcPts val="0"/>
              </a:spcBef>
              <a:spcAft>
                <a:spcPts val="0"/>
              </a:spcAft>
              <a:buSzPts val="3000"/>
              <a:buNone/>
              <a:defRPr sz="3000"/>
            </a:lvl4pPr>
            <a:lvl5pPr lvl="4" rtl="0">
              <a:lnSpc>
                <a:spcPct val="115000"/>
              </a:lnSpc>
              <a:spcBef>
                <a:spcPts val="0"/>
              </a:spcBef>
              <a:spcAft>
                <a:spcPts val="0"/>
              </a:spcAft>
              <a:buSzPts val="3000"/>
              <a:buNone/>
              <a:defRPr sz="3000"/>
            </a:lvl5pPr>
            <a:lvl6pPr lvl="5" rtl="0">
              <a:lnSpc>
                <a:spcPct val="115000"/>
              </a:lnSpc>
              <a:spcBef>
                <a:spcPts val="0"/>
              </a:spcBef>
              <a:spcAft>
                <a:spcPts val="0"/>
              </a:spcAft>
              <a:buSzPts val="3000"/>
              <a:buNone/>
              <a:defRPr sz="3000"/>
            </a:lvl6pPr>
            <a:lvl7pPr lvl="6" rtl="0">
              <a:lnSpc>
                <a:spcPct val="115000"/>
              </a:lnSpc>
              <a:spcBef>
                <a:spcPts val="0"/>
              </a:spcBef>
              <a:spcAft>
                <a:spcPts val="0"/>
              </a:spcAft>
              <a:buSzPts val="3000"/>
              <a:buNone/>
              <a:defRPr sz="3000"/>
            </a:lvl7pPr>
            <a:lvl8pPr lvl="7" rtl="0">
              <a:lnSpc>
                <a:spcPct val="115000"/>
              </a:lnSpc>
              <a:spcBef>
                <a:spcPts val="0"/>
              </a:spcBef>
              <a:spcAft>
                <a:spcPts val="0"/>
              </a:spcAft>
              <a:buSzPts val="3000"/>
              <a:buNone/>
              <a:defRPr sz="3000"/>
            </a:lvl8pPr>
            <a:lvl9pPr lvl="8" rtl="0">
              <a:lnSpc>
                <a:spcPct val="115000"/>
              </a:lnSpc>
              <a:spcBef>
                <a:spcPts val="0"/>
              </a:spcBef>
              <a:spcAft>
                <a:spcPts val="0"/>
              </a:spcAft>
              <a:buSzPts val="3000"/>
              <a:buNone/>
              <a:defRPr sz="3000"/>
            </a:lvl9pPr>
          </a:lstStyle>
          <a:p>
            <a:r>
              <a:rPr dirty="0"/>
              <a:t>xx%</a:t>
            </a:r>
          </a:p>
        </p:txBody>
      </p:sp>
      <p:sp>
        <p:nvSpPr>
          <p:cNvPr id="387" name="Google Shape;387;p16"/>
          <p:cNvSpPr txBox="1">
            <a:spLocks noGrp="1"/>
          </p:cNvSpPr>
          <p:nvPr>
            <p:ph type="title" idx="7" hasCustomPrompt="1"/>
          </p:nvPr>
        </p:nvSpPr>
        <p:spPr>
          <a:xfrm>
            <a:off x="5937634" y="1252587"/>
            <a:ext cx="731400" cy="4464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2800">
                <a:latin typeface="Arial Rounded MT Bold" panose="020F0704030504030204" pitchFamily="34" charset="0"/>
              </a:defRPr>
            </a:lvl1pPr>
            <a:lvl2pPr lvl="1" rtl="0">
              <a:lnSpc>
                <a:spcPct val="115000"/>
              </a:lnSpc>
              <a:spcBef>
                <a:spcPts val="0"/>
              </a:spcBef>
              <a:spcAft>
                <a:spcPts val="0"/>
              </a:spcAft>
              <a:buSzPts val="3000"/>
              <a:buNone/>
              <a:defRPr sz="3000"/>
            </a:lvl2pPr>
            <a:lvl3pPr lvl="2" rtl="0">
              <a:lnSpc>
                <a:spcPct val="115000"/>
              </a:lnSpc>
              <a:spcBef>
                <a:spcPts val="0"/>
              </a:spcBef>
              <a:spcAft>
                <a:spcPts val="0"/>
              </a:spcAft>
              <a:buSzPts val="3000"/>
              <a:buNone/>
              <a:defRPr sz="3000"/>
            </a:lvl3pPr>
            <a:lvl4pPr lvl="3" rtl="0">
              <a:lnSpc>
                <a:spcPct val="115000"/>
              </a:lnSpc>
              <a:spcBef>
                <a:spcPts val="0"/>
              </a:spcBef>
              <a:spcAft>
                <a:spcPts val="0"/>
              </a:spcAft>
              <a:buSzPts val="3000"/>
              <a:buNone/>
              <a:defRPr sz="3000"/>
            </a:lvl4pPr>
            <a:lvl5pPr lvl="4" rtl="0">
              <a:lnSpc>
                <a:spcPct val="115000"/>
              </a:lnSpc>
              <a:spcBef>
                <a:spcPts val="0"/>
              </a:spcBef>
              <a:spcAft>
                <a:spcPts val="0"/>
              </a:spcAft>
              <a:buSzPts val="3000"/>
              <a:buNone/>
              <a:defRPr sz="3000"/>
            </a:lvl5pPr>
            <a:lvl6pPr lvl="5" rtl="0">
              <a:lnSpc>
                <a:spcPct val="115000"/>
              </a:lnSpc>
              <a:spcBef>
                <a:spcPts val="0"/>
              </a:spcBef>
              <a:spcAft>
                <a:spcPts val="0"/>
              </a:spcAft>
              <a:buSzPts val="3000"/>
              <a:buNone/>
              <a:defRPr sz="3000"/>
            </a:lvl6pPr>
            <a:lvl7pPr lvl="6" rtl="0">
              <a:lnSpc>
                <a:spcPct val="115000"/>
              </a:lnSpc>
              <a:spcBef>
                <a:spcPts val="0"/>
              </a:spcBef>
              <a:spcAft>
                <a:spcPts val="0"/>
              </a:spcAft>
              <a:buSzPts val="3000"/>
              <a:buNone/>
              <a:defRPr sz="3000"/>
            </a:lvl7pPr>
            <a:lvl8pPr lvl="7" rtl="0">
              <a:lnSpc>
                <a:spcPct val="115000"/>
              </a:lnSpc>
              <a:spcBef>
                <a:spcPts val="0"/>
              </a:spcBef>
              <a:spcAft>
                <a:spcPts val="0"/>
              </a:spcAft>
              <a:buSzPts val="3000"/>
              <a:buNone/>
              <a:defRPr sz="3000"/>
            </a:lvl8pPr>
            <a:lvl9pPr lvl="8" rtl="0">
              <a:lnSpc>
                <a:spcPct val="115000"/>
              </a:lnSpc>
              <a:spcBef>
                <a:spcPts val="0"/>
              </a:spcBef>
              <a:spcAft>
                <a:spcPts val="0"/>
              </a:spcAft>
              <a:buSzPts val="3000"/>
              <a:buNone/>
              <a:defRPr sz="3000"/>
            </a:lvl9pPr>
          </a:lstStyle>
          <a:p>
            <a:r>
              <a:rPr dirty="0"/>
              <a:t>xx%</a:t>
            </a:r>
          </a:p>
        </p:txBody>
      </p:sp>
      <p:sp>
        <p:nvSpPr>
          <p:cNvPr id="388" name="Google Shape;388;p16"/>
          <p:cNvSpPr txBox="1">
            <a:spLocks noGrp="1"/>
          </p:cNvSpPr>
          <p:nvPr>
            <p:ph type="title" idx="8" hasCustomPrompt="1"/>
          </p:nvPr>
        </p:nvSpPr>
        <p:spPr>
          <a:xfrm>
            <a:off x="5937634" y="3073252"/>
            <a:ext cx="7314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2800">
                <a:latin typeface="Arial Rounded MT Bold" panose="020F0704030504030204" pitchFamily="34" charset="0"/>
              </a:defRPr>
            </a:lvl1pPr>
            <a:lvl2pPr lvl="1" rtl="0">
              <a:lnSpc>
                <a:spcPct val="115000"/>
              </a:lnSpc>
              <a:spcBef>
                <a:spcPts val="0"/>
              </a:spcBef>
              <a:spcAft>
                <a:spcPts val="0"/>
              </a:spcAft>
              <a:buSzPts val="3000"/>
              <a:buNone/>
              <a:defRPr sz="3000"/>
            </a:lvl2pPr>
            <a:lvl3pPr lvl="2" rtl="0">
              <a:lnSpc>
                <a:spcPct val="115000"/>
              </a:lnSpc>
              <a:spcBef>
                <a:spcPts val="0"/>
              </a:spcBef>
              <a:spcAft>
                <a:spcPts val="0"/>
              </a:spcAft>
              <a:buSzPts val="3000"/>
              <a:buNone/>
              <a:defRPr sz="3000"/>
            </a:lvl3pPr>
            <a:lvl4pPr lvl="3" rtl="0">
              <a:lnSpc>
                <a:spcPct val="115000"/>
              </a:lnSpc>
              <a:spcBef>
                <a:spcPts val="0"/>
              </a:spcBef>
              <a:spcAft>
                <a:spcPts val="0"/>
              </a:spcAft>
              <a:buSzPts val="3000"/>
              <a:buNone/>
              <a:defRPr sz="3000"/>
            </a:lvl4pPr>
            <a:lvl5pPr lvl="4" rtl="0">
              <a:lnSpc>
                <a:spcPct val="115000"/>
              </a:lnSpc>
              <a:spcBef>
                <a:spcPts val="0"/>
              </a:spcBef>
              <a:spcAft>
                <a:spcPts val="0"/>
              </a:spcAft>
              <a:buSzPts val="3000"/>
              <a:buNone/>
              <a:defRPr sz="3000"/>
            </a:lvl5pPr>
            <a:lvl6pPr lvl="5" rtl="0">
              <a:lnSpc>
                <a:spcPct val="115000"/>
              </a:lnSpc>
              <a:spcBef>
                <a:spcPts val="0"/>
              </a:spcBef>
              <a:spcAft>
                <a:spcPts val="0"/>
              </a:spcAft>
              <a:buSzPts val="3000"/>
              <a:buNone/>
              <a:defRPr sz="3000"/>
            </a:lvl6pPr>
            <a:lvl7pPr lvl="6" rtl="0">
              <a:lnSpc>
                <a:spcPct val="115000"/>
              </a:lnSpc>
              <a:spcBef>
                <a:spcPts val="0"/>
              </a:spcBef>
              <a:spcAft>
                <a:spcPts val="0"/>
              </a:spcAft>
              <a:buSzPts val="3000"/>
              <a:buNone/>
              <a:defRPr sz="3000"/>
            </a:lvl7pPr>
            <a:lvl8pPr lvl="7" rtl="0">
              <a:lnSpc>
                <a:spcPct val="115000"/>
              </a:lnSpc>
              <a:spcBef>
                <a:spcPts val="0"/>
              </a:spcBef>
              <a:spcAft>
                <a:spcPts val="0"/>
              </a:spcAft>
              <a:buSzPts val="3000"/>
              <a:buNone/>
              <a:defRPr sz="3000"/>
            </a:lvl8pPr>
            <a:lvl9pPr lvl="8" rtl="0">
              <a:lnSpc>
                <a:spcPct val="115000"/>
              </a:lnSpc>
              <a:spcBef>
                <a:spcPts val="0"/>
              </a:spcBef>
              <a:spcAft>
                <a:spcPts val="0"/>
              </a:spcAft>
              <a:buSzPts val="3000"/>
              <a:buNone/>
              <a:defRPr sz="3000"/>
            </a:lvl9pPr>
          </a:lstStyle>
          <a:p>
            <a:r>
              <a:rPr dirty="0"/>
              <a:t>xx%</a:t>
            </a:r>
          </a:p>
        </p:txBody>
      </p:sp>
      <p:sp>
        <p:nvSpPr>
          <p:cNvPr id="389" name="Google Shape;389;p16"/>
          <p:cNvSpPr txBox="1">
            <a:spLocks noGrp="1"/>
          </p:cNvSpPr>
          <p:nvPr>
            <p:ph type="subTitle" idx="9"/>
          </p:nvPr>
        </p:nvSpPr>
        <p:spPr>
          <a:xfrm>
            <a:off x="1197116" y="1741851"/>
            <a:ext cx="3244800" cy="447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Bebas Neue"/>
              <a:buNone/>
              <a:defRPr sz="2000" b="1">
                <a:latin typeface="Arial Rounded MT Bold" panose="020F0704030504030204" pitchFamily="34" charset="0"/>
                <a:ea typeface="Arial Rounded MT Bold" panose="020F0704030504030204" pitchFamily="34" charset="0"/>
                <a:cs typeface="Arial Rounded MT Bold" panose="020F0704030504030204" pitchFamily="34" charset="0"/>
                <a:sym typeface="Balsamiq Sans"/>
              </a:defRPr>
            </a:lvl1pPr>
            <a:lvl2pPr lvl="1" algn="ctr" rtl="0">
              <a:lnSpc>
                <a:spcPct val="115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15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15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15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15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15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15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15000"/>
              </a:lnSpc>
              <a:spcBef>
                <a:spcPts val="0"/>
              </a:spcBef>
              <a:spcAft>
                <a:spcPts val="0"/>
              </a:spcAft>
              <a:buSzPts val="2400"/>
              <a:buFont typeface="Bebas Neue"/>
              <a:buNone/>
              <a:defRPr sz="2400">
                <a:latin typeface="Bebas Neue"/>
                <a:ea typeface="Bebas Neue"/>
                <a:cs typeface="Bebas Neue"/>
                <a:sym typeface="Bebas Neue"/>
              </a:defRPr>
            </a:lvl9pPr>
          </a:lstStyle>
          <a:p>
            <a:endParaRPr dirty="0"/>
          </a:p>
        </p:txBody>
      </p:sp>
      <p:sp>
        <p:nvSpPr>
          <p:cNvPr id="390" name="Google Shape;390;p16"/>
          <p:cNvSpPr txBox="1">
            <a:spLocks noGrp="1"/>
          </p:cNvSpPr>
          <p:nvPr>
            <p:ph type="subTitle" idx="13"/>
          </p:nvPr>
        </p:nvSpPr>
        <p:spPr>
          <a:xfrm>
            <a:off x="1197116" y="3564431"/>
            <a:ext cx="3244800" cy="447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Bebas Neue"/>
              <a:buNone/>
              <a:defRPr sz="2000" b="1">
                <a:latin typeface="Arial Rounded MT Bold" panose="020F0704030504030204" pitchFamily="34" charset="0"/>
                <a:ea typeface="Arial Rounded MT Bold" panose="020F0704030504030204" pitchFamily="34" charset="0"/>
                <a:cs typeface="Arial Rounded MT Bold" panose="020F0704030504030204" pitchFamily="34" charset="0"/>
                <a:sym typeface="Balsamiq Sans"/>
              </a:defRPr>
            </a:lvl1pPr>
            <a:lvl2pPr lvl="1" algn="ctr" rtl="0">
              <a:lnSpc>
                <a:spcPct val="115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15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15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15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15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15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15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15000"/>
              </a:lnSpc>
              <a:spcBef>
                <a:spcPts val="0"/>
              </a:spcBef>
              <a:spcAft>
                <a:spcPts val="0"/>
              </a:spcAft>
              <a:buSzPts val="2400"/>
              <a:buFont typeface="Bebas Neue"/>
              <a:buNone/>
              <a:defRPr sz="2400">
                <a:latin typeface="Bebas Neue"/>
                <a:ea typeface="Bebas Neue"/>
                <a:cs typeface="Bebas Neue"/>
                <a:sym typeface="Bebas Neue"/>
              </a:defRPr>
            </a:lvl9pPr>
          </a:lstStyle>
          <a:p>
            <a:endParaRPr dirty="0"/>
          </a:p>
        </p:txBody>
      </p:sp>
      <p:sp>
        <p:nvSpPr>
          <p:cNvPr id="391" name="Google Shape;391;p16"/>
          <p:cNvSpPr txBox="1">
            <a:spLocks noGrp="1"/>
          </p:cNvSpPr>
          <p:nvPr>
            <p:ph type="subTitle" idx="14"/>
          </p:nvPr>
        </p:nvSpPr>
        <p:spPr>
          <a:xfrm>
            <a:off x="4680934" y="1741851"/>
            <a:ext cx="3244800" cy="447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Bebas Neue"/>
              <a:buNone/>
              <a:defRPr sz="2000" b="1">
                <a:latin typeface="Arial Rounded MT Bold" panose="020F0704030504030204" pitchFamily="34" charset="0"/>
                <a:ea typeface="Arial Rounded MT Bold" panose="020F0704030504030204" pitchFamily="34" charset="0"/>
                <a:cs typeface="Arial Rounded MT Bold" panose="020F0704030504030204" pitchFamily="34" charset="0"/>
                <a:sym typeface="Balsamiq Sans"/>
              </a:defRPr>
            </a:lvl1pPr>
            <a:lvl2pPr lvl="1" algn="ctr" rtl="0">
              <a:lnSpc>
                <a:spcPct val="115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15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15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15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15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15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15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15000"/>
              </a:lnSpc>
              <a:spcBef>
                <a:spcPts val="0"/>
              </a:spcBef>
              <a:spcAft>
                <a:spcPts val="0"/>
              </a:spcAft>
              <a:buSzPts val="2400"/>
              <a:buFont typeface="Bebas Neue"/>
              <a:buNone/>
              <a:defRPr sz="2400">
                <a:latin typeface="Bebas Neue"/>
                <a:ea typeface="Bebas Neue"/>
                <a:cs typeface="Bebas Neue"/>
                <a:sym typeface="Bebas Neue"/>
              </a:defRPr>
            </a:lvl9pPr>
          </a:lstStyle>
          <a:p>
            <a:endParaRPr dirty="0"/>
          </a:p>
        </p:txBody>
      </p:sp>
      <p:sp>
        <p:nvSpPr>
          <p:cNvPr id="392" name="Google Shape;392;p16"/>
          <p:cNvSpPr txBox="1">
            <a:spLocks noGrp="1"/>
          </p:cNvSpPr>
          <p:nvPr>
            <p:ph type="subTitle" idx="15"/>
          </p:nvPr>
        </p:nvSpPr>
        <p:spPr>
          <a:xfrm>
            <a:off x="4680934" y="3564429"/>
            <a:ext cx="3244800" cy="447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Bebas Neue"/>
              <a:buNone/>
              <a:defRPr sz="2000" b="1">
                <a:latin typeface="Arial Rounded MT Bold" panose="020F0704030504030204" pitchFamily="34" charset="0"/>
                <a:ea typeface="Arial Rounded MT Bold" panose="020F0704030504030204" pitchFamily="34" charset="0"/>
                <a:cs typeface="Arial Rounded MT Bold" panose="020F0704030504030204" pitchFamily="34" charset="0"/>
                <a:sym typeface="Balsamiq Sans"/>
              </a:defRPr>
            </a:lvl1pPr>
            <a:lvl2pPr lvl="1" algn="ctr" rtl="0">
              <a:lnSpc>
                <a:spcPct val="115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15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15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15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15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15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15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15000"/>
              </a:lnSpc>
              <a:spcBef>
                <a:spcPts val="0"/>
              </a:spcBef>
              <a:spcAft>
                <a:spcPts val="0"/>
              </a:spcAft>
              <a:buSzPts val="2400"/>
              <a:buFont typeface="Bebas Neue"/>
              <a:buNone/>
              <a:defRPr sz="2400">
                <a:latin typeface="Bebas Neue"/>
                <a:ea typeface="Bebas Neue"/>
                <a:cs typeface="Bebas Neue"/>
                <a:sym typeface="Bebas Neue"/>
              </a:defRPr>
            </a:lvl9pPr>
          </a:lstStyle>
          <a:p>
            <a:endParaRPr dirty="0"/>
          </a:p>
        </p:txBody>
      </p:sp>
      <p:grpSp>
        <p:nvGrpSpPr>
          <p:cNvPr id="393" name="Google Shape;393;p16"/>
          <p:cNvGrpSpPr/>
          <p:nvPr/>
        </p:nvGrpSpPr>
        <p:grpSpPr>
          <a:xfrm>
            <a:off x="523025" y="1133975"/>
            <a:ext cx="8100400" cy="2839675"/>
            <a:chOff x="523025" y="1133975"/>
            <a:chExt cx="8100400" cy="2839675"/>
          </a:xfrm>
        </p:grpSpPr>
        <p:sp>
          <p:nvSpPr>
            <p:cNvPr id="394" name="Google Shape;394;p16"/>
            <p:cNvSpPr/>
            <p:nvPr/>
          </p:nvSpPr>
          <p:spPr>
            <a:xfrm flipH="1">
              <a:off x="523025" y="1133975"/>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395" name="Google Shape;395;p16"/>
            <p:cNvSpPr/>
            <p:nvPr/>
          </p:nvSpPr>
          <p:spPr>
            <a:xfrm>
              <a:off x="8365830" y="373465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nvGrpSpPr>
          <p:cNvPr id="396" name="Google Shape;396;p16"/>
          <p:cNvGrpSpPr/>
          <p:nvPr/>
        </p:nvGrpSpPr>
        <p:grpSpPr>
          <a:xfrm rot="456227">
            <a:off x="8169880" y="1456019"/>
            <a:ext cx="1197896" cy="1458186"/>
            <a:chOff x="6487995" y="3887320"/>
            <a:chExt cx="802977" cy="977456"/>
          </a:xfrm>
        </p:grpSpPr>
        <p:sp>
          <p:nvSpPr>
            <p:cNvPr id="397" name="Google Shape;397;p16"/>
            <p:cNvSpPr/>
            <p:nvPr/>
          </p:nvSpPr>
          <p:spPr>
            <a:xfrm>
              <a:off x="6487999" y="3887320"/>
              <a:ext cx="802951" cy="977456"/>
            </a:xfrm>
            <a:custGeom>
              <a:avLst/>
              <a:gdLst/>
              <a:ahLst/>
              <a:cxnLst/>
              <a:rect l="l" t="t" r="r" b="b"/>
              <a:pathLst>
                <a:path w="911" h="1109" extrusionOk="0">
                  <a:moveTo>
                    <a:pt x="447" y="1109"/>
                  </a:moveTo>
                  <a:cubicBezTo>
                    <a:pt x="506" y="1109"/>
                    <a:pt x="547" y="987"/>
                    <a:pt x="565" y="945"/>
                  </a:cubicBezTo>
                  <a:cubicBezTo>
                    <a:pt x="604" y="855"/>
                    <a:pt x="643" y="765"/>
                    <a:pt x="680" y="675"/>
                  </a:cubicBezTo>
                  <a:lnTo>
                    <a:pt x="700" y="629"/>
                  </a:lnTo>
                  <a:cubicBezTo>
                    <a:pt x="700" y="628"/>
                    <a:pt x="700" y="628"/>
                    <a:pt x="700" y="628"/>
                  </a:cubicBezTo>
                  <a:cubicBezTo>
                    <a:pt x="749" y="508"/>
                    <a:pt x="797" y="387"/>
                    <a:pt x="843" y="265"/>
                  </a:cubicBezTo>
                  <a:cubicBezTo>
                    <a:pt x="852" y="264"/>
                    <a:pt x="861" y="262"/>
                    <a:pt x="868" y="257"/>
                  </a:cubicBezTo>
                  <a:cubicBezTo>
                    <a:pt x="890" y="238"/>
                    <a:pt x="901" y="193"/>
                    <a:pt x="905" y="166"/>
                  </a:cubicBezTo>
                  <a:cubicBezTo>
                    <a:pt x="908" y="149"/>
                    <a:pt x="915" y="122"/>
                    <a:pt x="909" y="106"/>
                  </a:cubicBezTo>
                  <a:cubicBezTo>
                    <a:pt x="901" y="86"/>
                    <a:pt x="874" y="77"/>
                    <a:pt x="855" y="70"/>
                  </a:cubicBezTo>
                  <a:cubicBezTo>
                    <a:pt x="853" y="69"/>
                    <a:pt x="852" y="69"/>
                    <a:pt x="850" y="68"/>
                  </a:cubicBezTo>
                  <a:cubicBezTo>
                    <a:pt x="826" y="58"/>
                    <a:pt x="801" y="50"/>
                    <a:pt x="775" y="43"/>
                  </a:cubicBezTo>
                  <a:cubicBezTo>
                    <a:pt x="750" y="35"/>
                    <a:pt x="724" y="29"/>
                    <a:pt x="698" y="24"/>
                  </a:cubicBezTo>
                  <a:cubicBezTo>
                    <a:pt x="685" y="22"/>
                    <a:pt x="672" y="20"/>
                    <a:pt x="659" y="18"/>
                  </a:cubicBezTo>
                  <a:cubicBezTo>
                    <a:pt x="645" y="15"/>
                    <a:pt x="632" y="14"/>
                    <a:pt x="619" y="12"/>
                  </a:cubicBezTo>
                  <a:cubicBezTo>
                    <a:pt x="585" y="8"/>
                    <a:pt x="550" y="5"/>
                    <a:pt x="515" y="3"/>
                  </a:cubicBezTo>
                  <a:cubicBezTo>
                    <a:pt x="508" y="2"/>
                    <a:pt x="501" y="2"/>
                    <a:pt x="494" y="2"/>
                  </a:cubicBezTo>
                  <a:cubicBezTo>
                    <a:pt x="481" y="1"/>
                    <a:pt x="467" y="0"/>
                    <a:pt x="453" y="0"/>
                  </a:cubicBezTo>
                  <a:cubicBezTo>
                    <a:pt x="397" y="-1"/>
                    <a:pt x="342" y="1"/>
                    <a:pt x="286" y="9"/>
                  </a:cubicBezTo>
                  <a:cubicBezTo>
                    <a:pt x="251" y="14"/>
                    <a:pt x="216" y="20"/>
                    <a:pt x="182" y="29"/>
                  </a:cubicBezTo>
                  <a:cubicBezTo>
                    <a:pt x="148" y="38"/>
                    <a:pt x="114" y="48"/>
                    <a:pt x="81" y="61"/>
                  </a:cubicBezTo>
                  <a:cubicBezTo>
                    <a:pt x="76" y="63"/>
                    <a:pt x="70" y="64"/>
                    <a:pt x="65" y="66"/>
                  </a:cubicBezTo>
                  <a:cubicBezTo>
                    <a:pt x="50" y="72"/>
                    <a:pt x="34" y="78"/>
                    <a:pt x="18" y="85"/>
                  </a:cubicBezTo>
                  <a:cubicBezTo>
                    <a:pt x="16" y="86"/>
                    <a:pt x="14" y="87"/>
                    <a:pt x="11" y="89"/>
                  </a:cubicBezTo>
                  <a:cubicBezTo>
                    <a:pt x="9" y="90"/>
                    <a:pt x="7" y="92"/>
                    <a:pt x="5" y="94"/>
                  </a:cubicBezTo>
                  <a:cubicBezTo>
                    <a:pt x="5" y="95"/>
                    <a:pt x="4" y="96"/>
                    <a:pt x="3" y="97"/>
                  </a:cubicBezTo>
                  <a:cubicBezTo>
                    <a:pt x="0" y="103"/>
                    <a:pt x="0" y="110"/>
                    <a:pt x="1" y="117"/>
                  </a:cubicBezTo>
                  <a:cubicBezTo>
                    <a:pt x="1" y="120"/>
                    <a:pt x="2" y="123"/>
                    <a:pt x="3" y="125"/>
                  </a:cubicBezTo>
                  <a:cubicBezTo>
                    <a:pt x="3" y="127"/>
                    <a:pt x="3" y="128"/>
                    <a:pt x="4" y="130"/>
                  </a:cubicBezTo>
                  <a:lnTo>
                    <a:pt x="4" y="131"/>
                  </a:lnTo>
                  <a:cubicBezTo>
                    <a:pt x="9" y="158"/>
                    <a:pt x="15" y="213"/>
                    <a:pt x="33" y="229"/>
                  </a:cubicBezTo>
                  <a:cubicBezTo>
                    <a:pt x="39" y="235"/>
                    <a:pt x="48" y="237"/>
                    <a:pt x="58" y="238"/>
                  </a:cubicBezTo>
                  <a:cubicBezTo>
                    <a:pt x="70" y="272"/>
                    <a:pt x="82" y="305"/>
                    <a:pt x="96" y="339"/>
                  </a:cubicBezTo>
                  <a:cubicBezTo>
                    <a:pt x="127" y="418"/>
                    <a:pt x="152" y="500"/>
                    <a:pt x="183" y="579"/>
                  </a:cubicBezTo>
                  <a:cubicBezTo>
                    <a:pt x="246" y="738"/>
                    <a:pt x="314" y="895"/>
                    <a:pt x="383" y="1051"/>
                  </a:cubicBezTo>
                  <a:cubicBezTo>
                    <a:pt x="395" y="1078"/>
                    <a:pt x="413" y="1108"/>
                    <a:pt x="447" y="1109"/>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grpSp>
          <p:nvGrpSpPr>
            <p:cNvPr id="398" name="Google Shape;398;p16"/>
            <p:cNvGrpSpPr/>
            <p:nvPr/>
          </p:nvGrpSpPr>
          <p:grpSpPr>
            <a:xfrm>
              <a:off x="6487995" y="3887760"/>
              <a:ext cx="802977" cy="976578"/>
              <a:chOff x="5703120" y="3332520"/>
              <a:chExt cx="327960" cy="398880"/>
            </a:xfrm>
          </p:grpSpPr>
          <p:sp>
            <p:nvSpPr>
              <p:cNvPr id="399" name="Google Shape;399;p16"/>
              <p:cNvSpPr/>
              <p:nvPr/>
            </p:nvSpPr>
            <p:spPr>
              <a:xfrm>
                <a:off x="5709600" y="3376080"/>
                <a:ext cx="314640" cy="355320"/>
              </a:xfrm>
              <a:custGeom>
                <a:avLst/>
                <a:gdLst/>
                <a:ahLst/>
                <a:cxnLst/>
                <a:rect l="l" t="t" r="r" b="b"/>
                <a:pathLst>
                  <a:path w="874" h="987" extrusionOk="0">
                    <a:moveTo>
                      <a:pt x="0" y="0"/>
                    </a:moveTo>
                    <a:cubicBezTo>
                      <a:pt x="24" y="73"/>
                      <a:pt x="49" y="146"/>
                      <a:pt x="78" y="217"/>
                    </a:cubicBezTo>
                    <a:cubicBezTo>
                      <a:pt x="109" y="296"/>
                      <a:pt x="134" y="378"/>
                      <a:pt x="165" y="458"/>
                    </a:cubicBezTo>
                    <a:cubicBezTo>
                      <a:pt x="228" y="617"/>
                      <a:pt x="296" y="773"/>
                      <a:pt x="365" y="930"/>
                    </a:cubicBezTo>
                    <a:cubicBezTo>
                      <a:pt x="377" y="957"/>
                      <a:pt x="395" y="987"/>
                      <a:pt x="429" y="987"/>
                    </a:cubicBezTo>
                    <a:cubicBezTo>
                      <a:pt x="488" y="988"/>
                      <a:pt x="529" y="865"/>
                      <a:pt x="547" y="823"/>
                    </a:cubicBezTo>
                    <a:cubicBezTo>
                      <a:pt x="664" y="556"/>
                      <a:pt x="775" y="285"/>
                      <a:pt x="874" y="10"/>
                    </a:cubicBezTo>
                    <a:lnTo>
                      <a:pt x="0" y="0"/>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0" name="Google Shape;400;p16"/>
              <p:cNvSpPr/>
              <p:nvPr/>
            </p:nvSpPr>
            <p:spPr>
              <a:xfrm>
                <a:off x="5808240" y="3495960"/>
                <a:ext cx="20520" cy="21600"/>
              </a:xfrm>
              <a:custGeom>
                <a:avLst/>
                <a:gdLst/>
                <a:ahLst/>
                <a:cxnLst/>
                <a:rect l="l" t="t" r="r" b="b"/>
                <a:pathLst>
                  <a:path w="57" h="60" extrusionOk="0">
                    <a:moveTo>
                      <a:pt x="29" y="60"/>
                    </a:moveTo>
                    <a:cubicBezTo>
                      <a:pt x="67" y="60"/>
                      <a:pt x="67" y="0"/>
                      <a:pt x="29" y="0"/>
                    </a:cubicBezTo>
                    <a:cubicBezTo>
                      <a:pt x="-10" y="0"/>
                      <a:pt x="-10" y="60"/>
                      <a:pt x="29" y="60"/>
                    </a:cubicBezTo>
                    <a:close/>
                  </a:path>
                </a:pathLst>
              </a:custGeom>
              <a:solidFill>
                <a:srgbClr val="7A344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1" name="Google Shape;401;p16"/>
              <p:cNvSpPr/>
              <p:nvPr/>
            </p:nvSpPr>
            <p:spPr>
              <a:xfrm>
                <a:off x="5898240" y="3495960"/>
                <a:ext cx="20880" cy="21600"/>
              </a:xfrm>
              <a:custGeom>
                <a:avLst/>
                <a:gdLst/>
                <a:ahLst/>
                <a:cxnLst/>
                <a:rect l="l" t="t" r="r" b="b"/>
                <a:pathLst>
                  <a:path w="58" h="60" extrusionOk="0">
                    <a:moveTo>
                      <a:pt x="29" y="60"/>
                    </a:moveTo>
                    <a:cubicBezTo>
                      <a:pt x="68" y="60"/>
                      <a:pt x="68" y="0"/>
                      <a:pt x="29" y="0"/>
                    </a:cubicBezTo>
                    <a:cubicBezTo>
                      <a:pt x="-9" y="0"/>
                      <a:pt x="-9" y="60"/>
                      <a:pt x="29" y="60"/>
                    </a:cubicBezTo>
                    <a:close/>
                  </a:path>
                </a:pathLst>
              </a:custGeom>
              <a:solidFill>
                <a:srgbClr val="7A344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2" name="Google Shape;402;p16"/>
              <p:cNvSpPr/>
              <p:nvPr/>
            </p:nvSpPr>
            <p:spPr>
              <a:xfrm>
                <a:off x="5838480" y="3510360"/>
                <a:ext cx="52200" cy="30960"/>
              </a:xfrm>
              <a:custGeom>
                <a:avLst/>
                <a:gdLst/>
                <a:ahLst/>
                <a:cxnLst/>
                <a:rect l="l" t="t" r="r" b="b"/>
                <a:pathLst>
                  <a:path w="145" h="86" extrusionOk="0">
                    <a:moveTo>
                      <a:pt x="1" y="0"/>
                    </a:moveTo>
                    <a:cubicBezTo>
                      <a:pt x="1" y="1"/>
                      <a:pt x="0" y="3"/>
                      <a:pt x="0" y="5"/>
                    </a:cubicBezTo>
                    <a:cubicBezTo>
                      <a:pt x="0" y="50"/>
                      <a:pt x="33" y="86"/>
                      <a:pt x="73" y="86"/>
                    </a:cubicBezTo>
                    <a:cubicBezTo>
                      <a:pt x="113" y="86"/>
                      <a:pt x="145" y="50"/>
                      <a:pt x="145" y="5"/>
                    </a:cubicBezTo>
                    <a:cubicBezTo>
                      <a:pt x="145" y="3"/>
                      <a:pt x="145" y="1"/>
                      <a:pt x="145" y="0"/>
                    </a:cubicBezTo>
                    <a:lnTo>
                      <a:pt x="1" y="0"/>
                    </a:lnTo>
                    <a:close/>
                  </a:path>
                </a:pathLst>
              </a:custGeom>
              <a:solidFill>
                <a:srgbClr val="7A344B"/>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3" name="Google Shape;403;p16"/>
              <p:cNvSpPr/>
              <p:nvPr/>
            </p:nvSpPr>
            <p:spPr>
              <a:xfrm>
                <a:off x="5846400" y="3524760"/>
                <a:ext cx="38520" cy="16560"/>
              </a:xfrm>
              <a:custGeom>
                <a:avLst/>
                <a:gdLst/>
                <a:ahLst/>
                <a:cxnLst/>
                <a:rect l="l" t="t" r="r" b="b"/>
                <a:pathLst>
                  <a:path w="107" h="46" extrusionOk="0">
                    <a:moveTo>
                      <a:pt x="107" y="15"/>
                    </a:moveTo>
                    <a:cubicBezTo>
                      <a:pt x="89" y="3"/>
                      <a:pt x="66" y="-3"/>
                      <a:pt x="44" y="2"/>
                    </a:cubicBezTo>
                    <a:cubicBezTo>
                      <a:pt x="28" y="4"/>
                      <a:pt x="13" y="12"/>
                      <a:pt x="0" y="23"/>
                    </a:cubicBezTo>
                    <a:cubicBezTo>
                      <a:pt x="14" y="37"/>
                      <a:pt x="31" y="46"/>
                      <a:pt x="51" y="46"/>
                    </a:cubicBezTo>
                    <a:cubicBezTo>
                      <a:pt x="74" y="46"/>
                      <a:pt x="94" y="34"/>
                      <a:pt x="107" y="15"/>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4" name="Google Shape;404;p16"/>
              <p:cNvSpPr/>
              <p:nvPr/>
            </p:nvSpPr>
            <p:spPr>
              <a:xfrm>
                <a:off x="5804640" y="3523320"/>
                <a:ext cx="27720" cy="20160"/>
              </a:xfrm>
              <a:custGeom>
                <a:avLst/>
                <a:gdLst/>
                <a:ahLst/>
                <a:cxnLst/>
                <a:rect l="l" t="t" r="r" b="b"/>
                <a:pathLst>
                  <a:path w="77" h="56" extrusionOk="0">
                    <a:moveTo>
                      <a:pt x="77" y="28"/>
                    </a:moveTo>
                    <a:cubicBezTo>
                      <a:pt x="77" y="43"/>
                      <a:pt x="60" y="56"/>
                      <a:pt x="39" y="56"/>
                    </a:cubicBezTo>
                    <a:cubicBezTo>
                      <a:pt x="18" y="56"/>
                      <a:pt x="0" y="43"/>
                      <a:pt x="0" y="28"/>
                    </a:cubicBezTo>
                    <a:cubicBezTo>
                      <a:pt x="0" y="13"/>
                      <a:pt x="18" y="0"/>
                      <a:pt x="39" y="0"/>
                    </a:cubicBezTo>
                    <a:cubicBezTo>
                      <a:pt x="60" y="0"/>
                      <a:pt x="77" y="13"/>
                      <a:pt x="77" y="2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5" name="Google Shape;405;p16"/>
              <p:cNvSpPr/>
              <p:nvPr/>
            </p:nvSpPr>
            <p:spPr>
              <a:xfrm>
                <a:off x="5895000" y="3523320"/>
                <a:ext cx="27720" cy="20160"/>
              </a:xfrm>
              <a:custGeom>
                <a:avLst/>
                <a:gdLst/>
                <a:ahLst/>
                <a:cxnLst/>
                <a:rect l="l" t="t" r="r" b="b"/>
                <a:pathLst>
                  <a:path w="77" h="56" extrusionOk="0">
                    <a:moveTo>
                      <a:pt x="77" y="28"/>
                    </a:moveTo>
                    <a:cubicBezTo>
                      <a:pt x="77" y="43"/>
                      <a:pt x="60" y="56"/>
                      <a:pt x="38" y="56"/>
                    </a:cubicBezTo>
                    <a:cubicBezTo>
                      <a:pt x="17" y="56"/>
                      <a:pt x="0" y="43"/>
                      <a:pt x="0" y="28"/>
                    </a:cubicBezTo>
                    <a:cubicBezTo>
                      <a:pt x="0" y="13"/>
                      <a:pt x="17" y="0"/>
                      <a:pt x="38" y="0"/>
                    </a:cubicBezTo>
                    <a:cubicBezTo>
                      <a:pt x="60" y="0"/>
                      <a:pt x="77" y="13"/>
                      <a:pt x="77" y="2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6" name="Google Shape;406;p16"/>
              <p:cNvSpPr/>
              <p:nvPr/>
            </p:nvSpPr>
            <p:spPr>
              <a:xfrm>
                <a:off x="5799960" y="3557520"/>
                <a:ext cx="52920" cy="44280"/>
              </a:xfrm>
              <a:custGeom>
                <a:avLst/>
                <a:gdLst/>
                <a:ahLst/>
                <a:cxnLst/>
                <a:rect l="l" t="t" r="r" b="b"/>
                <a:pathLst>
                  <a:path w="147" h="123" extrusionOk="0">
                    <a:moveTo>
                      <a:pt x="147" y="46"/>
                    </a:moveTo>
                    <a:cubicBezTo>
                      <a:pt x="148" y="37"/>
                      <a:pt x="145" y="28"/>
                      <a:pt x="140" y="21"/>
                    </a:cubicBezTo>
                    <a:cubicBezTo>
                      <a:pt x="132" y="8"/>
                      <a:pt x="117" y="2"/>
                      <a:pt x="102" y="1"/>
                    </a:cubicBezTo>
                    <a:cubicBezTo>
                      <a:pt x="88" y="0"/>
                      <a:pt x="73" y="-1"/>
                      <a:pt x="60" y="3"/>
                    </a:cubicBezTo>
                    <a:cubicBezTo>
                      <a:pt x="51" y="5"/>
                      <a:pt x="43" y="11"/>
                      <a:pt x="36" y="16"/>
                    </a:cubicBezTo>
                    <a:cubicBezTo>
                      <a:pt x="26" y="20"/>
                      <a:pt x="18" y="29"/>
                      <a:pt x="13" y="38"/>
                    </a:cubicBezTo>
                    <a:cubicBezTo>
                      <a:pt x="9" y="46"/>
                      <a:pt x="3" y="53"/>
                      <a:pt x="1" y="62"/>
                    </a:cubicBezTo>
                    <a:cubicBezTo>
                      <a:pt x="-3" y="81"/>
                      <a:pt x="3" y="103"/>
                      <a:pt x="22" y="113"/>
                    </a:cubicBezTo>
                    <a:cubicBezTo>
                      <a:pt x="33" y="119"/>
                      <a:pt x="45" y="116"/>
                      <a:pt x="50" y="104"/>
                    </a:cubicBezTo>
                    <a:cubicBezTo>
                      <a:pt x="52" y="101"/>
                      <a:pt x="52" y="97"/>
                      <a:pt x="53" y="93"/>
                    </a:cubicBezTo>
                    <a:cubicBezTo>
                      <a:pt x="53" y="91"/>
                      <a:pt x="53" y="89"/>
                      <a:pt x="54" y="88"/>
                    </a:cubicBezTo>
                    <a:cubicBezTo>
                      <a:pt x="55" y="87"/>
                      <a:pt x="56" y="86"/>
                      <a:pt x="57" y="85"/>
                    </a:cubicBezTo>
                    <a:cubicBezTo>
                      <a:pt x="60" y="83"/>
                      <a:pt x="63" y="80"/>
                      <a:pt x="66" y="81"/>
                    </a:cubicBezTo>
                    <a:cubicBezTo>
                      <a:pt x="69" y="82"/>
                      <a:pt x="71" y="86"/>
                      <a:pt x="71" y="89"/>
                    </a:cubicBezTo>
                    <a:cubicBezTo>
                      <a:pt x="74" y="103"/>
                      <a:pt x="86" y="136"/>
                      <a:pt x="106" y="117"/>
                    </a:cubicBezTo>
                    <a:cubicBezTo>
                      <a:pt x="110" y="113"/>
                      <a:pt x="112" y="107"/>
                      <a:pt x="113" y="101"/>
                    </a:cubicBezTo>
                    <a:cubicBezTo>
                      <a:pt x="114" y="91"/>
                      <a:pt x="102" y="81"/>
                      <a:pt x="104" y="70"/>
                    </a:cubicBezTo>
                    <a:cubicBezTo>
                      <a:pt x="104" y="68"/>
                      <a:pt x="106" y="65"/>
                      <a:pt x="109" y="64"/>
                    </a:cubicBezTo>
                    <a:cubicBezTo>
                      <a:pt x="115" y="61"/>
                      <a:pt x="121" y="66"/>
                      <a:pt x="127" y="66"/>
                    </a:cubicBezTo>
                    <a:cubicBezTo>
                      <a:pt x="131" y="66"/>
                      <a:pt x="135" y="64"/>
                      <a:pt x="138" y="62"/>
                    </a:cubicBezTo>
                    <a:cubicBezTo>
                      <a:pt x="144" y="58"/>
                      <a:pt x="147" y="53"/>
                      <a:pt x="147" y="46"/>
                    </a:cubicBezTo>
                    <a:close/>
                  </a:path>
                </a:pathLst>
              </a:custGeom>
              <a:solidFill>
                <a:schemeClr val="accent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7" name="Google Shape;407;p16"/>
              <p:cNvSpPr/>
              <p:nvPr/>
            </p:nvSpPr>
            <p:spPr>
              <a:xfrm>
                <a:off x="5759280" y="3426840"/>
                <a:ext cx="67320" cy="65520"/>
              </a:xfrm>
              <a:custGeom>
                <a:avLst/>
                <a:gdLst/>
                <a:ahLst/>
                <a:cxnLst/>
                <a:rect l="l" t="t" r="r" b="b"/>
                <a:pathLst>
                  <a:path w="187" h="182" extrusionOk="0">
                    <a:moveTo>
                      <a:pt x="184" y="68"/>
                    </a:moveTo>
                    <a:cubicBezTo>
                      <a:pt x="177" y="39"/>
                      <a:pt x="159" y="12"/>
                      <a:pt x="129" y="4"/>
                    </a:cubicBezTo>
                    <a:cubicBezTo>
                      <a:pt x="101" y="-3"/>
                      <a:pt x="63" y="-3"/>
                      <a:pt x="41" y="17"/>
                    </a:cubicBezTo>
                    <a:cubicBezTo>
                      <a:pt x="20" y="36"/>
                      <a:pt x="2" y="54"/>
                      <a:pt x="0" y="84"/>
                    </a:cubicBezTo>
                    <a:cubicBezTo>
                      <a:pt x="-1" y="112"/>
                      <a:pt x="7" y="142"/>
                      <a:pt x="28" y="161"/>
                    </a:cubicBezTo>
                    <a:cubicBezTo>
                      <a:pt x="45" y="177"/>
                      <a:pt x="68" y="183"/>
                      <a:pt x="91" y="182"/>
                    </a:cubicBezTo>
                    <a:cubicBezTo>
                      <a:pt x="108" y="181"/>
                      <a:pt x="126" y="180"/>
                      <a:pt x="140" y="170"/>
                    </a:cubicBezTo>
                    <a:cubicBezTo>
                      <a:pt x="172" y="146"/>
                      <a:pt x="191" y="120"/>
                      <a:pt x="186" y="78"/>
                    </a:cubicBezTo>
                    <a:cubicBezTo>
                      <a:pt x="185" y="75"/>
                      <a:pt x="184" y="71"/>
                      <a:pt x="184" y="68"/>
                    </a:cubicBezTo>
                    <a:close/>
                  </a:path>
                </a:pathLst>
              </a:custGeom>
              <a:solidFill>
                <a:schemeClr val="accent2"/>
              </a:solidFill>
              <a:ln>
                <a:noFill/>
              </a:ln>
            </p:spPr>
            <p:txBody>
              <a:bodyPr spcFirstLastPara="1" wrap="square" lIns="90000" tIns="20500" rIns="90000" bIns="205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8" name="Google Shape;408;p16"/>
              <p:cNvSpPr/>
              <p:nvPr/>
            </p:nvSpPr>
            <p:spPr>
              <a:xfrm>
                <a:off x="5797440" y="3436920"/>
                <a:ext cx="8640" cy="8640"/>
              </a:xfrm>
              <a:custGeom>
                <a:avLst/>
                <a:gdLst/>
                <a:ahLst/>
                <a:cxnLst/>
                <a:rect l="l" t="t" r="r" b="b"/>
                <a:pathLst>
                  <a:path w="24" h="24" extrusionOk="0">
                    <a:moveTo>
                      <a:pt x="20" y="2"/>
                    </a:moveTo>
                    <a:cubicBezTo>
                      <a:pt x="14" y="-3"/>
                      <a:pt x="1" y="1"/>
                      <a:pt x="0" y="10"/>
                    </a:cubicBezTo>
                    <a:cubicBezTo>
                      <a:pt x="-1" y="14"/>
                      <a:pt x="1" y="17"/>
                      <a:pt x="4" y="20"/>
                    </a:cubicBezTo>
                    <a:cubicBezTo>
                      <a:pt x="8" y="24"/>
                      <a:pt x="15" y="25"/>
                      <a:pt x="20" y="22"/>
                    </a:cubicBezTo>
                    <a:cubicBezTo>
                      <a:pt x="26" y="18"/>
                      <a:pt x="26" y="7"/>
                      <a:pt x="20" y="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09" name="Google Shape;409;p16"/>
              <p:cNvSpPr/>
              <p:nvPr/>
            </p:nvSpPr>
            <p:spPr>
              <a:xfrm>
                <a:off x="5770080" y="3447720"/>
                <a:ext cx="4680" cy="5040"/>
              </a:xfrm>
              <a:custGeom>
                <a:avLst/>
                <a:gdLst/>
                <a:ahLst/>
                <a:cxnLst/>
                <a:rect l="l" t="t" r="r" b="b"/>
                <a:pathLst>
                  <a:path w="13" h="14" extrusionOk="0">
                    <a:moveTo>
                      <a:pt x="13" y="8"/>
                    </a:moveTo>
                    <a:cubicBezTo>
                      <a:pt x="15" y="1"/>
                      <a:pt x="4" y="-4"/>
                      <a:pt x="1" y="3"/>
                    </a:cubicBezTo>
                    <a:cubicBezTo>
                      <a:pt x="-1" y="8"/>
                      <a:pt x="2" y="14"/>
                      <a:pt x="7" y="14"/>
                    </a:cubicBezTo>
                    <a:cubicBezTo>
                      <a:pt x="10" y="14"/>
                      <a:pt x="13" y="11"/>
                      <a:pt x="13" y="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0" name="Google Shape;410;p16"/>
              <p:cNvSpPr/>
              <p:nvPr/>
            </p:nvSpPr>
            <p:spPr>
              <a:xfrm>
                <a:off x="5781960" y="3455640"/>
                <a:ext cx="7560" cy="8280"/>
              </a:xfrm>
              <a:custGeom>
                <a:avLst/>
                <a:gdLst/>
                <a:ahLst/>
                <a:cxnLst/>
                <a:rect l="l" t="t" r="r" b="b"/>
                <a:pathLst>
                  <a:path w="21" h="23" extrusionOk="0">
                    <a:moveTo>
                      <a:pt x="20" y="5"/>
                    </a:moveTo>
                    <a:cubicBezTo>
                      <a:pt x="17" y="-1"/>
                      <a:pt x="8" y="-2"/>
                      <a:pt x="3" y="3"/>
                    </a:cubicBezTo>
                    <a:cubicBezTo>
                      <a:pt x="0" y="7"/>
                      <a:pt x="-1" y="14"/>
                      <a:pt x="2" y="18"/>
                    </a:cubicBezTo>
                    <a:cubicBezTo>
                      <a:pt x="4" y="21"/>
                      <a:pt x="8" y="23"/>
                      <a:pt x="12" y="22"/>
                    </a:cubicBezTo>
                    <a:cubicBezTo>
                      <a:pt x="16" y="21"/>
                      <a:pt x="19" y="18"/>
                      <a:pt x="21" y="15"/>
                    </a:cubicBezTo>
                    <a:cubicBezTo>
                      <a:pt x="22" y="12"/>
                      <a:pt x="22" y="8"/>
                      <a:pt x="20" y="5"/>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1" name="Google Shape;411;p16"/>
              <p:cNvSpPr/>
              <p:nvPr/>
            </p:nvSpPr>
            <p:spPr>
              <a:xfrm>
                <a:off x="5813280" y="3457440"/>
                <a:ext cx="5760" cy="5040"/>
              </a:xfrm>
              <a:custGeom>
                <a:avLst/>
                <a:gdLst/>
                <a:ahLst/>
                <a:cxnLst/>
                <a:rect l="l" t="t" r="r" b="b"/>
                <a:pathLst>
                  <a:path w="16" h="14" extrusionOk="0">
                    <a:moveTo>
                      <a:pt x="16" y="8"/>
                    </a:moveTo>
                    <a:cubicBezTo>
                      <a:pt x="19" y="-4"/>
                      <a:pt x="-3" y="-3"/>
                      <a:pt x="1" y="10"/>
                    </a:cubicBezTo>
                    <a:cubicBezTo>
                      <a:pt x="2" y="12"/>
                      <a:pt x="5" y="14"/>
                      <a:pt x="7" y="14"/>
                    </a:cubicBezTo>
                    <a:cubicBezTo>
                      <a:pt x="10" y="14"/>
                      <a:pt x="13" y="13"/>
                      <a:pt x="15" y="11"/>
                    </a:cubicBezTo>
                    <a:cubicBezTo>
                      <a:pt x="15" y="10"/>
                      <a:pt x="16" y="9"/>
                      <a:pt x="16" y="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2" name="Google Shape;412;p16"/>
              <p:cNvSpPr/>
              <p:nvPr/>
            </p:nvSpPr>
            <p:spPr>
              <a:xfrm>
                <a:off x="5798160" y="3474360"/>
                <a:ext cx="7920" cy="7200"/>
              </a:xfrm>
              <a:custGeom>
                <a:avLst/>
                <a:gdLst/>
                <a:ahLst/>
                <a:cxnLst/>
                <a:rect l="l" t="t" r="r" b="b"/>
                <a:pathLst>
                  <a:path w="22" h="20" extrusionOk="0">
                    <a:moveTo>
                      <a:pt x="18" y="18"/>
                    </a:moveTo>
                    <a:cubicBezTo>
                      <a:pt x="26" y="12"/>
                      <a:pt x="20" y="-2"/>
                      <a:pt x="10" y="0"/>
                    </a:cubicBezTo>
                    <a:cubicBezTo>
                      <a:pt x="2" y="1"/>
                      <a:pt x="-4" y="13"/>
                      <a:pt x="5" y="18"/>
                    </a:cubicBezTo>
                    <a:cubicBezTo>
                      <a:pt x="7" y="20"/>
                      <a:pt x="9" y="20"/>
                      <a:pt x="12" y="20"/>
                    </a:cubicBezTo>
                    <a:cubicBezTo>
                      <a:pt x="14" y="19"/>
                      <a:pt x="16" y="19"/>
                      <a:pt x="18" y="1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3" name="Google Shape;413;p16"/>
              <p:cNvSpPr/>
              <p:nvPr/>
            </p:nvSpPr>
            <p:spPr>
              <a:xfrm>
                <a:off x="5774040" y="3475800"/>
                <a:ext cx="5400" cy="5040"/>
              </a:xfrm>
              <a:custGeom>
                <a:avLst/>
                <a:gdLst/>
                <a:ahLst/>
                <a:cxnLst/>
                <a:rect l="l" t="t" r="r" b="b"/>
                <a:pathLst>
                  <a:path w="15" h="14" extrusionOk="0">
                    <a:moveTo>
                      <a:pt x="12" y="1"/>
                    </a:moveTo>
                    <a:cubicBezTo>
                      <a:pt x="7" y="-3"/>
                      <a:pt x="-2" y="2"/>
                      <a:pt x="1" y="9"/>
                    </a:cubicBezTo>
                    <a:cubicBezTo>
                      <a:pt x="6" y="20"/>
                      <a:pt x="21" y="9"/>
                      <a:pt x="12" y="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4" name="Google Shape;414;p16"/>
              <p:cNvSpPr/>
              <p:nvPr/>
            </p:nvSpPr>
            <p:spPr>
              <a:xfrm>
                <a:off x="5784480" y="3432240"/>
                <a:ext cx="4320" cy="3960"/>
              </a:xfrm>
              <a:custGeom>
                <a:avLst/>
                <a:gdLst/>
                <a:ahLst/>
                <a:cxnLst/>
                <a:rect l="l" t="t" r="r" b="b"/>
                <a:pathLst>
                  <a:path w="12" h="11" extrusionOk="0">
                    <a:moveTo>
                      <a:pt x="8" y="10"/>
                    </a:moveTo>
                    <a:cubicBezTo>
                      <a:pt x="9" y="10"/>
                      <a:pt x="10" y="9"/>
                      <a:pt x="11" y="8"/>
                    </a:cubicBezTo>
                    <a:cubicBezTo>
                      <a:pt x="14" y="4"/>
                      <a:pt x="9" y="-1"/>
                      <a:pt x="5" y="0"/>
                    </a:cubicBezTo>
                    <a:cubicBezTo>
                      <a:pt x="-3" y="1"/>
                      <a:pt x="0" y="12"/>
                      <a:pt x="8" y="1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5" name="Google Shape;415;p16"/>
              <p:cNvSpPr/>
              <p:nvPr/>
            </p:nvSpPr>
            <p:spPr>
              <a:xfrm>
                <a:off x="5834880" y="3653280"/>
                <a:ext cx="0" cy="360"/>
              </a:xfrm>
              <a:custGeom>
                <a:avLst/>
                <a:gdLst/>
                <a:ahLst/>
                <a:cxnLst/>
                <a:rect l="l" t="t" r="r" b="b"/>
                <a:pathLst>
                  <a:path w="120000" h="1" extrusionOk="0">
                    <a:moveTo>
                      <a:pt x="0" y="0"/>
                    </a:moveTo>
                    <a:lnTo>
                      <a:pt x="0" y="1"/>
                    </a:lnTo>
                    <a:cubicBezTo>
                      <a:pt x="0" y="0"/>
                      <a:pt x="0" y="0"/>
                      <a:pt x="0" y="0"/>
                    </a:cubicBezTo>
                    <a:close/>
                  </a:path>
                </a:pathLst>
              </a:custGeom>
              <a:solidFill>
                <a:srgbClr val="864239"/>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6" name="Google Shape;416;p16"/>
              <p:cNvSpPr/>
              <p:nvPr/>
            </p:nvSpPr>
            <p:spPr>
              <a:xfrm>
                <a:off x="5844960" y="3596400"/>
                <a:ext cx="42120" cy="30240"/>
              </a:xfrm>
              <a:custGeom>
                <a:avLst/>
                <a:gdLst/>
                <a:ahLst/>
                <a:cxnLst/>
                <a:rect l="l" t="t" r="r" b="b"/>
                <a:pathLst>
                  <a:path w="117" h="84" extrusionOk="0">
                    <a:moveTo>
                      <a:pt x="73" y="69"/>
                    </a:moveTo>
                    <a:cubicBezTo>
                      <a:pt x="57" y="75"/>
                      <a:pt x="38" y="82"/>
                      <a:pt x="20" y="84"/>
                    </a:cubicBezTo>
                    <a:cubicBezTo>
                      <a:pt x="13" y="84"/>
                      <a:pt x="7" y="84"/>
                      <a:pt x="0" y="83"/>
                    </a:cubicBezTo>
                    <a:cubicBezTo>
                      <a:pt x="7" y="68"/>
                      <a:pt x="11" y="51"/>
                      <a:pt x="22" y="38"/>
                    </a:cubicBezTo>
                    <a:cubicBezTo>
                      <a:pt x="31" y="27"/>
                      <a:pt x="43" y="18"/>
                      <a:pt x="56" y="13"/>
                    </a:cubicBezTo>
                    <a:cubicBezTo>
                      <a:pt x="75" y="4"/>
                      <a:pt x="96" y="1"/>
                      <a:pt x="117" y="0"/>
                    </a:cubicBezTo>
                    <a:cubicBezTo>
                      <a:pt x="118" y="0"/>
                      <a:pt x="111" y="22"/>
                      <a:pt x="110" y="24"/>
                    </a:cubicBezTo>
                    <a:cubicBezTo>
                      <a:pt x="108" y="29"/>
                      <a:pt x="105" y="34"/>
                      <a:pt x="103" y="40"/>
                    </a:cubicBezTo>
                    <a:cubicBezTo>
                      <a:pt x="98" y="53"/>
                      <a:pt x="85" y="63"/>
                      <a:pt x="73" y="69"/>
                    </a:cubicBezTo>
                    <a:close/>
                  </a:path>
                </a:pathLst>
              </a:custGeom>
              <a:solidFill>
                <a:schemeClr val="accent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7" name="Google Shape;417;p16"/>
              <p:cNvSpPr/>
              <p:nvPr/>
            </p:nvSpPr>
            <p:spPr>
              <a:xfrm>
                <a:off x="5845320" y="3597480"/>
                <a:ext cx="32040" cy="28080"/>
              </a:xfrm>
              <a:custGeom>
                <a:avLst/>
                <a:gdLst/>
                <a:ahLst/>
                <a:cxnLst/>
                <a:rect l="l" t="t" r="r" b="b"/>
                <a:pathLst>
                  <a:path w="89" h="78" extrusionOk="0">
                    <a:moveTo>
                      <a:pt x="0" y="78"/>
                    </a:moveTo>
                    <a:cubicBezTo>
                      <a:pt x="23" y="45"/>
                      <a:pt x="51" y="15"/>
                      <a:pt x="89" y="0"/>
                    </a:cubicBezTo>
                    <a:cubicBezTo>
                      <a:pt x="85" y="1"/>
                      <a:pt x="81" y="2"/>
                      <a:pt x="77" y="3"/>
                    </a:cubicBezTo>
                    <a:cubicBezTo>
                      <a:pt x="47" y="17"/>
                      <a:pt x="24" y="40"/>
                      <a:pt x="4" y="67"/>
                    </a:cubicBezTo>
                    <a:cubicBezTo>
                      <a:pt x="3" y="71"/>
                      <a:pt x="1" y="74"/>
                      <a:pt x="0" y="78"/>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8" name="Google Shape;418;p16"/>
              <p:cNvSpPr/>
              <p:nvPr/>
            </p:nvSpPr>
            <p:spPr>
              <a:xfrm>
                <a:off x="5844960" y="3596400"/>
                <a:ext cx="42120" cy="29880"/>
              </a:xfrm>
              <a:custGeom>
                <a:avLst/>
                <a:gdLst/>
                <a:ahLst/>
                <a:cxnLst/>
                <a:rect l="l" t="t" r="r" b="b"/>
                <a:pathLst>
                  <a:path w="117" h="83" extrusionOk="0">
                    <a:moveTo>
                      <a:pt x="1" y="81"/>
                    </a:moveTo>
                    <a:lnTo>
                      <a:pt x="1" y="81"/>
                    </a:lnTo>
                    <a:cubicBezTo>
                      <a:pt x="0" y="82"/>
                      <a:pt x="0" y="82"/>
                      <a:pt x="0" y="83"/>
                    </a:cubicBezTo>
                    <a:cubicBezTo>
                      <a:pt x="1" y="83"/>
                      <a:pt x="2" y="83"/>
                      <a:pt x="3" y="83"/>
                    </a:cubicBezTo>
                    <a:cubicBezTo>
                      <a:pt x="21" y="72"/>
                      <a:pt x="38" y="59"/>
                      <a:pt x="54" y="46"/>
                    </a:cubicBezTo>
                    <a:cubicBezTo>
                      <a:pt x="74" y="29"/>
                      <a:pt x="96" y="16"/>
                      <a:pt x="117" y="2"/>
                    </a:cubicBezTo>
                    <a:cubicBezTo>
                      <a:pt x="117" y="1"/>
                      <a:pt x="117" y="0"/>
                      <a:pt x="117" y="0"/>
                    </a:cubicBezTo>
                    <a:cubicBezTo>
                      <a:pt x="116" y="0"/>
                      <a:pt x="115" y="0"/>
                      <a:pt x="114" y="1"/>
                    </a:cubicBezTo>
                    <a:cubicBezTo>
                      <a:pt x="97" y="11"/>
                      <a:pt x="80" y="21"/>
                      <a:pt x="65" y="34"/>
                    </a:cubicBezTo>
                    <a:cubicBezTo>
                      <a:pt x="44" y="51"/>
                      <a:pt x="24" y="68"/>
                      <a:pt x="1" y="81"/>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19" name="Google Shape;419;p16"/>
              <p:cNvSpPr/>
              <p:nvPr/>
            </p:nvSpPr>
            <p:spPr>
              <a:xfrm>
                <a:off x="5847840" y="3607560"/>
                <a:ext cx="35640" cy="19080"/>
              </a:xfrm>
              <a:custGeom>
                <a:avLst/>
                <a:gdLst/>
                <a:ahLst/>
                <a:cxnLst/>
                <a:rect l="l" t="t" r="r" b="b"/>
                <a:pathLst>
                  <a:path w="99" h="53" extrusionOk="0">
                    <a:moveTo>
                      <a:pt x="99" y="0"/>
                    </a:moveTo>
                    <a:cubicBezTo>
                      <a:pt x="72" y="27"/>
                      <a:pt x="37" y="41"/>
                      <a:pt x="0" y="53"/>
                    </a:cubicBezTo>
                    <a:cubicBezTo>
                      <a:pt x="3" y="53"/>
                      <a:pt x="6" y="53"/>
                      <a:pt x="9" y="53"/>
                    </a:cubicBezTo>
                    <a:cubicBezTo>
                      <a:pt x="41" y="42"/>
                      <a:pt x="72" y="29"/>
                      <a:pt x="96" y="6"/>
                    </a:cubicBezTo>
                    <a:cubicBezTo>
                      <a:pt x="97" y="4"/>
                      <a:pt x="98" y="2"/>
                      <a:pt x="99" y="0"/>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0" name="Google Shape;420;p16"/>
              <p:cNvSpPr/>
              <p:nvPr/>
            </p:nvSpPr>
            <p:spPr>
              <a:xfrm>
                <a:off x="5851080" y="3434040"/>
                <a:ext cx="43200" cy="43200"/>
              </a:xfrm>
              <a:custGeom>
                <a:avLst/>
                <a:gdLst/>
                <a:ahLst/>
                <a:cxnLst/>
                <a:rect l="l" t="t" r="r" b="b"/>
                <a:pathLst>
                  <a:path w="120" h="120" extrusionOk="0">
                    <a:moveTo>
                      <a:pt x="31" y="82"/>
                    </a:moveTo>
                    <a:cubicBezTo>
                      <a:pt x="20" y="65"/>
                      <a:pt x="8" y="44"/>
                      <a:pt x="3" y="23"/>
                    </a:cubicBezTo>
                    <a:cubicBezTo>
                      <a:pt x="1" y="16"/>
                      <a:pt x="0" y="8"/>
                      <a:pt x="0" y="0"/>
                    </a:cubicBezTo>
                    <a:cubicBezTo>
                      <a:pt x="18" y="5"/>
                      <a:pt x="39" y="7"/>
                      <a:pt x="56" y="16"/>
                    </a:cubicBezTo>
                    <a:cubicBezTo>
                      <a:pt x="71" y="25"/>
                      <a:pt x="84" y="37"/>
                      <a:pt x="93" y="51"/>
                    </a:cubicBezTo>
                    <a:cubicBezTo>
                      <a:pt x="107" y="71"/>
                      <a:pt x="114" y="95"/>
                      <a:pt x="120" y="119"/>
                    </a:cubicBezTo>
                    <a:cubicBezTo>
                      <a:pt x="120" y="121"/>
                      <a:pt x="94" y="117"/>
                      <a:pt x="91" y="116"/>
                    </a:cubicBezTo>
                    <a:cubicBezTo>
                      <a:pt x="84" y="114"/>
                      <a:pt x="78" y="113"/>
                      <a:pt x="70" y="111"/>
                    </a:cubicBezTo>
                    <a:cubicBezTo>
                      <a:pt x="54" y="108"/>
                      <a:pt x="40" y="96"/>
                      <a:pt x="31" y="82"/>
                    </a:cubicBezTo>
                    <a:close/>
                  </a:path>
                </a:pathLst>
              </a:custGeom>
              <a:solidFill>
                <a:schemeClr val="accent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1" name="Google Shape;421;p16"/>
              <p:cNvSpPr/>
              <p:nvPr/>
            </p:nvSpPr>
            <p:spPr>
              <a:xfrm>
                <a:off x="5851800" y="3434400"/>
                <a:ext cx="39240" cy="31680"/>
              </a:xfrm>
              <a:custGeom>
                <a:avLst/>
                <a:gdLst/>
                <a:ahLst/>
                <a:cxnLst/>
                <a:rect l="l" t="t" r="r" b="b"/>
                <a:pathLst>
                  <a:path w="109" h="88" extrusionOk="0">
                    <a:moveTo>
                      <a:pt x="0" y="0"/>
                    </a:moveTo>
                    <a:cubicBezTo>
                      <a:pt x="44" y="20"/>
                      <a:pt x="84" y="46"/>
                      <a:pt x="109" y="88"/>
                    </a:cubicBezTo>
                    <a:cubicBezTo>
                      <a:pt x="107" y="83"/>
                      <a:pt x="106" y="78"/>
                      <a:pt x="104" y="74"/>
                    </a:cubicBezTo>
                    <a:cubicBezTo>
                      <a:pt x="81" y="43"/>
                      <a:pt x="49" y="20"/>
                      <a:pt x="14" y="3"/>
                    </a:cubicBezTo>
                    <a:cubicBezTo>
                      <a:pt x="9" y="2"/>
                      <a:pt x="4" y="1"/>
                      <a:pt x="0" y="0"/>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2" name="Google Shape;422;p16"/>
              <p:cNvSpPr/>
              <p:nvPr/>
            </p:nvSpPr>
            <p:spPr>
              <a:xfrm>
                <a:off x="5851080" y="3434040"/>
                <a:ext cx="43200" cy="43200"/>
              </a:xfrm>
              <a:custGeom>
                <a:avLst/>
                <a:gdLst/>
                <a:ahLst/>
                <a:cxnLst/>
                <a:rect l="l" t="t" r="r" b="b"/>
                <a:pathLst>
                  <a:path w="120" h="120" extrusionOk="0">
                    <a:moveTo>
                      <a:pt x="2" y="1"/>
                    </a:moveTo>
                    <a:lnTo>
                      <a:pt x="1" y="0"/>
                    </a:lnTo>
                    <a:lnTo>
                      <a:pt x="0" y="0"/>
                    </a:lnTo>
                    <a:cubicBezTo>
                      <a:pt x="0" y="1"/>
                      <a:pt x="0" y="2"/>
                      <a:pt x="0" y="3"/>
                    </a:cubicBezTo>
                    <a:cubicBezTo>
                      <a:pt x="16" y="22"/>
                      <a:pt x="35" y="39"/>
                      <a:pt x="54" y="56"/>
                    </a:cubicBezTo>
                    <a:cubicBezTo>
                      <a:pt x="77" y="76"/>
                      <a:pt x="97" y="98"/>
                      <a:pt x="118" y="120"/>
                    </a:cubicBezTo>
                    <a:cubicBezTo>
                      <a:pt x="119" y="120"/>
                      <a:pt x="120" y="119"/>
                      <a:pt x="120" y="119"/>
                    </a:cubicBezTo>
                    <a:cubicBezTo>
                      <a:pt x="119" y="118"/>
                      <a:pt x="119" y="117"/>
                      <a:pt x="119" y="116"/>
                    </a:cubicBezTo>
                    <a:cubicBezTo>
                      <a:pt x="103" y="98"/>
                      <a:pt x="88" y="81"/>
                      <a:pt x="70" y="65"/>
                    </a:cubicBezTo>
                    <a:cubicBezTo>
                      <a:pt x="46" y="45"/>
                      <a:pt x="22" y="25"/>
                      <a:pt x="2" y="1"/>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3" name="Google Shape;423;p16"/>
              <p:cNvSpPr/>
              <p:nvPr/>
            </p:nvSpPr>
            <p:spPr>
              <a:xfrm>
                <a:off x="5851080" y="3437640"/>
                <a:ext cx="29520" cy="37440"/>
              </a:xfrm>
              <a:custGeom>
                <a:avLst/>
                <a:gdLst/>
                <a:ahLst/>
                <a:cxnLst/>
                <a:rect l="l" t="t" r="r" b="b"/>
                <a:pathLst>
                  <a:path w="82" h="104" extrusionOk="0">
                    <a:moveTo>
                      <a:pt x="82" y="104"/>
                    </a:moveTo>
                    <a:cubicBezTo>
                      <a:pt x="45" y="78"/>
                      <a:pt x="21" y="40"/>
                      <a:pt x="0" y="0"/>
                    </a:cubicBezTo>
                    <a:cubicBezTo>
                      <a:pt x="1" y="3"/>
                      <a:pt x="1" y="6"/>
                      <a:pt x="2" y="10"/>
                    </a:cubicBezTo>
                    <a:cubicBezTo>
                      <a:pt x="21" y="45"/>
                      <a:pt x="43" y="78"/>
                      <a:pt x="74" y="102"/>
                    </a:cubicBezTo>
                    <a:cubicBezTo>
                      <a:pt x="77" y="103"/>
                      <a:pt x="80" y="103"/>
                      <a:pt x="82" y="104"/>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4" name="Google Shape;424;p16"/>
              <p:cNvSpPr/>
              <p:nvPr/>
            </p:nvSpPr>
            <p:spPr>
              <a:xfrm>
                <a:off x="5941080" y="3481920"/>
                <a:ext cx="17640" cy="42840"/>
              </a:xfrm>
              <a:custGeom>
                <a:avLst/>
                <a:gdLst/>
                <a:ahLst/>
                <a:cxnLst/>
                <a:rect l="l" t="t" r="r" b="b"/>
                <a:pathLst>
                  <a:path w="49" h="119" extrusionOk="0">
                    <a:moveTo>
                      <a:pt x="48" y="62"/>
                    </a:moveTo>
                    <a:cubicBezTo>
                      <a:pt x="45" y="76"/>
                      <a:pt x="40" y="92"/>
                      <a:pt x="33" y="105"/>
                    </a:cubicBezTo>
                    <a:cubicBezTo>
                      <a:pt x="30" y="110"/>
                      <a:pt x="27" y="114"/>
                      <a:pt x="23" y="119"/>
                    </a:cubicBezTo>
                    <a:cubicBezTo>
                      <a:pt x="16" y="107"/>
                      <a:pt x="7" y="96"/>
                      <a:pt x="3" y="83"/>
                    </a:cubicBezTo>
                    <a:cubicBezTo>
                      <a:pt x="0" y="71"/>
                      <a:pt x="-1" y="59"/>
                      <a:pt x="1" y="47"/>
                    </a:cubicBezTo>
                    <a:cubicBezTo>
                      <a:pt x="5" y="30"/>
                      <a:pt x="12" y="15"/>
                      <a:pt x="22" y="0"/>
                    </a:cubicBezTo>
                    <a:cubicBezTo>
                      <a:pt x="22" y="-1"/>
                      <a:pt x="34" y="14"/>
                      <a:pt x="34" y="15"/>
                    </a:cubicBezTo>
                    <a:cubicBezTo>
                      <a:pt x="37" y="20"/>
                      <a:pt x="39" y="24"/>
                      <a:pt x="42" y="28"/>
                    </a:cubicBezTo>
                    <a:cubicBezTo>
                      <a:pt x="49" y="37"/>
                      <a:pt x="50" y="51"/>
                      <a:pt x="48" y="62"/>
                    </a:cubicBezTo>
                    <a:close/>
                  </a:path>
                </a:pathLst>
              </a:custGeom>
              <a:solidFill>
                <a:schemeClr val="accent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5" name="Google Shape;425;p16"/>
              <p:cNvSpPr/>
              <p:nvPr/>
            </p:nvSpPr>
            <p:spPr>
              <a:xfrm>
                <a:off x="5942880" y="3488760"/>
                <a:ext cx="6120" cy="35280"/>
              </a:xfrm>
              <a:custGeom>
                <a:avLst/>
                <a:gdLst/>
                <a:ahLst/>
                <a:cxnLst/>
                <a:rect l="l" t="t" r="r" b="b"/>
                <a:pathLst>
                  <a:path w="17" h="98" extrusionOk="0">
                    <a:moveTo>
                      <a:pt x="17" y="98"/>
                    </a:moveTo>
                    <a:cubicBezTo>
                      <a:pt x="5" y="66"/>
                      <a:pt x="-2" y="33"/>
                      <a:pt x="6" y="0"/>
                    </a:cubicBezTo>
                    <a:cubicBezTo>
                      <a:pt x="4" y="3"/>
                      <a:pt x="3" y="7"/>
                      <a:pt x="2" y="10"/>
                    </a:cubicBezTo>
                    <a:cubicBezTo>
                      <a:pt x="-2" y="37"/>
                      <a:pt x="3" y="64"/>
                      <a:pt x="12" y="90"/>
                    </a:cubicBezTo>
                    <a:cubicBezTo>
                      <a:pt x="14" y="92"/>
                      <a:pt x="16" y="95"/>
                      <a:pt x="17" y="98"/>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6" name="Google Shape;426;p16"/>
              <p:cNvSpPr/>
              <p:nvPr/>
            </p:nvSpPr>
            <p:spPr>
              <a:xfrm>
                <a:off x="5947920" y="3481920"/>
                <a:ext cx="2160" cy="42840"/>
              </a:xfrm>
              <a:custGeom>
                <a:avLst/>
                <a:gdLst/>
                <a:ahLst/>
                <a:cxnLst/>
                <a:rect l="l" t="t" r="r" b="b"/>
                <a:pathLst>
                  <a:path w="6" h="119" extrusionOk="0">
                    <a:moveTo>
                      <a:pt x="3" y="117"/>
                    </a:moveTo>
                    <a:lnTo>
                      <a:pt x="3" y="117"/>
                    </a:lnTo>
                    <a:cubicBezTo>
                      <a:pt x="4" y="118"/>
                      <a:pt x="4" y="118"/>
                      <a:pt x="4" y="119"/>
                    </a:cubicBezTo>
                    <a:cubicBezTo>
                      <a:pt x="5" y="118"/>
                      <a:pt x="5" y="117"/>
                      <a:pt x="6" y="117"/>
                    </a:cubicBezTo>
                    <a:cubicBezTo>
                      <a:pt x="7" y="99"/>
                      <a:pt x="6" y="82"/>
                      <a:pt x="4" y="64"/>
                    </a:cubicBezTo>
                    <a:cubicBezTo>
                      <a:pt x="3" y="42"/>
                      <a:pt x="3" y="22"/>
                      <a:pt x="4" y="1"/>
                    </a:cubicBezTo>
                    <a:cubicBezTo>
                      <a:pt x="3" y="0"/>
                      <a:pt x="3" y="0"/>
                      <a:pt x="3" y="0"/>
                    </a:cubicBezTo>
                    <a:cubicBezTo>
                      <a:pt x="2" y="1"/>
                      <a:pt x="2" y="1"/>
                      <a:pt x="1" y="2"/>
                    </a:cubicBezTo>
                    <a:cubicBezTo>
                      <a:pt x="1" y="19"/>
                      <a:pt x="0" y="35"/>
                      <a:pt x="1" y="51"/>
                    </a:cubicBezTo>
                    <a:cubicBezTo>
                      <a:pt x="3" y="73"/>
                      <a:pt x="5" y="95"/>
                      <a:pt x="3" y="117"/>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7" name="Google Shape;427;p16"/>
              <p:cNvSpPr/>
              <p:nvPr/>
            </p:nvSpPr>
            <p:spPr>
              <a:xfrm>
                <a:off x="5950800" y="3489480"/>
                <a:ext cx="5400" cy="33120"/>
              </a:xfrm>
              <a:custGeom>
                <a:avLst/>
                <a:gdLst/>
                <a:ahLst/>
                <a:cxnLst/>
                <a:rect l="l" t="t" r="r" b="b"/>
                <a:pathLst>
                  <a:path w="15" h="92" extrusionOk="0">
                    <a:moveTo>
                      <a:pt x="11" y="0"/>
                    </a:moveTo>
                    <a:cubicBezTo>
                      <a:pt x="17" y="31"/>
                      <a:pt x="10" y="62"/>
                      <a:pt x="0" y="92"/>
                    </a:cubicBezTo>
                    <a:cubicBezTo>
                      <a:pt x="2" y="90"/>
                      <a:pt x="3" y="88"/>
                      <a:pt x="5" y="86"/>
                    </a:cubicBezTo>
                    <a:cubicBezTo>
                      <a:pt x="12" y="59"/>
                      <a:pt x="18" y="32"/>
                      <a:pt x="14" y="5"/>
                    </a:cubicBezTo>
                    <a:cubicBezTo>
                      <a:pt x="13" y="3"/>
                      <a:pt x="12" y="1"/>
                      <a:pt x="11" y="0"/>
                    </a:cubicBezTo>
                    <a:close/>
                  </a:path>
                </a:pathLst>
              </a:custGeom>
              <a:solidFill>
                <a:schemeClr val="accent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8" name="Google Shape;428;p16"/>
              <p:cNvSpPr/>
              <p:nvPr/>
            </p:nvSpPr>
            <p:spPr>
              <a:xfrm>
                <a:off x="5905440" y="3554280"/>
                <a:ext cx="49680" cy="64080"/>
              </a:xfrm>
              <a:custGeom>
                <a:avLst/>
                <a:gdLst/>
                <a:ahLst/>
                <a:cxnLst/>
                <a:rect l="l" t="t" r="r" b="b"/>
                <a:pathLst>
                  <a:path w="138" h="178" extrusionOk="0">
                    <a:moveTo>
                      <a:pt x="138" y="12"/>
                    </a:moveTo>
                    <a:cubicBezTo>
                      <a:pt x="116" y="-1"/>
                      <a:pt x="91" y="-2"/>
                      <a:pt x="66" y="3"/>
                    </a:cubicBezTo>
                    <a:cubicBezTo>
                      <a:pt x="14" y="12"/>
                      <a:pt x="-7" y="68"/>
                      <a:pt x="3" y="115"/>
                    </a:cubicBezTo>
                    <a:cubicBezTo>
                      <a:pt x="10" y="148"/>
                      <a:pt x="36" y="170"/>
                      <a:pt x="67" y="178"/>
                    </a:cubicBezTo>
                    <a:lnTo>
                      <a:pt x="138" y="12"/>
                    </a:lnTo>
                    <a:close/>
                  </a:path>
                </a:pathLst>
              </a:custGeom>
              <a:solidFill>
                <a:schemeClr val="accent2"/>
              </a:solidFill>
              <a:ln>
                <a:noFill/>
              </a:ln>
            </p:spPr>
            <p:txBody>
              <a:bodyPr spcFirstLastPara="1" wrap="square" lIns="90000" tIns="19075" rIns="90000" bIns="1907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29" name="Google Shape;429;p16"/>
              <p:cNvSpPr/>
              <p:nvPr/>
            </p:nvSpPr>
            <p:spPr>
              <a:xfrm>
                <a:off x="5932800" y="3560040"/>
                <a:ext cx="7560" cy="8280"/>
              </a:xfrm>
              <a:custGeom>
                <a:avLst/>
                <a:gdLst/>
                <a:ahLst/>
                <a:cxnLst/>
                <a:rect l="l" t="t" r="r" b="b"/>
                <a:pathLst>
                  <a:path w="21" h="23" extrusionOk="0">
                    <a:moveTo>
                      <a:pt x="21" y="9"/>
                    </a:moveTo>
                    <a:cubicBezTo>
                      <a:pt x="21" y="3"/>
                      <a:pt x="13" y="-2"/>
                      <a:pt x="7" y="1"/>
                    </a:cubicBezTo>
                    <a:cubicBezTo>
                      <a:pt x="0" y="4"/>
                      <a:pt x="-3" y="14"/>
                      <a:pt x="3" y="20"/>
                    </a:cubicBezTo>
                    <a:cubicBezTo>
                      <a:pt x="8" y="25"/>
                      <a:pt x="16" y="23"/>
                      <a:pt x="19" y="17"/>
                    </a:cubicBezTo>
                    <a:cubicBezTo>
                      <a:pt x="21" y="15"/>
                      <a:pt x="21" y="12"/>
                      <a:pt x="21" y="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0" name="Google Shape;430;p16"/>
              <p:cNvSpPr/>
              <p:nvPr/>
            </p:nvSpPr>
            <p:spPr>
              <a:xfrm>
                <a:off x="5916240" y="3570480"/>
                <a:ext cx="5040" cy="5040"/>
              </a:xfrm>
              <a:custGeom>
                <a:avLst/>
                <a:gdLst/>
                <a:ahLst/>
                <a:cxnLst/>
                <a:rect l="l" t="t" r="r" b="b"/>
                <a:pathLst>
                  <a:path w="14" h="14" extrusionOk="0">
                    <a:moveTo>
                      <a:pt x="9" y="0"/>
                    </a:moveTo>
                    <a:cubicBezTo>
                      <a:pt x="1" y="-2"/>
                      <a:pt x="-3" y="11"/>
                      <a:pt x="5" y="13"/>
                    </a:cubicBezTo>
                    <a:cubicBezTo>
                      <a:pt x="13" y="16"/>
                      <a:pt x="18" y="2"/>
                      <a:pt x="9" y="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1" name="Google Shape;431;p16"/>
              <p:cNvSpPr/>
              <p:nvPr/>
            </p:nvSpPr>
            <p:spPr>
              <a:xfrm>
                <a:off x="5932800" y="3580560"/>
                <a:ext cx="6480" cy="5760"/>
              </a:xfrm>
              <a:custGeom>
                <a:avLst/>
                <a:gdLst/>
                <a:ahLst/>
                <a:cxnLst/>
                <a:rect l="l" t="t" r="r" b="b"/>
                <a:pathLst>
                  <a:path w="18" h="16" extrusionOk="0">
                    <a:moveTo>
                      <a:pt x="17" y="12"/>
                    </a:moveTo>
                    <a:cubicBezTo>
                      <a:pt x="19" y="9"/>
                      <a:pt x="19" y="5"/>
                      <a:pt x="17" y="3"/>
                    </a:cubicBezTo>
                    <a:cubicBezTo>
                      <a:pt x="13" y="-3"/>
                      <a:pt x="3" y="-1"/>
                      <a:pt x="1" y="6"/>
                    </a:cubicBezTo>
                    <a:cubicBezTo>
                      <a:pt x="-3" y="16"/>
                      <a:pt x="12" y="20"/>
                      <a:pt x="17" y="1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2" name="Google Shape;432;p16"/>
              <p:cNvSpPr/>
              <p:nvPr/>
            </p:nvSpPr>
            <p:spPr>
              <a:xfrm>
                <a:off x="5915520" y="3587760"/>
                <a:ext cx="5040" cy="4680"/>
              </a:xfrm>
              <a:custGeom>
                <a:avLst/>
                <a:gdLst/>
                <a:ahLst/>
                <a:cxnLst/>
                <a:rect l="l" t="t" r="r" b="b"/>
                <a:pathLst>
                  <a:path w="14" h="13" extrusionOk="0">
                    <a:moveTo>
                      <a:pt x="14" y="8"/>
                    </a:moveTo>
                    <a:cubicBezTo>
                      <a:pt x="15" y="3"/>
                      <a:pt x="9" y="-1"/>
                      <a:pt x="5" y="0"/>
                    </a:cubicBezTo>
                    <a:cubicBezTo>
                      <a:pt x="-2" y="2"/>
                      <a:pt x="-1" y="12"/>
                      <a:pt x="6" y="13"/>
                    </a:cubicBezTo>
                    <a:cubicBezTo>
                      <a:pt x="9" y="14"/>
                      <a:pt x="13" y="11"/>
                      <a:pt x="14" y="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3" name="Google Shape;433;p16"/>
              <p:cNvSpPr/>
              <p:nvPr/>
            </p:nvSpPr>
            <p:spPr>
              <a:xfrm>
                <a:off x="5924160" y="3600000"/>
                <a:ext cx="6120" cy="6120"/>
              </a:xfrm>
              <a:custGeom>
                <a:avLst/>
                <a:gdLst/>
                <a:ahLst/>
                <a:cxnLst/>
                <a:rect l="l" t="t" r="r" b="b"/>
                <a:pathLst>
                  <a:path w="17" h="17" extrusionOk="0">
                    <a:moveTo>
                      <a:pt x="16" y="11"/>
                    </a:moveTo>
                    <a:cubicBezTo>
                      <a:pt x="20" y="3"/>
                      <a:pt x="8" y="-4"/>
                      <a:pt x="2" y="3"/>
                    </a:cubicBezTo>
                    <a:cubicBezTo>
                      <a:pt x="0" y="6"/>
                      <a:pt x="0" y="11"/>
                      <a:pt x="1" y="14"/>
                    </a:cubicBezTo>
                    <a:cubicBezTo>
                      <a:pt x="3" y="16"/>
                      <a:pt x="6" y="17"/>
                      <a:pt x="9" y="17"/>
                    </a:cubicBezTo>
                    <a:cubicBezTo>
                      <a:pt x="12" y="16"/>
                      <a:pt x="15" y="14"/>
                      <a:pt x="16" y="1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4" name="Google Shape;434;p16"/>
              <p:cNvSpPr/>
              <p:nvPr/>
            </p:nvSpPr>
            <p:spPr>
              <a:xfrm>
                <a:off x="5855040" y="3644640"/>
                <a:ext cx="47520" cy="49320"/>
              </a:xfrm>
              <a:custGeom>
                <a:avLst/>
                <a:gdLst/>
                <a:ahLst/>
                <a:cxnLst/>
                <a:rect l="l" t="t" r="r" b="b"/>
                <a:pathLst>
                  <a:path w="132" h="137" extrusionOk="0">
                    <a:moveTo>
                      <a:pt x="6" y="137"/>
                    </a:moveTo>
                    <a:cubicBezTo>
                      <a:pt x="19" y="136"/>
                      <a:pt x="31" y="134"/>
                      <a:pt x="44" y="131"/>
                    </a:cubicBezTo>
                    <a:cubicBezTo>
                      <a:pt x="39" y="113"/>
                      <a:pt x="42" y="90"/>
                      <a:pt x="50" y="74"/>
                    </a:cubicBezTo>
                    <a:cubicBezTo>
                      <a:pt x="56" y="61"/>
                      <a:pt x="68" y="48"/>
                      <a:pt x="84" y="45"/>
                    </a:cubicBezTo>
                    <a:cubicBezTo>
                      <a:pt x="95" y="42"/>
                      <a:pt x="105" y="44"/>
                      <a:pt x="114" y="47"/>
                    </a:cubicBezTo>
                    <a:cubicBezTo>
                      <a:pt x="119" y="35"/>
                      <a:pt x="125" y="22"/>
                      <a:pt x="132" y="10"/>
                    </a:cubicBezTo>
                    <a:cubicBezTo>
                      <a:pt x="115" y="2"/>
                      <a:pt x="92" y="-2"/>
                      <a:pt x="73" y="1"/>
                    </a:cubicBezTo>
                    <a:cubicBezTo>
                      <a:pt x="57" y="3"/>
                      <a:pt x="43" y="12"/>
                      <a:pt x="30" y="20"/>
                    </a:cubicBezTo>
                    <a:cubicBezTo>
                      <a:pt x="16" y="28"/>
                      <a:pt x="8" y="46"/>
                      <a:pt x="5" y="61"/>
                    </a:cubicBezTo>
                    <a:cubicBezTo>
                      <a:pt x="2" y="72"/>
                      <a:pt x="-1" y="84"/>
                      <a:pt x="0" y="96"/>
                    </a:cubicBezTo>
                    <a:cubicBezTo>
                      <a:pt x="1" y="110"/>
                      <a:pt x="3" y="124"/>
                      <a:pt x="6" y="137"/>
                    </a:cubicBezTo>
                    <a:close/>
                  </a:path>
                </a:pathLst>
              </a:custGeom>
              <a:solidFill>
                <a:schemeClr val="accent5"/>
              </a:solidFill>
              <a:ln>
                <a:noFill/>
              </a:ln>
            </p:spPr>
            <p:txBody>
              <a:bodyPr spcFirstLastPara="1" wrap="square" lIns="90000" tIns="4300" rIns="90000" bIns="43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5" name="Google Shape;435;p16"/>
              <p:cNvSpPr/>
              <p:nvPr/>
            </p:nvSpPr>
            <p:spPr>
              <a:xfrm>
                <a:off x="5855760" y="3670200"/>
                <a:ext cx="15840" cy="6120"/>
              </a:xfrm>
              <a:custGeom>
                <a:avLst/>
                <a:gdLst/>
                <a:ahLst/>
                <a:cxnLst/>
                <a:rect l="l" t="t" r="r" b="b"/>
                <a:pathLst>
                  <a:path w="44" h="17" extrusionOk="0">
                    <a:moveTo>
                      <a:pt x="0" y="2"/>
                    </a:moveTo>
                    <a:cubicBezTo>
                      <a:pt x="14" y="7"/>
                      <a:pt x="29" y="12"/>
                      <a:pt x="43" y="17"/>
                    </a:cubicBezTo>
                    <a:cubicBezTo>
                      <a:pt x="43" y="16"/>
                      <a:pt x="43" y="16"/>
                      <a:pt x="44" y="15"/>
                    </a:cubicBezTo>
                    <a:cubicBezTo>
                      <a:pt x="29" y="10"/>
                      <a:pt x="15" y="4"/>
                      <a:pt x="0" y="0"/>
                    </a:cubicBezTo>
                    <a:cubicBezTo>
                      <a:pt x="0" y="1"/>
                      <a:pt x="0" y="1"/>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6" name="Google Shape;436;p16"/>
              <p:cNvSpPr/>
              <p:nvPr/>
            </p:nvSpPr>
            <p:spPr>
              <a:xfrm>
                <a:off x="5857560" y="3663000"/>
                <a:ext cx="15840" cy="8640"/>
              </a:xfrm>
              <a:custGeom>
                <a:avLst/>
                <a:gdLst/>
                <a:ahLst/>
                <a:cxnLst/>
                <a:rect l="l" t="t" r="r" b="b"/>
                <a:pathLst>
                  <a:path w="44" h="24" extrusionOk="0">
                    <a:moveTo>
                      <a:pt x="0" y="2"/>
                    </a:moveTo>
                    <a:cubicBezTo>
                      <a:pt x="14" y="9"/>
                      <a:pt x="28" y="17"/>
                      <a:pt x="43" y="24"/>
                    </a:cubicBezTo>
                    <a:lnTo>
                      <a:pt x="43" y="23"/>
                    </a:lnTo>
                    <a:cubicBezTo>
                      <a:pt x="43" y="23"/>
                      <a:pt x="44" y="22"/>
                      <a:pt x="44" y="21"/>
                    </a:cubicBezTo>
                    <a:cubicBezTo>
                      <a:pt x="29" y="14"/>
                      <a:pt x="15" y="7"/>
                      <a:pt x="0" y="0"/>
                    </a:cubicBezTo>
                    <a:cubicBezTo>
                      <a:pt x="0" y="0"/>
                      <a:pt x="0" y="1"/>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7" name="Google Shape;437;p16"/>
              <p:cNvSpPr/>
              <p:nvPr/>
            </p:nvSpPr>
            <p:spPr>
              <a:xfrm>
                <a:off x="5860440" y="3656160"/>
                <a:ext cx="15840" cy="11160"/>
              </a:xfrm>
              <a:custGeom>
                <a:avLst/>
                <a:gdLst/>
                <a:ahLst/>
                <a:cxnLst/>
                <a:rect l="l" t="t" r="r" b="b"/>
                <a:pathLst>
                  <a:path w="44" h="31" extrusionOk="0">
                    <a:moveTo>
                      <a:pt x="0" y="2"/>
                    </a:moveTo>
                    <a:cubicBezTo>
                      <a:pt x="14" y="12"/>
                      <a:pt x="28" y="22"/>
                      <a:pt x="42" y="31"/>
                    </a:cubicBezTo>
                    <a:cubicBezTo>
                      <a:pt x="43" y="30"/>
                      <a:pt x="43" y="29"/>
                      <a:pt x="44" y="29"/>
                    </a:cubicBezTo>
                    <a:cubicBezTo>
                      <a:pt x="29" y="20"/>
                      <a:pt x="16" y="10"/>
                      <a:pt x="2" y="0"/>
                    </a:cubicBezTo>
                    <a:cubicBezTo>
                      <a:pt x="1" y="1"/>
                      <a:pt x="1" y="2"/>
                      <a:pt x="0" y="2"/>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8" name="Google Shape;438;p16"/>
              <p:cNvSpPr/>
              <p:nvPr/>
            </p:nvSpPr>
            <p:spPr>
              <a:xfrm>
                <a:off x="5855040" y="3677760"/>
                <a:ext cx="15480" cy="2880"/>
              </a:xfrm>
              <a:custGeom>
                <a:avLst/>
                <a:gdLst/>
                <a:ahLst/>
                <a:cxnLst/>
                <a:rect l="l" t="t" r="r" b="b"/>
                <a:pathLst>
                  <a:path w="43" h="8" extrusionOk="0">
                    <a:moveTo>
                      <a:pt x="0" y="3"/>
                    </a:moveTo>
                    <a:cubicBezTo>
                      <a:pt x="14" y="5"/>
                      <a:pt x="28" y="6"/>
                      <a:pt x="42" y="8"/>
                    </a:cubicBezTo>
                    <a:cubicBezTo>
                      <a:pt x="42" y="8"/>
                      <a:pt x="43" y="7"/>
                      <a:pt x="43" y="6"/>
                    </a:cubicBezTo>
                    <a:cubicBezTo>
                      <a:pt x="28" y="4"/>
                      <a:pt x="14" y="2"/>
                      <a:pt x="0" y="0"/>
                    </a:cubicBezTo>
                    <a:cubicBezTo>
                      <a:pt x="0" y="1"/>
                      <a:pt x="0" y="2"/>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39" name="Google Shape;439;p16"/>
              <p:cNvSpPr/>
              <p:nvPr/>
            </p:nvSpPr>
            <p:spPr>
              <a:xfrm>
                <a:off x="5855760" y="3684240"/>
                <a:ext cx="14040" cy="1080"/>
              </a:xfrm>
              <a:custGeom>
                <a:avLst/>
                <a:gdLst/>
                <a:ahLst/>
                <a:cxnLst/>
                <a:rect l="l" t="t" r="r" b="b"/>
                <a:pathLst>
                  <a:path w="39" h="3" extrusionOk="0">
                    <a:moveTo>
                      <a:pt x="0" y="3"/>
                    </a:moveTo>
                    <a:cubicBezTo>
                      <a:pt x="13" y="3"/>
                      <a:pt x="26" y="3"/>
                      <a:pt x="39" y="2"/>
                    </a:cubicBezTo>
                    <a:cubicBezTo>
                      <a:pt x="39" y="1"/>
                      <a:pt x="39" y="1"/>
                      <a:pt x="39" y="0"/>
                    </a:cubicBezTo>
                    <a:cubicBezTo>
                      <a:pt x="26" y="0"/>
                      <a:pt x="13" y="0"/>
                      <a:pt x="0" y="0"/>
                    </a:cubicBezTo>
                    <a:cubicBezTo>
                      <a:pt x="0" y="1"/>
                      <a:pt x="0" y="2"/>
                      <a:pt x="0" y="3"/>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0" name="Google Shape;440;p16"/>
              <p:cNvSpPr/>
              <p:nvPr/>
            </p:nvSpPr>
            <p:spPr>
              <a:xfrm>
                <a:off x="5856480" y="3688560"/>
                <a:ext cx="13680" cy="2880"/>
              </a:xfrm>
              <a:custGeom>
                <a:avLst/>
                <a:gdLst/>
                <a:ahLst/>
                <a:cxnLst/>
                <a:rect l="l" t="t" r="r" b="b"/>
                <a:pathLst>
                  <a:path w="38" h="8" extrusionOk="0">
                    <a:moveTo>
                      <a:pt x="1" y="8"/>
                    </a:moveTo>
                    <a:cubicBezTo>
                      <a:pt x="13" y="6"/>
                      <a:pt x="26" y="4"/>
                      <a:pt x="38" y="3"/>
                    </a:cubicBezTo>
                    <a:cubicBezTo>
                      <a:pt x="38" y="2"/>
                      <a:pt x="38" y="1"/>
                      <a:pt x="38" y="0"/>
                    </a:cubicBezTo>
                    <a:cubicBezTo>
                      <a:pt x="25" y="2"/>
                      <a:pt x="13" y="4"/>
                      <a:pt x="0" y="5"/>
                    </a:cubicBezTo>
                    <a:cubicBezTo>
                      <a:pt x="0" y="6"/>
                      <a:pt x="0" y="7"/>
                      <a:pt x="1" y="8"/>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1" name="Google Shape;441;p16"/>
              <p:cNvSpPr/>
              <p:nvPr/>
            </p:nvSpPr>
            <p:spPr>
              <a:xfrm>
                <a:off x="5866560" y="3650760"/>
                <a:ext cx="13320" cy="12600"/>
              </a:xfrm>
              <a:custGeom>
                <a:avLst/>
                <a:gdLst/>
                <a:ahLst/>
                <a:cxnLst/>
                <a:rect l="l" t="t" r="r" b="b"/>
                <a:pathLst>
                  <a:path w="37" h="35" extrusionOk="0">
                    <a:moveTo>
                      <a:pt x="3" y="0"/>
                    </a:moveTo>
                    <a:cubicBezTo>
                      <a:pt x="2" y="1"/>
                      <a:pt x="1" y="1"/>
                      <a:pt x="0" y="1"/>
                    </a:cubicBezTo>
                    <a:cubicBezTo>
                      <a:pt x="12" y="12"/>
                      <a:pt x="24" y="24"/>
                      <a:pt x="35" y="35"/>
                    </a:cubicBezTo>
                    <a:cubicBezTo>
                      <a:pt x="36" y="35"/>
                      <a:pt x="37" y="34"/>
                      <a:pt x="37" y="34"/>
                    </a:cubicBezTo>
                    <a:cubicBezTo>
                      <a:pt x="26" y="22"/>
                      <a:pt x="14" y="11"/>
                      <a:pt x="3"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2" name="Google Shape;442;p16"/>
              <p:cNvSpPr/>
              <p:nvPr/>
            </p:nvSpPr>
            <p:spPr>
              <a:xfrm>
                <a:off x="5875200" y="3646440"/>
                <a:ext cx="8640" cy="14760"/>
              </a:xfrm>
              <a:custGeom>
                <a:avLst/>
                <a:gdLst/>
                <a:ahLst/>
                <a:cxnLst/>
                <a:rect l="l" t="t" r="r" b="b"/>
                <a:pathLst>
                  <a:path w="24" h="41" extrusionOk="0">
                    <a:moveTo>
                      <a:pt x="0" y="1"/>
                    </a:moveTo>
                    <a:cubicBezTo>
                      <a:pt x="8" y="14"/>
                      <a:pt x="15" y="28"/>
                      <a:pt x="22" y="41"/>
                    </a:cubicBezTo>
                    <a:cubicBezTo>
                      <a:pt x="23" y="41"/>
                      <a:pt x="24" y="41"/>
                      <a:pt x="24" y="41"/>
                    </a:cubicBezTo>
                    <a:cubicBezTo>
                      <a:pt x="17" y="27"/>
                      <a:pt x="10" y="13"/>
                      <a:pt x="3" y="0"/>
                    </a:cubicBezTo>
                    <a:cubicBezTo>
                      <a:pt x="2" y="0"/>
                      <a:pt x="1" y="1"/>
                      <a:pt x="0" y="1"/>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3" name="Google Shape;443;p16"/>
              <p:cNvSpPr/>
              <p:nvPr/>
            </p:nvSpPr>
            <p:spPr>
              <a:xfrm>
                <a:off x="5885280" y="3644640"/>
                <a:ext cx="3240" cy="15840"/>
              </a:xfrm>
              <a:custGeom>
                <a:avLst/>
                <a:gdLst/>
                <a:ahLst/>
                <a:cxnLst/>
                <a:rect l="l" t="t" r="r" b="b"/>
                <a:pathLst>
                  <a:path w="9" h="44" extrusionOk="0">
                    <a:moveTo>
                      <a:pt x="0" y="0"/>
                    </a:moveTo>
                    <a:cubicBezTo>
                      <a:pt x="1" y="15"/>
                      <a:pt x="4" y="29"/>
                      <a:pt x="6" y="44"/>
                    </a:cubicBezTo>
                    <a:cubicBezTo>
                      <a:pt x="7" y="44"/>
                      <a:pt x="8" y="44"/>
                      <a:pt x="9" y="44"/>
                    </a:cubicBezTo>
                    <a:cubicBezTo>
                      <a:pt x="6" y="29"/>
                      <a:pt x="4" y="15"/>
                      <a:pt x="2" y="0"/>
                    </a:cubicBezTo>
                    <a:cubicBezTo>
                      <a:pt x="1" y="0"/>
                      <a:pt x="0" y="0"/>
                      <a:pt x="0"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4" name="Google Shape;444;p16"/>
              <p:cNvSpPr/>
              <p:nvPr/>
            </p:nvSpPr>
            <p:spPr>
              <a:xfrm>
                <a:off x="5893200" y="3645360"/>
                <a:ext cx="1800" cy="15840"/>
              </a:xfrm>
              <a:custGeom>
                <a:avLst/>
                <a:gdLst/>
                <a:ahLst/>
                <a:cxnLst/>
                <a:rect l="l" t="t" r="r" b="b"/>
                <a:pathLst>
                  <a:path w="5" h="44" extrusionOk="0">
                    <a:moveTo>
                      <a:pt x="2" y="0"/>
                    </a:moveTo>
                    <a:cubicBezTo>
                      <a:pt x="1" y="15"/>
                      <a:pt x="0" y="29"/>
                      <a:pt x="0" y="43"/>
                    </a:cubicBezTo>
                    <a:cubicBezTo>
                      <a:pt x="0" y="43"/>
                      <a:pt x="1" y="43"/>
                      <a:pt x="2" y="44"/>
                    </a:cubicBezTo>
                    <a:cubicBezTo>
                      <a:pt x="3" y="29"/>
                      <a:pt x="4" y="15"/>
                      <a:pt x="5" y="1"/>
                    </a:cubicBezTo>
                    <a:cubicBezTo>
                      <a:pt x="4" y="1"/>
                      <a:pt x="3" y="1"/>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5" name="Google Shape;445;p16"/>
              <p:cNvSpPr/>
              <p:nvPr/>
            </p:nvSpPr>
            <p:spPr>
              <a:xfrm>
                <a:off x="5922360" y="3434400"/>
                <a:ext cx="65520" cy="29520"/>
              </a:xfrm>
              <a:custGeom>
                <a:avLst/>
                <a:gdLst/>
                <a:ahLst/>
                <a:cxnLst/>
                <a:rect l="l" t="t" r="r" b="b"/>
                <a:pathLst>
                  <a:path w="182" h="82" extrusionOk="0">
                    <a:moveTo>
                      <a:pt x="176" y="16"/>
                    </a:moveTo>
                    <a:cubicBezTo>
                      <a:pt x="171" y="12"/>
                      <a:pt x="167" y="7"/>
                      <a:pt x="163" y="3"/>
                    </a:cubicBezTo>
                    <a:cubicBezTo>
                      <a:pt x="163" y="2"/>
                      <a:pt x="162" y="1"/>
                      <a:pt x="161" y="0"/>
                    </a:cubicBezTo>
                    <a:cubicBezTo>
                      <a:pt x="150" y="6"/>
                      <a:pt x="139" y="12"/>
                      <a:pt x="128" y="16"/>
                    </a:cubicBezTo>
                    <a:cubicBezTo>
                      <a:pt x="125" y="18"/>
                      <a:pt x="121" y="20"/>
                      <a:pt x="117" y="21"/>
                    </a:cubicBezTo>
                    <a:cubicBezTo>
                      <a:pt x="101" y="29"/>
                      <a:pt x="80" y="32"/>
                      <a:pt x="64" y="33"/>
                    </a:cubicBezTo>
                    <a:cubicBezTo>
                      <a:pt x="63" y="33"/>
                      <a:pt x="60" y="33"/>
                      <a:pt x="55" y="33"/>
                    </a:cubicBezTo>
                    <a:cubicBezTo>
                      <a:pt x="40" y="34"/>
                      <a:pt x="24" y="34"/>
                      <a:pt x="7" y="33"/>
                    </a:cubicBezTo>
                    <a:cubicBezTo>
                      <a:pt x="6" y="46"/>
                      <a:pt x="3" y="59"/>
                      <a:pt x="1" y="73"/>
                    </a:cubicBezTo>
                    <a:cubicBezTo>
                      <a:pt x="0" y="73"/>
                      <a:pt x="0" y="74"/>
                      <a:pt x="1" y="74"/>
                    </a:cubicBezTo>
                    <a:cubicBezTo>
                      <a:pt x="1" y="75"/>
                      <a:pt x="2" y="75"/>
                      <a:pt x="3" y="75"/>
                    </a:cubicBezTo>
                    <a:cubicBezTo>
                      <a:pt x="15" y="78"/>
                      <a:pt x="28" y="81"/>
                      <a:pt x="41" y="81"/>
                    </a:cubicBezTo>
                    <a:cubicBezTo>
                      <a:pt x="56" y="82"/>
                      <a:pt x="72" y="80"/>
                      <a:pt x="87" y="78"/>
                    </a:cubicBezTo>
                    <a:cubicBezTo>
                      <a:pt x="107" y="76"/>
                      <a:pt x="126" y="73"/>
                      <a:pt x="144" y="65"/>
                    </a:cubicBezTo>
                    <a:cubicBezTo>
                      <a:pt x="162" y="57"/>
                      <a:pt x="178" y="42"/>
                      <a:pt x="182" y="23"/>
                    </a:cubicBezTo>
                    <a:cubicBezTo>
                      <a:pt x="180" y="21"/>
                      <a:pt x="178" y="19"/>
                      <a:pt x="176" y="16"/>
                    </a:cubicBezTo>
                    <a:close/>
                  </a:path>
                </a:pathLst>
              </a:custGeom>
              <a:solidFill>
                <a:schemeClr val="accent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6" name="Google Shape;446;p16"/>
              <p:cNvSpPr/>
              <p:nvPr/>
            </p:nvSpPr>
            <p:spPr>
              <a:xfrm>
                <a:off x="5927400" y="3446280"/>
                <a:ext cx="2160" cy="16200"/>
              </a:xfrm>
              <a:custGeom>
                <a:avLst/>
                <a:gdLst/>
                <a:ahLst/>
                <a:cxnLst/>
                <a:rect l="l" t="t" r="r" b="b"/>
                <a:pathLst>
                  <a:path w="6" h="45" extrusionOk="0">
                    <a:moveTo>
                      <a:pt x="4" y="0"/>
                    </a:moveTo>
                    <a:cubicBezTo>
                      <a:pt x="3" y="15"/>
                      <a:pt x="1" y="30"/>
                      <a:pt x="0" y="45"/>
                    </a:cubicBezTo>
                    <a:cubicBezTo>
                      <a:pt x="0" y="45"/>
                      <a:pt x="1" y="45"/>
                      <a:pt x="2" y="45"/>
                    </a:cubicBezTo>
                    <a:cubicBezTo>
                      <a:pt x="3" y="30"/>
                      <a:pt x="5" y="15"/>
                      <a:pt x="6" y="0"/>
                    </a:cubicBezTo>
                    <a:cubicBezTo>
                      <a:pt x="6" y="0"/>
                      <a:pt x="5" y="0"/>
                      <a:pt x="4"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7" name="Google Shape;447;p16"/>
              <p:cNvSpPr/>
              <p:nvPr/>
            </p:nvSpPr>
            <p:spPr>
              <a:xfrm>
                <a:off x="5932800" y="3446640"/>
                <a:ext cx="2160" cy="16560"/>
              </a:xfrm>
              <a:custGeom>
                <a:avLst/>
                <a:gdLst/>
                <a:ahLst/>
                <a:cxnLst/>
                <a:rect l="l" t="t" r="r" b="b"/>
                <a:pathLst>
                  <a:path w="6" h="46" extrusionOk="0">
                    <a:moveTo>
                      <a:pt x="3" y="0"/>
                    </a:moveTo>
                    <a:cubicBezTo>
                      <a:pt x="2" y="15"/>
                      <a:pt x="1" y="31"/>
                      <a:pt x="0" y="46"/>
                    </a:cubicBezTo>
                    <a:cubicBezTo>
                      <a:pt x="0" y="46"/>
                      <a:pt x="1" y="46"/>
                      <a:pt x="2" y="46"/>
                    </a:cubicBezTo>
                    <a:cubicBezTo>
                      <a:pt x="3" y="31"/>
                      <a:pt x="4" y="15"/>
                      <a:pt x="6" y="0"/>
                    </a:cubicBezTo>
                    <a:cubicBezTo>
                      <a:pt x="5" y="0"/>
                      <a:pt x="4" y="0"/>
                      <a:pt x="3"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8" name="Google Shape;448;p16"/>
              <p:cNvSpPr/>
              <p:nvPr/>
            </p:nvSpPr>
            <p:spPr>
              <a:xfrm>
                <a:off x="5939280" y="3446280"/>
                <a:ext cx="1080" cy="17280"/>
              </a:xfrm>
              <a:custGeom>
                <a:avLst/>
                <a:gdLst/>
                <a:ahLst/>
                <a:cxnLst/>
                <a:rect l="l" t="t" r="r" b="b"/>
                <a:pathLst>
                  <a:path w="3" h="48" extrusionOk="0">
                    <a:moveTo>
                      <a:pt x="1" y="0"/>
                    </a:moveTo>
                    <a:cubicBezTo>
                      <a:pt x="1" y="16"/>
                      <a:pt x="1" y="32"/>
                      <a:pt x="0" y="48"/>
                    </a:cubicBezTo>
                    <a:cubicBezTo>
                      <a:pt x="1" y="48"/>
                      <a:pt x="2" y="48"/>
                      <a:pt x="3" y="48"/>
                    </a:cubicBezTo>
                    <a:cubicBezTo>
                      <a:pt x="3" y="32"/>
                      <a:pt x="3" y="16"/>
                      <a:pt x="3" y="0"/>
                    </a:cubicBezTo>
                    <a:cubicBezTo>
                      <a:pt x="3" y="0"/>
                      <a:pt x="2" y="0"/>
                      <a:pt x="1"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49" name="Google Shape;449;p16"/>
              <p:cNvSpPr/>
              <p:nvPr/>
            </p:nvSpPr>
            <p:spPr>
              <a:xfrm>
                <a:off x="5945760" y="3446280"/>
                <a:ext cx="1080" cy="17280"/>
              </a:xfrm>
              <a:custGeom>
                <a:avLst/>
                <a:gdLst/>
                <a:ahLst/>
                <a:cxnLst/>
                <a:rect l="l" t="t" r="r" b="b"/>
                <a:pathLst>
                  <a:path w="3" h="48" extrusionOk="0">
                    <a:moveTo>
                      <a:pt x="0" y="0"/>
                    </a:moveTo>
                    <a:cubicBezTo>
                      <a:pt x="0" y="16"/>
                      <a:pt x="0" y="32"/>
                      <a:pt x="1" y="48"/>
                    </a:cubicBezTo>
                    <a:cubicBezTo>
                      <a:pt x="2" y="48"/>
                      <a:pt x="3" y="48"/>
                      <a:pt x="3" y="47"/>
                    </a:cubicBezTo>
                    <a:cubicBezTo>
                      <a:pt x="3" y="32"/>
                      <a:pt x="2" y="16"/>
                      <a:pt x="2" y="0"/>
                    </a:cubicBezTo>
                    <a:cubicBezTo>
                      <a:pt x="1" y="0"/>
                      <a:pt x="0" y="0"/>
                      <a:pt x="0"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50" name="Google Shape;450;p16"/>
              <p:cNvSpPr/>
              <p:nvPr/>
            </p:nvSpPr>
            <p:spPr>
              <a:xfrm>
                <a:off x="5952240" y="3445560"/>
                <a:ext cx="3240" cy="16920"/>
              </a:xfrm>
              <a:custGeom>
                <a:avLst/>
                <a:gdLst/>
                <a:ahLst/>
                <a:cxnLst/>
                <a:rect l="l" t="t" r="r" b="b"/>
                <a:pathLst>
                  <a:path w="9" h="47" extrusionOk="0">
                    <a:moveTo>
                      <a:pt x="0" y="0"/>
                    </a:moveTo>
                    <a:cubicBezTo>
                      <a:pt x="2" y="16"/>
                      <a:pt x="4" y="31"/>
                      <a:pt x="6" y="47"/>
                    </a:cubicBezTo>
                    <a:cubicBezTo>
                      <a:pt x="7" y="47"/>
                      <a:pt x="8" y="47"/>
                      <a:pt x="9" y="47"/>
                    </a:cubicBezTo>
                    <a:cubicBezTo>
                      <a:pt x="7" y="31"/>
                      <a:pt x="5" y="15"/>
                      <a:pt x="2" y="0"/>
                    </a:cubicBezTo>
                    <a:cubicBezTo>
                      <a:pt x="1" y="0"/>
                      <a:pt x="1" y="0"/>
                      <a:pt x="0"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51" name="Google Shape;451;p16"/>
              <p:cNvSpPr/>
              <p:nvPr/>
            </p:nvSpPr>
            <p:spPr>
              <a:xfrm>
                <a:off x="5958000" y="3444120"/>
                <a:ext cx="5400" cy="17280"/>
              </a:xfrm>
              <a:custGeom>
                <a:avLst/>
                <a:gdLst/>
                <a:ahLst/>
                <a:cxnLst/>
                <a:rect l="l" t="t" r="r" b="b"/>
                <a:pathLst>
                  <a:path w="15" h="48" extrusionOk="0">
                    <a:moveTo>
                      <a:pt x="0" y="0"/>
                    </a:moveTo>
                    <a:cubicBezTo>
                      <a:pt x="4" y="16"/>
                      <a:pt x="8" y="32"/>
                      <a:pt x="13" y="48"/>
                    </a:cubicBezTo>
                    <a:cubicBezTo>
                      <a:pt x="13" y="47"/>
                      <a:pt x="14" y="47"/>
                      <a:pt x="15" y="47"/>
                    </a:cubicBezTo>
                    <a:cubicBezTo>
                      <a:pt x="11" y="31"/>
                      <a:pt x="6" y="16"/>
                      <a:pt x="2" y="0"/>
                    </a:cubicBezTo>
                    <a:cubicBezTo>
                      <a:pt x="1" y="0"/>
                      <a:pt x="1" y="0"/>
                      <a:pt x="0"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52" name="Google Shape;452;p16"/>
              <p:cNvSpPr/>
              <p:nvPr/>
            </p:nvSpPr>
            <p:spPr>
              <a:xfrm>
                <a:off x="5964120" y="3441600"/>
                <a:ext cx="7200" cy="17640"/>
              </a:xfrm>
              <a:custGeom>
                <a:avLst/>
                <a:gdLst/>
                <a:ahLst/>
                <a:cxnLst/>
                <a:rect l="l" t="t" r="r" b="b"/>
                <a:pathLst>
                  <a:path w="20" h="49" extrusionOk="0">
                    <a:moveTo>
                      <a:pt x="1" y="1"/>
                    </a:moveTo>
                    <a:cubicBezTo>
                      <a:pt x="0" y="1"/>
                      <a:pt x="0" y="1"/>
                      <a:pt x="0" y="1"/>
                    </a:cubicBezTo>
                    <a:cubicBezTo>
                      <a:pt x="6" y="17"/>
                      <a:pt x="12" y="33"/>
                      <a:pt x="18" y="49"/>
                    </a:cubicBezTo>
                    <a:cubicBezTo>
                      <a:pt x="18" y="49"/>
                      <a:pt x="19" y="48"/>
                      <a:pt x="20" y="48"/>
                    </a:cubicBezTo>
                    <a:cubicBezTo>
                      <a:pt x="14" y="32"/>
                      <a:pt x="8" y="16"/>
                      <a:pt x="2" y="0"/>
                    </a:cubicBezTo>
                    <a:cubicBezTo>
                      <a:pt x="2" y="1"/>
                      <a:pt x="1" y="1"/>
                      <a:pt x="1" y="1"/>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53" name="Google Shape;453;p16"/>
              <p:cNvSpPr/>
              <p:nvPr/>
            </p:nvSpPr>
            <p:spPr>
              <a:xfrm>
                <a:off x="5969880" y="3439440"/>
                <a:ext cx="8640" cy="16560"/>
              </a:xfrm>
              <a:custGeom>
                <a:avLst/>
                <a:gdLst/>
                <a:ahLst/>
                <a:cxnLst/>
                <a:rect l="l" t="t" r="r" b="b"/>
                <a:pathLst>
                  <a:path w="24" h="46" extrusionOk="0">
                    <a:moveTo>
                      <a:pt x="0" y="0"/>
                    </a:moveTo>
                    <a:cubicBezTo>
                      <a:pt x="7" y="16"/>
                      <a:pt x="14" y="31"/>
                      <a:pt x="22" y="46"/>
                    </a:cubicBezTo>
                    <a:cubicBezTo>
                      <a:pt x="22" y="45"/>
                      <a:pt x="23" y="45"/>
                      <a:pt x="24" y="44"/>
                    </a:cubicBezTo>
                    <a:cubicBezTo>
                      <a:pt x="16" y="30"/>
                      <a:pt x="9" y="15"/>
                      <a:pt x="2" y="0"/>
                    </a:cubicBezTo>
                    <a:cubicBezTo>
                      <a:pt x="1" y="0"/>
                      <a:pt x="1" y="0"/>
                      <a:pt x="0"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54" name="Google Shape;454;p16"/>
              <p:cNvSpPr/>
              <p:nvPr/>
            </p:nvSpPr>
            <p:spPr>
              <a:xfrm>
                <a:off x="5976000" y="3436200"/>
                <a:ext cx="8640" cy="14040"/>
              </a:xfrm>
              <a:custGeom>
                <a:avLst/>
                <a:gdLst/>
                <a:ahLst/>
                <a:cxnLst/>
                <a:rect l="l" t="t" r="r" b="b"/>
                <a:pathLst>
                  <a:path w="24" h="39" extrusionOk="0">
                    <a:moveTo>
                      <a:pt x="2" y="0"/>
                    </a:moveTo>
                    <a:cubicBezTo>
                      <a:pt x="1" y="1"/>
                      <a:pt x="1" y="1"/>
                      <a:pt x="0" y="2"/>
                    </a:cubicBezTo>
                    <a:cubicBezTo>
                      <a:pt x="7" y="14"/>
                      <a:pt x="15" y="27"/>
                      <a:pt x="23" y="39"/>
                    </a:cubicBezTo>
                    <a:cubicBezTo>
                      <a:pt x="23" y="38"/>
                      <a:pt x="24" y="38"/>
                      <a:pt x="24" y="37"/>
                    </a:cubicBezTo>
                    <a:cubicBezTo>
                      <a:pt x="16" y="25"/>
                      <a:pt x="9" y="13"/>
                      <a:pt x="2" y="0"/>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455" name="Google Shape;455;p16"/>
              <p:cNvSpPr/>
              <p:nvPr/>
            </p:nvSpPr>
            <p:spPr>
              <a:xfrm>
                <a:off x="5703120" y="3332520"/>
                <a:ext cx="327960" cy="95400"/>
              </a:xfrm>
              <a:custGeom>
                <a:avLst/>
                <a:gdLst/>
                <a:ahLst/>
                <a:cxnLst/>
                <a:rect l="l" t="t" r="r" b="b"/>
                <a:pathLst>
                  <a:path w="911" h="265" extrusionOk="0">
                    <a:moveTo>
                      <a:pt x="619" y="12"/>
                    </a:moveTo>
                    <a:cubicBezTo>
                      <a:pt x="672" y="18"/>
                      <a:pt x="724" y="28"/>
                      <a:pt x="775" y="42"/>
                    </a:cubicBezTo>
                    <a:cubicBezTo>
                      <a:pt x="800" y="50"/>
                      <a:pt x="826" y="58"/>
                      <a:pt x="850" y="68"/>
                    </a:cubicBezTo>
                    <a:cubicBezTo>
                      <a:pt x="869" y="76"/>
                      <a:pt x="901" y="84"/>
                      <a:pt x="909" y="106"/>
                    </a:cubicBezTo>
                    <a:cubicBezTo>
                      <a:pt x="915" y="121"/>
                      <a:pt x="908" y="148"/>
                      <a:pt x="905" y="165"/>
                    </a:cubicBezTo>
                    <a:cubicBezTo>
                      <a:pt x="901" y="192"/>
                      <a:pt x="890" y="238"/>
                      <a:pt x="868" y="256"/>
                    </a:cubicBezTo>
                    <a:cubicBezTo>
                      <a:pt x="846" y="274"/>
                      <a:pt x="804" y="259"/>
                      <a:pt x="785" y="247"/>
                    </a:cubicBezTo>
                    <a:cubicBezTo>
                      <a:pt x="776" y="241"/>
                      <a:pt x="730" y="209"/>
                      <a:pt x="736" y="197"/>
                    </a:cubicBezTo>
                    <a:cubicBezTo>
                      <a:pt x="718" y="238"/>
                      <a:pt x="675" y="261"/>
                      <a:pt x="631" y="258"/>
                    </a:cubicBezTo>
                    <a:cubicBezTo>
                      <a:pt x="588" y="255"/>
                      <a:pt x="550" y="220"/>
                      <a:pt x="543" y="178"/>
                    </a:cubicBezTo>
                    <a:cubicBezTo>
                      <a:pt x="530" y="220"/>
                      <a:pt x="486" y="251"/>
                      <a:pt x="442" y="248"/>
                    </a:cubicBezTo>
                    <a:cubicBezTo>
                      <a:pt x="398" y="245"/>
                      <a:pt x="358" y="205"/>
                      <a:pt x="358" y="161"/>
                    </a:cubicBezTo>
                    <a:cubicBezTo>
                      <a:pt x="351" y="185"/>
                      <a:pt x="332" y="206"/>
                      <a:pt x="309" y="216"/>
                    </a:cubicBezTo>
                    <a:cubicBezTo>
                      <a:pt x="285" y="227"/>
                      <a:pt x="258" y="228"/>
                      <a:pt x="233" y="223"/>
                    </a:cubicBezTo>
                    <a:cubicBezTo>
                      <a:pt x="203" y="216"/>
                      <a:pt x="171" y="193"/>
                      <a:pt x="176" y="163"/>
                    </a:cubicBezTo>
                    <a:cubicBezTo>
                      <a:pt x="164" y="189"/>
                      <a:pt x="145" y="212"/>
                      <a:pt x="119" y="225"/>
                    </a:cubicBezTo>
                    <a:cubicBezTo>
                      <a:pt x="100" y="235"/>
                      <a:pt x="51" y="246"/>
                      <a:pt x="33" y="229"/>
                    </a:cubicBezTo>
                    <a:cubicBezTo>
                      <a:pt x="14" y="212"/>
                      <a:pt x="8" y="149"/>
                      <a:pt x="3" y="125"/>
                    </a:cubicBezTo>
                    <a:cubicBezTo>
                      <a:pt x="0" y="114"/>
                      <a:pt x="-2" y="102"/>
                      <a:pt x="5" y="93"/>
                    </a:cubicBezTo>
                    <a:cubicBezTo>
                      <a:pt x="9" y="89"/>
                      <a:pt x="14" y="87"/>
                      <a:pt x="18" y="85"/>
                    </a:cubicBezTo>
                    <a:cubicBezTo>
                      <a:pt x="39" y="75"/>
                      <a:pt x="60" y="68"/>
                      <a:pt x="81" y="60"/>
                    </a:cubicBezTo>
                    <a:cubicBezTo>
                      <a:pt x="147" y="35"/>
                      <a:pt x="216" y="18"/>
                      <a:pt x="286" y="8"/>
                    </a:cubicBezTo>
                    <a:cubicBezTo>
                      <a:pt x="397" y="-6"/>
                      <a:pt x="509" y="-1"/>
                      <a:pt x="619" y="12"/>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555"/>
        <p:cNvGrpSpPr/>
        <p:nvPr/>
      </p:nvGrpSpPr>
      <p:grpSpPr>
        <a:xfrm>
          <a:off x="0" y="0"/>
          <a:ext cx="0" cy="0"/>
          <a:chOff x="0" y="0"/>
          <a:chExt cx="0" cy="0"/>
        </a:xfrm>
      </p:grpSpPr>
      <p:grpSp>
        <p:nvGrpSpPr>
          <p:cNvPr id="556" name="Google Shape;556;p19"/>
          <p:cNvGrpSpPr/>
          <p:nvPr/>
        </p:nvGrpSpPr>
        <p:grpSpPr>
          <a:xfrm>
            <a:off x="-7800" y="0"/>
            <a:ext cx="9159600" cy="5143500"/>
            <a:chOff x="-7800" y="0"/>
            <a:chExt cx="9159600" cy="5143500"/>
          </a:xfrm>
        </p:grpSpPr>
        <p:grpSp>
          <p:nvGrpSpPr>
            <p:cNvPr id="557" name="Google Shape;557;p19"/>
            <p:cNvGrpSpPr/>
            <p:nvPr/>
          </p:nvGrpSpPr>
          <p:grpSpPr>
            <a:xfrm>
              <a:off x="228530" y="0"/>
              <a:ext cx="8686941" cy="5143500"/>
              <a:chOff x="0" y="0"/>
              <a:chExt cx="8686941" cy="5143500"/>
            </a:xfrm>
          </p:grpSpPr>
          <p:sp>
            <p:nvSpPr>
              <p:cNvPr id="558" name="Google Shape;558;p19"/>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9" name="Google Shape;559;p19"/>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0" name="Google Shape;560;p19"/>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1" name="Google Shape;561;p19"/>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2" name="Google Shape;562;p19"/>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3" name="Google Shape;563;p19"/>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4" name="Google Shape;564;p19"/>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5" name="Google Shape;565;p19"/>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6" name="Google Shape;566;p19"/>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7" name="Google Shape;567;p19"/>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568" name="Google Shape;568;p19"/>
            <p:cNvGrpSpPr/>
            <p:nvPr/>
          </p:nvGrpSpPr>
          <p:grpSpPr>
            <a:xfrm>
              <a:off x="-7800" y="0"/>
              <a:ext cx="9159600" cy="5143500"/>
              <a:chOff x="-7800" y="0"/>
              <a:chExt cx="9159600" cy="5143500"/>
            </a:xfrm>
          </p:grpSpPr>
          <p:sp>
            <p:nvSpPr>
              <p:cNvPr id="569" name="Google Shape;569;p19"/>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0" name="Google Shape;570;p19"/>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1" name="Google Shape;571;p19"/>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2" name="Google Shape;572;p19"/>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3" name="Google Shape;573;p19"/>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4" name="Google Shape;574;p19"/>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575" name="Google Shape;575;p19"/>
          <p:cNvGrpSpPr/>
          <p:nvPr/>
        </p:nvGrpSpPr>
        <p:grpSpPr>
          <a:xfrm>
            <a:off x="387081" y="391728"/>
            <a:ext cx="8280556" cy="4522523"/>
            <a:chOff x="387081" y="391728"/>
            <a:chExt cx="8280556" cy="4522523"/>
          </a:xfrm>
        </p:grpSpPr>
        <p:grpSp>
          <p:nvGrpSpPr>
            <p:cNvPr id="576" name="Google Shape;576;p19"/>
            <p:cNvGrpSpPr/>
            <p:nvPr/>
          </p:nvGrpSpPr>
          <p:grpSpPr>
            <a:xfrm>
              <a:off x="387081" y="391728"/>
              <a:ext cx="1135207" cy="1057309"/>
              <a:chOff x="6562073" y="782553"/>
              <a:chExt cx="345963" cy="322223"/>
            </a:xfrm>
          </p:grpSpPr>
          <p:sp>
            <p:nvSpPr>
              <p:cNvPr id="577" name="Google Shape;577;p19"/>
              <p:cNvSpPr/>
              <p:nvPr/>
            </p:nvSpPr>
            <p:spPr>
              <a:xfrm>
                <a:off x="6562073" y="782553"/>
                <a:ext cx="345960" cy="319320"/>
              </a:xfrm>
              <a:custGeom>
                <a:avLst/>
                <a:gdLst/>
                <a:ahLst/>
                <a:cxnLst/>
                <a:rect l="l" t="t" r="r" b="b"/>
                <a:pathLst>
                  <a:path w="961" h="887" extrusionOk="0">
                    <a:moveTo>
                      <a:pt x="618" y="866"/>
                    </a:moveTo>
                    <a:cubicBezTo>
                      <a:pt x="869" y="792"/>
                      <a:pt x="1017" y="596"/>
                      <a:pt x="941" y="418"/>
                    </a:cubicBezTo>
                    <a:cubicBezTo>
                      <a:pt x="885" y="289"/>
                      <a:pt x="765" y="169"/>
                      <a:pt x="676" y="119"/>
                    </a:cubicBezTo>
                    <a:cubicBezTo>
                      <a:pt x="492" y="15"/>
                      <a:pt x="221" y="-89"/>
                      <a:pt x="51" y="128"/>
                    </a:cubicBezTo>
                    <a:cubicBezTo>
                      <a:pt x="-120" y="345"/>
                      <a:pt x="189" y="538"/>
                      <a:pt x="240" y="568"/>
                    </a:cubicBezTo>
                    <a:cubicBezTo>
                      <a:pt x="290" y="598"/>
                      <a:pt x="304" y="654"/>
                      <a:pt x="300" y="727"/>
                    </a:cubicBezTo>
                    <a:cubicBezTo>
                      <a:pt x="295" y="801"/>
                      <a:pt x="367" y="940"/>
                      <a:pt x="618" y="866"/>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grpSp>
            <p:nvGrpSpPr>
              <p:cNvPr id="578" name="Google Shape;578;p19"/>
              <p:cNvGrpSpPr/>
              <p:nvPr/>
            </p:nvGrpSpPr>
            <p:grpSpPr>
              <a:xfrm>
                <a:off x="6562075" y="785815"/>
                <a:ext cx="345960" cy="318960"/>
                <a:chOff x="6562075" y="785815"/>
                <a:chExt cx="345960" cy="318960"/>
              </a:xfrm>
            </p:grpSpPr>
            <p:sp>
              <p:nvSpPr>
                <p:cNvPr id="579" name="Google Shape;579;p19"/>
                <p:cNvSpPr/>
                <p:nvPr/>
              </p:nvSpPr>
              <p:spPr>
                <a:xfrm>
                  <a:off x="6562075" y="785815"/>
                  <a:ext cx="345960" cy="318960"/>
                </a:xfrm>
                <a:custGeom>
                  <a:avLst/>
                  <a:gdLst/>
                  <a:ahLst/>
                  <a:cxnLst/>
                  <a:rect l="l" t="t" r="r" b="b"/>
                  <a:pathLst>
                    <a:path w="961" h="886" extrusionOk="0">
                      <a:moveTo>
                        <a:pt x="675" y="118"/>
                      </a:moveTo>
                      <a:cubicBezTo>
                        <a:pt x="492" y="15"/>
                        <a:pt x="221" y="-89"/>
                        <a:pt x="51" y="128"/>
                      </a:cubicBezTo>
                      <a:cubicBezTo>
                        <a:pt x="-120" y="344"/>
                        <a:pt x="189" y="538"/>
                        <a:pt x="240" y="568"/>
                      </a:cubicBezTo>
                      <a:cubicBezTo>
                        <a:pt x="290" y="598"/>
                        <a:pt x="304" y="653"/>
                        <a:pt x="300" y="727"/>
                      </a:cubicBezTo>
                      <a:cubicBezTo>
                        <a:pt x="295" y="801"/>
                        <a:pt x="366" y="939"/>
                        <a:pt x="618" y="865"/>
                      </a:cubicBezTo>
                      <a:cubicBezTo>
                        <a:pt x="869" y="792"/>
                        <a:pt x="1017" y="595"/>
                        <a:pt x="941" y="418"/>
                      </a:cubicBezTo>
                      <a:cubicBezTo>
                        <a:pt x="885" y="289"/>
                        <a:pt x="765" y="169"/>
                        <a:pt x="675" y="118"/>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80" name="Google Shape;580;p19"/>
                <p:cNvSpPr/>
                <p:nvPr/>
              </p:nvSpPr>
              <p:spPr>
                <a:xfrm>
                  <a:off x="6707155" y="913615"/>
                  <a:ext cx="125640" cy="123120"/>
                </a:xfrm>
                <a:custGeom>
                  <a:avLst/>
                  <a:gdLst/>
                  <a:ahLst/>
                  <a:cxnLst/>
                  <a:rect l="l" t="t" r="r" b="b"/>
                  <a:pathLst>
                    <a:path w="349" h="342" extrusionOk="0">
                      <a:moveTo>
                        <a:pt x="113" y="10"/>
                      </a:moveTo>
                      <a:cubicBezTo>
                        <a:pt x="25" y="43"/>
                        <a:pt x="-16" y="135"/>
                        <a:pt x="5" y="227"/>
                      </a:cubicBezTo>
                      <a:cubicBezTo>
                        <a:pt x="26" y="319"/>
                        <a:pt x="152" y="363"/>
                        <a:pt x="238" y="333"/>
                      </a:cubicBezTo>
                      <a:cubicBezTo>
                        <a:pt x="335" y="298"/>
                        <a:pt x="370" y="175"/>
                        <a:pt x="337" y="107"/>
                      </a:cubicBezTo>
                      <a:cubicBezTo>
                        <a:pt x="293" y="17"/>
                        <a:pt x="187" y="-18"/>
                        <a:pt x="113" y="10"/>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nvGrpSpPr>
                <p:cNvPr id="581" name="Google Shape;581;p19"/>
                <p:cNvGrpSpPr/>
                <p:nvPr/>
              </p:nvGrpSpPr>
              <p:grpSpPr>
                <a:xfrm>
                  <a:off x="6719570" y="953386"/>
                  <a:ext cx="97203" cy="43591"/>
                  <a:chOff x="7477113" y="1572598"/>
                  <a:chExt cx="234055" cy="104963"/>
                </a:xfrm>
              </p:grpSpPr>
              <p:sp>
                <p:nvSpPr>
                  <p:cNvPr id="582" name="Google Shape;582;p19"/>
                  <p:cNvSpPr/>
                  <p:nvPr/>
                </p:nvSpPr>
                <p:spPr>
                  <a:xfrm>
                    <a:off x="7489178" y="1572598"/>
                    <a:ext cx="42226" cy="43433"/>
                  </a:xfrm>
                  <a:custGeom>
                    <a:avLst/>
                    <a:gdLst/>
                    <a:ahLst/>
                    <a:cxnLst/>
                    <a:rect l="l" t="t" r="r" b="b"/>
                    <a:pathLst>
                      <a:path w="35" h="36" extrusionOk="0">
                        <a:moveTo>
                          <a:pt x="17" y="36"/>
                        </a:moveTo>
                        <a:cubicBezTo>
                          <a:pt x="40" y="37"/>
                          <a:pt x="41" y="1"/>
                          <a:pt x="18" y="0"/>
                        </a:cubicBezTo>
                        <a:cubicBezTo>
                          <a:pt x="-6" y="0"/>
                          <a:pt x="-6" y="36"/>
                          <a:pt x="17"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83" name="Google Shape;583;p19"/>
                  <p:cNvSpPr/>
                  <p:nvPr/>
                </p:nvSpPr>
                <p:spPr>
                  <a:xfrm>
                    <a:off x="7665322" y="1576217"/>
                    <a:ext cx="43433" cy="43433"/>
                  </a:xfrm>
                  <a:custGeom>
                    <a:avLst/>
                    <a:gdLst/>
                    <a:ahLst/>
                    <a:cxnLst/>
                    <a:rect l="l" t="t" r="r" b="b"/>
                    <a:pathLst>
                      <a:path w="36" h="36" extrusionOk="0">
                        <a:moveTo>
                          <a:pt x="18" y="36"/>
                        </a:moveTo>
                        <a:cubicBezTo>
                          <a:pt x="41" y="36"/>
                          <a:pt x="42" y="0"/>
                          <a:pt x="18" y="0"/>
                        </a:cubicBezTo>
                        <a:cubicBezTo>
                          <a:pt x="-5" y="0"/>
                          <a:pt x="-6" y="36"/>
                          <a:pt x="18"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84" name="Google Shape;584;p19"/>
                  <p:cNvSpPr/>
                  <p:nvPr/>
                </p:nvSpPr>
                <p:spPr>
                  <a:xfrm>
                    <a:off x="7477113" y="1630509"/>
                    <a:ext cx="61530" cy="43433"/>
                  </a:xfrm>
                  <a:custGeom>
                    <a:avLst/>
                    <a:gdLst/>
                    <a:ahLst/>
                    <a:cxnLst/>
                    <a:rect l="l" t="t" r="r" b="b"/>
                    <a:pathLst>
                      <a:path w="51" h="36" extrusionOk="0">
                        <a:moveTo>
                          <a:pt x="51" y="19"/>
                        </a:moveTo>
                        <a:cubicBezTo>
                          <a:pt x="51" y="29"/>
                          <a:pt x="39" y="37"/>
                          <a:pt x="25" y="36"/>
                        </a:cubicBezTo>
                        <a:cubicBezTo>
                          <a:pt x="11" y="36"/>
                          <a:pt x="0" y="28"/>
                          <a:pt x="0" y="18"/>
                        </a:cubicBezTo>
                        <a:cubicBezTo>
                          <a:pt x="0" y="8"/>
                          <a:pt x="12" y="0"/>
                          <a:pt x="26" y="0"/>
                        </a:cubicBezTo>
                        <a:cubicBezTo>
                          <a:pt x="40" y="0"/>
                          <a:pt x="51" y="8"/>
                          <a:pt x="51"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85" name="Google Shape;585;p19"/>
                  <p:cNvSpPr/>
                  <p:nvPr/>
                </p:nvSpPr>
                <p:spPr>
                  <a:xfrm>
                    <a:off x="7649638" y="1634128"/>
                    <a:ext cx="61530" cy="43433"/>
                  </a:xfrm>
                  <a:custGeom>
                    <a:avLst/>
                    <a:gdLst/>
                    <a:ahLst/>
                    <a:cxnLst/>
                    <a:rect l="l" t="t" r="r" b="b"/>
                    <a:pathLst>
                      <a:path w="51" h="36" extrusionOk="0">
                        <a:moveTo>
                          <a:pt x="51" y="19"/>
                        </a:moveTo>
                        <a:cubicBezTo>
                          <a:pt x="51" y="29"/>
                          <a:pt x="40" y="37"/>
                          <a:pt x="26" y="36"/>
                        </a:cubicBezTo>
                        <a:cubicBezTo>
                          <a:pt x="11" y="36"/>
                          <a:pt x="0" y="28"/>
                          <a:pt x="0" y="18"/>
                        </a:cubicBezTo>
                        <a:cubicBezTo>
                          <a:pt x="0" y="8"/>
                          <a:pt x="12" y="0"/>
                          <a:pt x="26" y="0"/>
                        </a:cubicBezTo>
                        <a:cubicBezTo>
                          <a:pt x="40" y="0"/>
                          <a:pt x="51" y="8"/>
                          <a:pt x="51"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86" name="Google Shape;586;p19"/>
                  <p:cNvSpPr/>
                  <p:nvPr/>
                </p:nvSpPr>
                <p:spPr>
                  <a:xfrm>
                    <a:off x="7554327" y="1595521"/>
                    <a:ext cx="86866" cy="59117"/>
                  </a:xfrm>
                  <a:custGeom>
                    <a:avLst/>
                    <a:gdLst/>
                    <a:ahLst/>
                    <a:cxnLst/>
                    <a:rect l="l" t="t" r="r" b="b"/>
                    <a:pathLst>
                      <a:path w="72" h="49" extrusionOk="0">
                        <a:moveTo>
                          <a:pt x="0" y="5"/>
                        </a:moveTo>
                        <a:cubicBezTo>
                          <a:pt x="-2" y="28"/>
                          <a:pt x="14" y="48"/>
                          <a:pt x="37" y="49"/>
                        </a:cubicBezTo>
                        <a:cubicBezTo>
                          <a:pt x="61" y="49"/>
                          <a:pt x="70" y="26"/>
                          <a:pt x="72" y="6"/>
                        </a:cubicBezTo>
                        <a:cubicBezTo>
                          <a:pt x="73" y="-1"/>
                          <a:pt x="62" y="-1"/>
                          <a:pt x="61" y="6"/>
                        </a:cubicBezTo>
                        <a:cubicBezTo>
                          <a:pt x="60" y="22"/>
                          <a:pt x="55" y="36"/>
                          <a:pt x="37" y="38"/>
                        </a:cubicBezTo>
                        <a:cubicBezTo>
                          <a:pt x="19" y="40"/>
                          <a:pt x="10" y="21"/>
                          <a:pt x="11" y="5"/>
                        </a:cubicBezTo>
                        <a:cubicBezTo>
                          <a:pt x="12" y="-1"/>
                          <a:pt x="1" y="-1"/>
                          <a:pt x="0" y="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grpSp>
        <p:grpSp>
          <p:nvGrpSpPr>
            <p:cNvPr id="587" name="Google Shape;587;p19"/>
            <p:cNvGrpSpPr/>
            <p:nvPr/>
          </p:nvGrpSpPr>
          <p:grpSpPr>
            <a:xfrm>
              <a:off x="7507599" y="3770784"/>
              <a:ext cx="1160038" cy="1143467"/>
              <a:chOff x="6634075" y="1147068"/>
              <a:chExt cx="353530" cy="348480"/>
            </a:xfrm>
          </p:grpSpPr>
          <p:sp>
            <p:nvSpPr>
              <p:cNvPr id="588" name="Google Shape;588;p19"/>
              <p:cNvSpPr/>
              <p:nvPr/>
            </p:nvSpPr>
            <p:spPr>
              <a:xfrm>
                <a:off x="6634085" y="1147068"/>
                <a:ext cx="353520" cy="348480"/>
              </a:xfrm>
              <a:custGeom>
                <a:avLst/>
                <a:gdLst/>
                <a:ahLst/>
                <a:cxnLst/>
                <a:rect l="l" t="t" r="r" b="b"/>
                <a:pathLst>
                  <a:path w="982" h="968" extrusionOk="0">
                    <a:moveTo>
                      <a:pt x="980" y="747"/>
                    </a:moveTo>
                    <a:cubicBezTo>
                      <a:pt x="968" y="680"/>
                      <a:pt x="926" y="497"/>
                      <a:pt x="907" y="418"/>
                    </a:cubicBezTo>
                    <a:cubicBezTo>
                      <a:pt x="891" y="350"/>
                      <a:pt x="870" y="319"/>
                      <a:pt x="829" y="310"/>
                    </a:cubicBezTo>
                    <a:cubicBezTo>
                      <a:pt x="826" y="305"/>
                      <a:pt x="823" y="301"/>
                      <a:pt x="820" y="298"/>
                    </a:cubicBezTo>
                    <a:cubicBezTo>
                      <a:pt x="845" y="282"/>
                      <a:pt x="890" y="240"/>
                      <a:pt x="880" y="158"/>
                    </a:cubicBezTo>
                    <a:cubicBezTo>
                      <a:pt x="873" y="106"/>
                      <a:pt x="840" y="74"/>
                      <a:pt x="800" y="57"/>
                    </a:cubicBezTo>
                    <a:cubicBezTo>
                      <a:pt x="793" y="49"/>
                      <a:pt x="785" y="41"/>
                      <a:pt x="776" y="35"/>
                    </a:cubicBezTo>
                    <a:cubicBezTo>
                      <a:pt x="774" y="34"/>
                      <a:pt x="771" y="32"/>
                      <a:pt x="769" y="30"/>
                    </a:cubicBezTo>
                    <a:cubicBezTo>
                      <a:pt x="764" y="27"/>
                      <a:pt x="759" y="24"/>
                      <a:pt x="753" y="22"/>
                    </a:cubicBezTo>
                    <a:cubicBezTo>
                      <a:pt x="748" y="19"/>
                      <a:pt x="742" y="17"/>
                      <a:pt x="737" y="15"/>
                    </a:cubicBezTo>
                    <a:cubicBezTo>
                      <a:pt x="731" y="13"/>
                      <a:pt x="725" y="11"/>
                      <a:pt x="719" y="9"/>
                    </a:cubicBezTo>
                    <a:cubicBezTo>
                      <a:pt x="678" y="-2"/>
                      <a:pt x="634" y="-1"/>
                      <a:pt x="603" y="5"/>
                    </a:cubicBezTo>
                    <a:cubicBezTo>
                      <a:pt x="504" y="26"/>
                      <a:pt x="496" y="74"/>
                      <a:pt x="461" y="79"/>
                    </a:cubicBezTo>
                    <a:cubicBezTo>
                      <a:pt x="458" y="79"/>
                      <a:pt x="453" y="78"/>
                      <a:pt x="447" y="77"/>
                    </a:cubicBezTo>
                    <a:cubicBezTo>
                      <a:pt x="444" y="77"/>
                      <a:pt x="440" y="76"/>
                      <a:pt x="437" y="75"/>
                    </a:cubicBezTo>
                    <a:cubicBezTo>
                      <a:pt x="431" y="74"/>
                      <a:pt x="424" y="72"/>
                      <a:pt x="416" y="71"/>
                    </a:cubicBezTo>
                    <a:cubicBezTo>
                      <a:pt x="411" y="70"/>
                      <a:pt x="406" y="69"/>
                      <a:pt x="400" y="68"/>
                    </a:cubicBezTo>
                    <a:cubicBezTo>
                      <a:pt x="397" y="67"/>
                      <a:pt x="394" y="67"/>
                      <a:pt x="391" y="66"/>
                    </a:cubicBezTo>
                    <a:cubicBezTo>
                      <a:pt x="370" y="63"/>
                      <a:pt x="344" y="60"/>
                      <a:pt x="316" y="60"/>
                    </a:cubicBezTo>
                    <a:cubicBezTo>
                      <a:pt x="264" y="59"/>
                      <a:pt x="201" y="68"/>
                      <a:pt x="136" y="97"/>
                    </a:cubicBezTo>
                    <a:cubicBezTo>
                      <a:pt x="131" y="100"/>
                      <a:pt x="127" y="102"/>
                      <a:pt x="122" y="104"/>
                    </a:cubicBezTo>
                    <a:cubicBezTo>
                      <a:pt x="121" y="105"/>
                      <a:pt x="120" y="105"/>
                      <a:pt x="118" y="106"/>
                    </a:cubicBezTo>
                    <a:cubicBezTo>
                      <a:pt x="115" y="108"/>
                      <a:pt x="112" y="109"/>
                      <a:pt x="109" y="111"/>
                    </a:cubicBezTo>
                    <a:cubicBezTo>
                      <a:pt x="108" y="112"/>
                      <a:pt x="107" y="113"/>
                      <a:pt x="105" y="114"/>
                    </a:cubicBezTo>
                    <a:cubicBezTo>
                      <a:pt x="102" y="115"/>
                      <a:pt x="100" y="117"/>
                      <a:pt x="97" y="119"/>
                    </a:cubicBezTo>
                    <a:cubicBezTo>
                      <a:pt x="96" y="120"/>
                      <a:pt x="94" y="121"/>
                      <a:pt x="93" y="121"/>
                    </a:cubicBezTo>
                    <a:cubicBezTo>
                      <a:pt x="90" y="124"/>
                      <a:pt x="86" y="126"/>
                      <a:pt x="83" y="129"/>
                    </a:cubicBezTo>
                    <a:cubicBezTo>
                      <a:pt x="82" y="129"/>
                      <a:pt x="82" y="129"/>
                      <a:pt x="82" y="129"/>
                    </a:cubicBezTo>
                    <a:cubicBezTo>
                      <a:pt x="78" y="132"/>
                      <a:pt x="75" y="135"/>
                      <a:pt x="72" y="138"/>
                    </a:cubicBezTo>
                    <a:cubicBezTo>
                      <a:pt x="71" y="139"/>
                      <a:pt x="69" y="139"/>
                      <a:pt x="68" y="140"/>
                    </a:cubicBezTo>
                    <a:cubicBezTo>
                      <a:pt x="66" y="142"/>
                      <a:pt x="64" y="144"/>
                      <a:pt x="62" y="146"/>
                    </a:cubicBezTo>
                    <a:cubicBezTo>
                      <a:pt x="61" y="147"/>
                      <a:pt x="60" y="148"/>
                      <a:pt x="58" y="150"/>
                    </a:cubicBezTo>
                    <a:cubicBezTo>
                      <a:pt x="56" y="152"/>
                      <a:pt x="54" y="154"/>
                      <a:pt x="53" y="156"/>
                    </a:cubicBezTo>
                    <a:cubicBezTo>
                      <a:pt x="52" y="157"/>
                      <a:pt x="50" y="158"/>
                      <a:pt x="49" y="159"/>
                    </a:cubicBezTo>
                    <a:cubicBezTo>
                      <a:pt x="47" y="161"/>
                      <a:pt x="45" y="164"/>
                      <a:pt x="43" y="166"/>
                    </a:cubicBezTo>
                    <a:cubicBezTo>
                      <a:pt x="42" y="167"/>
                      <a:pt x="42" y="167"/>
                      <a:pt x="41" y="168"/>
                    </a:cubicBezTo>
                    <a:cubicBezTo>
                      <a:pt x="39" y="171"/>
                      <a:pt x="37" y="174"/>
                      <a:pt x="34" y="177"/>
                    </a:cubicBezTo>
                    <a:cubicBezTo>
                      <a:pt x="33" y="178"/>
                      <a:pt x="33" y="180"/>
                      <a:pt x="32" y="181"/>
                    </a:cubicBezTo>
                    <a:cubicBezTo>
                      <a:pt x="30" y="183"/>
                      <a:pt x="29" y="185"/>
                      <a:pt x="28" y="187"/>
                    </a:cubicBezTo>
                    <a:cubicBezTo>
                      <a:pt x="27" y="188"/>
                      <a:pt x="26" y="190"/>
                      <a:pt x="25" y="191"/>
                    </a:cubicBezTo>
                    <a:cubicBezTo>
                      <a:pt x="24" y="193"/>
                      <a:pt x="23" y="195"/>
                      <a:pt x="22" y="197"/>
                    </a:cubicBezTo>
                    <a:cubicBezTo>
                      <a:pt x="21" y="198"/>
                      <a:pt x="20" y="199"/>
                      <a:pt x="19" y="201"/>
                    </a:cubicBezTo>
                    <a:cubicBezTo>
                      <a:pt x="18" y="203"/>
                      <a:pt x="17" y="205"/>
                      <a:pt x="16" y="207"/>
                    </a:cubicBezTo>
                    <a:cubicBezTo>
                      <a:pt x="15" y="209"/>
                      <a:pt x="14" y="212"/>
                      <a:pt x="13" y="214"/>
                    </a:cubicBezTo>
                    <a:cubicBezTo>
                      <a:pt x="12" y="216"/>
                      <a:pt x="11" y="218"/>
                      <a:pt x="11" y="220"/>
                    </a:cubicBezTo>
                    <a:cubicBezTo>
                      <a:pt x="10" y="222"/>
                      <a:pt x="9" y="224"/>
                      <a:pt x="9" y="225"/>
                    </a:cubicBezTo>
                    <a:cubicBezTo>
                      <a:pt x="8" y="227"/>
                      <a:pt x="8" y="228"/>
                      <a:pt x="7" y="230"/>
                    </a:cubicBezTo>
                    <a:cubicBezTo>
                      <a:pt x="6" y="232"/>
                      <a:pt x="6" y="233"/>
                      <a:pt x="5" y="235"/>
                    </a:cubicBezTo>
                    <a:cubicBezTo>
                      <a:pt x="5" y="237"/>
                      <a:pt x="5" y="238"/>
                      <a:pt x="4" y="239"/>
                    </a:cubicBezTo>
                    <a:cubicBezTo>
                      <a:pt x="4" y="241"/>
                      <a:pt x="3" y="243"/>
                      <a:pt x="3" y="245"/>
                    </a:cubicBezTo>
                    <a:cubicBezTo>
                      <a:pt x="3" y="246"/>
                      <a:pt x="2" y="247"/>
                      <a:pt x="2" y="248"/>
                    </a:cubicBezTo>
                    <a:cubicBezTo>
                      <a:pt x="1" y="256"/>
                      <a:pt x="0" y="263"/>
                      <a:pt x="0" y="271"/>
                    </a:cubicBezTo>
                    <a:cubicBezTo>
                      <a:pt x="0" y="271"/>
                      <a:pt x="0" y="272"/>
                      <a:pt x="0" y="273"/>
                    </a:cubicBezTo>
                    <a:cubicBezTo>
                      <a:pt x="0" y="275"/>
                      <a:pt x="0" y="277"/>
                      <a:pt x="0" y="280"/>
                    </a:cubicBezTo>
                    <a:cubicBezTo>
                      <a:pt x="0" y="280"/>
                      <a:pt x="0" y="281"/>
                      <a:pt x="0" y="282"/>
                    </a:cubicBezTo>
                    <a:cubicBezTo>
                      <a:pt x="0" y="284"/>
                      <a:pt x="0" y="287"/>
                      <a:pt x="0" y="289"/>
                    </a:cubicBezTo>
                    <a:lnTo>
                      <a:pt x="0" y="289"/>
                    </a:lnTo>
                    <a:cubicBezTo>
                      <a:pt x="1" y="298"/>
                      <a:pt x="3" y="305"/>
                      <a:pt x="5" y="313"/>
                    </a:cubicBezTo>
                    <a:lnTo>
                      <a:pt x="5" y="313"/>
                    </a:lnTo>
                    <a:cubicBezTo>
                      <a:pt x="6" y="316"/>
                      <a:pt x="7" y="318"/>
                      <a:pt x="8" y="321"/>
                    </a:cubicBezTo>
                    <a:lnTo>
                      <a:pt x="8" y="321"/>
                    </a:lnTo>
                    <a:cubicBezTo>
                      <a:pt x="20" y="350"/>
                      <a:pt x="43" y="373"/>
                      <a:pt x="77" y="386"/>
                    </a:cubicBezTo>
                    <a:cubicBezTo>
                      <a:pt x="78" y="387"/>
                      <a:pt x="79" y="389"/>
                      <a:pt x="80" y="390"/>
                    </a:cubicBezTo>
                    <a:cubicBezTo>
                      <a:pt x="67" y="394"/>
                      <a:pt x="28" y="414"/>
                      <a:pt x="37" y="496"/>
                    </a:cubicBezTo>
                    <a:cubicBezTo>
                      <a:pt x="48" y="592"/>
                      <a:pt x="100" y="804"/>
                      <a:pt x="113" y="852"/>
                    </a:cubicBezTo>
                    <a:cubicBezTo>
                      <a:pt x="121" y="884"/>
                      <a:pt x="140" y="911"/>
                      <a:pt x="180" y="924"/>
                    </a:cubicBezTo>
                    <a:cubicBezTo>
                      <a:pt x="200" y="954"/>
                      <a:pt x="238" y="973"/>
                      <a:pt x="312" y="967"/>
                    </a:cubicBezTo>
                    <a:cubicBezTo>
                      <a:pt x="410" y="958"/>
                      <a:pt x="689" y="912"/>
                      <a:pt x="808" y="875"/>
                    </a:cubicBezTo>
                    <a:cubicBezTo>
                      <a:pt x="928" y="837"/>
                      <a:pt x="993" y="814"/>
                      <a:pt x="980" y="747"/>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grpSp>
            <p:nvGrpSpPr>
              <p:cNvPr id="589" name="Google Shape;589;p19"/>
              <p:cNvGrpSpPr/>
              <p:nvPr/>
            </p:nvGrpSpPr>
            <p:grpSpPr>
              <a:xfrm>
                <a:off x="6634075" y="1147255"/>
                <a:ext cx="353520" cy="348120"/>
                <a:chOff x="6634075" y="1147255"/>
                <a:chExt cx="353520" cy="348120"/>
              </a:xfrm>
            </p:grpSpPr>
            <p:sp>
              <p:nvSpPr>
                <p:cNvPr id="590" name="Google Shape;590;p19"/>
                <p:cNvSpPr/>
                <p:nvPr/>
              </p:nvSpPr>
              <p:spPr>
                <a:xfrm>
                  <a:off x="6652795" y="1160575"/>
                  <a:ext cx="334800" cy="334800"/>
                </a:xfrm>
                <a:custGeom>
                  <a:avLst/>
                  <a:gdLst/>
                  <a:ahLst/>
                  <a:cxnLst/>
                  <a:rect l="l" t="t" r="r" b="b"/>
                  <a:pathLst>
                    <a:path w="930" h="930" extrusionOk="0">
                      <a:moveTo>
                        <a:pt x="461" y="78"/>
                      </a:moveTo>
                      <a:cubicBezTo>
                        <a:pt x="439" y="81"/>
                        <a:pt x="297" y="24"/>
                        <a:pt x="136" y="97"/>
                      </a:cubicBezTo>
                      <a:cubicBezTo>
                        <a:pt x="-25" y="171"/>
                        <a:pt x="-44" y="345"/>
                        <a:pt x="84" y="389"/>
                      </a:cubicBezTo>
                      <a:cubicBezTo>
                        <a:pt x="84" y="389"/>
                        <a:pt x="27" y="399"/>
                        <a:pt x="37" y="496"/>
                      </a:cubicBezTo>
                      <a:cubicBezTo>
                        <a:pt x="48" y="592"/>
                        <a:pt x="100" y="804"/>
                        <a:pt x="113" y="852"/>
                      </a:cubicBezTo>
                      <a:cubicBezTo>
                        <a:pt x="125" y="900"/>
                        <a:pt x="161" y="938"/>
                        <a:pt x="260" y="929"/>
                      </a:cubicBezTo>
                      <a:cubicBezTo>
                        <a:pt x="358" y="921"/>
                        <a:pt x="637" y="875"/>
                        <a:pt x="756" y="837"/>
                      </a:cubicBezTo>
                      <a:cubicBezTo>
                        <a:pt x="876" y="799"/>
                        <a:pt x="941" y="776"/>
                        <a:pt x="928" y="709"/>
                      </a:cubicBezTo>
                      <a:cubicBezTo>
                        <a:pt x="916" y="642"/>
                        <a:pt x="874" y="460"/>
                        <a:pt x="855" y="380"/>
                      </a:cubicBezTo>
                      <a:cubicBezTo>
                        <a:pt x="836" y="301"/>
                        <a:pt x="811" y="271"/>
                        <a:pt x="752" y="269"/>
                      </a:cubicBezTo>
                      <a:cubicBezTo>
                        <a:pt x="752" y="269"/>
                        <a:pt x="842" y="234"/>
                        <a:pt x="828" y="120"/>
                      </a:cubicBezTo>
                      <a:cubicBezTo>
                        <a:pt x="813" y="7"/>
                        <a:pt x="675" y="-10"/>
                        <a:pt x="603" y="5"/>
                      </a:cubicBezTo>
                      <a:cubicBezTo>
                        <a:pt x="504" y="25"/>
                        <a:pt x="496" y="74"/>
                        <a:pt x="461" y="78"/>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1" name="Google Shape;591;p19"/>
                <p:cNvSpPr/>
                <p:nvPr/>
              </p:nvSpPr>
              <p:spPr>
                <a:xfrm>
                  <a:off x="6634075" y="1147255"/>
                  <a:ext cx="334800" cy="334800"/>
                </a:xfrm>
                <a:custGeom>
                  <a:avLst/>
                  <a:gdLst/>
                  <a:ahLst/>
                  <a:cxnLst/>
                  <a:rect l="l" t="t" r="r" b="b"/>
                  <a:pathLst>
                    <a:path w="930" h="930" extrusionOk="0">
                      <a:moveTo>
                        <a:pt x="461" y="78"/>
                      </a:moveTo>
                      <a:cubicBezTo>
                        <a:pt x="439" y="81"/>
                        <a:pt x="297" y="24"/>
                        <a:pt x="136" y="97"/>
                      </a:cubicBezTo>
                      <a:cubicBezTo>
                        <a:pt x="-26" y="170"/>
                        <a:pt x="-44" y="344"/>
                        <a:pt x="83" y="388"/>
                      </a:cubicBezTo>
                      <a:cubicBezTo>
                        <a:pt x="83" y="388"/>
                        <a:pt x="27" y="399"/>
                        <a:pt x="37" y="495"/>
                      </a:cubicBezTo>
                      <a:cubicBezTo>
                        <a:pt x="48" y="592"/>
                        <a:pt x="100" y="803"/>
                        <a:pt x="113" y="852"/>
                      </a:cubicBezTo>
                      <a:cubicBezTo>
                        <a:pt x="125" y="900"/>
                        <a:pt x="161" y="938"/>
                        <a:pt x="259" y="929"/>
                      </a:cubicBezTo>
                      <a:cubicBezTo>
                        <a:pt x="358" y="921"/>
                        <a:pt x="637" y="875"/>
                        <a:pt x="756" y="837"/>
                      </a:cubicBezTo>
                      <a:cubicBezTo>
                        <a:pt x="876" y="799"/>
                        <a:pt x="941" y="776"/>
                        <a:pt x="928" y="709"/>
                      </a:cubicBezTo>
                      <a:cubicBezTo>
                        <a:pt x="916" y="642"/>
                        <a:pt x="874" y="460"/>
                        <a:pt x="855" y="380"/>
                      </a:cubicBezTo>
                      <a:cubicBezTo>
                        <a:pt x="836" y="300"/>
                        <a:pt x="811" y="271"/>
                        <a:pt x="752" y="269"/>
                      </a:cubicBezTo>
                      <a:cubicBezTo>
                        <a:pt x="752" y="269"/>
                        <a:pt x="842" y="233"/>
                        <a:pt x="828" y="120"/>
                      </a:cubicBezTo>
                      <a:cubicBezTo>
                        <a:pt x="813" y="7"/>
                        <a:pt x="674" y="-10"/>
                        <a:pt x="603" y="5"/>
                      </a:cubicBezTo>
                      <a:cubicBezTo>
                        <a:pt x="504" y="25"/>
                        <a:pt x="496" y="74"/>
                        <a:pt x="461" y="78"/>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2" name="Google Shape;592;p19"/>
                <p:cNvSpPr/>
                <p:nvPr/>
              </p:nvSpPr>
              <p:spPr>
                <a:xfrm>
                  <a:off x="6634075" y="1147255"/>
                  <a:ext cx="298440" cy="125640"/>
                </a:xfrm>
                <a:custGeom>
                  <a:avLst/>
                  <a:gdLst/>
                  <a:ahLst/>
                  <a:cxnLst/>
                  <a:rect l="l" t="t" r="r" b="b"/>
                  <a:pathLst>
                    <a:path w="829" h="349" extrusionOk="0">
                      <a:moveTo>
                        <a:pt x="143" y="116"/>
                      </a:moveTo>
                      <a:cubicBezTo>
                        <a:pt x="300" y="43"/>
                        <a:pt x="437" y="100"/>
                        <a:pt x="458" y="97"/>
                      </a:cubicBezTo>
                      <a:cubicBezTo>
                        <a:pt x="492" y="93"/>
                        <a:pt x="500" y="45"/>
                        <a:pt x="596" y="25"/>
                      </a:cubicBezTo>
                      <a:cubicBezTo>
                        <a:pt x="665" y="10"/>
                        <a:pt x="799" y="27"/>
                        <a:pt x="813" y="139"/>
                      </a:cubicBezTo>
                      <a:cubicBezTo>
                        <a:pt x="819" y="183"/>
                        <a:pt x="809" y="215"/>
                        <a:pt x="794" y="238"/>
                      </a:cubicBezTo>
                      <a:cubicBezTo>
                        <a:pt x="815" y="215"/>
                        <a:pt x="835" y="177"/>
                        <a:pt x="827" y="120"/>
                      </a:cubicBezTo>
                      <a:cubicBezTo>
                        <a:pt x="813" y="7"/>
                        <a:pt x="674" y="-10"/>
                        <a:pt x="603" y="5"/>
                      </a:cubicBezTo>
                      <a:cubicBezTo>
                        <a:pt x="504" y="25"/>
                        <a:pt x="496" y="74"/>
                        <a:pt x="461" y="78"/>
                      </a:cubicBezTo>
                      <a:cubicBezTo>
                        <a:pt x="439" y="81"/>
                        <a:pt x="297" y="24"/>
                        <a:pt x="136" y="97"/>
                      </a:cubicBezTo>
                      <a:cubicBezTo>
                        <a:pt x="6" y="156"/>
                        <a:pt x="-31" y="280"/>
                        <a:pt x="25" y="349"/>
                      </a:cubicBezTo>
                      <a:cubicBezTo>
                        <a:pt x="-13" y="279"/>
                        <a:pt x="27" y="170"/>
                        <a:pt x="143" y="116"/>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3" name="Google Shape;593;p19"/>
                <p:cNvSpPr/>
                <p:nvPr/>
              </p:nvSpPr>
              <p:spPr>
                <a:xfrm>
                  <a:off x="6882115" y="1217815"/>
                  <a:ext cx="11160" cy="10080"/>
                </a:xfrm>
                <a:custGeom>
                  <a:avLst/>
                  <a:gdLst/>
                  <a:ahLst/>
                  <a:cxnLst/>
                  <a:rect l="l" t="t" r="r" b="b"/>
                  <a:pathLst>
                    <a:path w="31" h="28" extrusionOk="0">
                      <a:moveTo>
                        <a:pt x="27" y="4"/>
                      </a:moveTo>
                      <a:cubicBezTo>
                        <a:pt x="25" y="3"/>
                        <a:pt x="23" y="2"/>
                        <a:pt x="21" y="2"/>
                      </a:cubicBezTo>
                      <a:cubicBezTo>
                        <a:pt x="19" y="1"/>
                        <a:pt x="17" y="0"/>
                        <a:pt x="14" y="0"/>
                      </a:cubicBezTo>
                      <a:cubicBezTo>
                        <a:pt x="6" y="0"/>
                        <a:pt x="-1" y="8"/>
                        <a:pt x="0" y="16"/>
                      </a:cubicBezTo>
                      <a:cubicBezTo>
                        <a:pt x="0" y="19"/>
                        <a:pt x="0" y="22"/>
                        <a:pt x="3" y="24"/>
                      </a:cubicBezTo>
                      <a:cubicBezTo>
                        <a:pt x="7" y="28"/>
                        <a:pt x="12" y="30"/>
                        <a:pt x="17" y="28"/>
                      </a:cubicBezTo>
                      <a:cubicBezTo>
                        <a:pt x="18" y="28"/>
                        <a:pt x="19" y="28"/>
                        <a:pt x="19" y="28"/>
                      </a:cubicBezTo>
                      <a:cubicBezTo>
                        <a:pt x="30" y="26"/>
                        <a:pt x="34" y="12"/>
                        <a:pt x="27" y="4"/>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4" name="Google Shape;594;p19"/>
                <p:cNvSpPr/>
                <p:nvPr/>
              </p:nvSpPr>
              <p:spPr>
                <a:xfrm>
                  <a:off x="6874555" y="1211335"/>
                  <a:ext cx="5040" cy="5040"/>
                </a:xfrm>
                <a:custGeom>
                  <a:avLst/>
                  <a:gdLst/>
                  <a:ahLst/>
                  <a:cxnLst/>
                  <a:rect l="l" t="t" r="r" b="b"/>
                  <a:pathLst>
                    <a:path w="14" h="14" extrusionOk="0">
                      <a:moveTo>
                        <a:pt x="7" y="0"/>
                      </a:moveTo>
                      <a:cubicBezTo>
                        <a:pt x="-2" y="0"/>
                        <a:pt x="-2" y="14"/>
                        <a:pt x="7" y="14"/>
                      </a:cubicBezTo>
                      <a:cubicBezTo>
                        <a:pt x="16" y="14"/>
                        <a:pt x="16" y="0"/>
                        <a:pt x="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5" name="Google Shape;595;p19"/>
                <p:cNvSpPr/>
                <p:nvPr/>
              </p:nvSpPr>
              <p:spPr>
                <a:xfrm>
                  <a:off x="6896875" y="1203415"/>
                  <a:ext cx="5040" cy="5400"/>
                </a:xfrm>
                <a:custGeom>
                  <a:avLst/>
                  <a:gdLst/>
                  <a:ahLst/>
                  <a:cxnLst/>
                  <a:rect l="l" t="t" r="r" b="b"/>
                  <a:pathLst>
                    <a:path w="14" h="15" extrusionOk="0">
                      <a:moveTo>
                        <a:pt x="7" y="0"/>
                      </a:moveTo>
                      <a:cubicBezTo>
                        <a:pt x="-3" y="0"/>
                        <a:pt x="-3" y="15"/>
                        <a:pt x="7" y="15"/>
                      </a:cubicBezTo>
                      <a:cubicBezTo>
                        <a:pt x="16" y="15"/>
                        <a:pt x="16" y="0"/>
                        <a:pt x="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6" name="Google Shape;596;p19"/>
                <p:cNvSpPr/>
                <p:nvPr/>
              </p:nvSpPr>
              <p:spPr>
                <a:xfrm>
                  <a:off x="6882835" y="1174255"/>
                  <a:ext cx="4680" cy="4680"/>
                </a:xfrm>
                <a:custGeom>
                  <a:avLst/>
                  <a:gdLst/>
                  <a:ahLst/>
                  <a:cxnLst/>
                  <a:rect l="l" t="t" r="r" b="b"/>
                  <a:pathLst>
                    <a:path w="13" h="13" extrusionOk="0">
                      <a:moveTo>
                        <a:pt x="6" y="0"/>
                      </a:moveTo>
                      <a:cubicBezTo>
                        <a:pt x="-2" y="0"/>
                        <a:pt x="-2" y="13"/>
                        <a:pt x="6" y="13"/>
                      </a:cubicBezTo>
                      <a:cubicBezTo>
                        <a:pt x="15" y="13"/>
                        <a:pt x="15" y="0"/>
                        <a:pt x="6"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7" name="Google Shape;597;p19"/>
                <p:cNvSpPr/>
                <p:nvPr/>
              </p:nvSpPr>
              <p:spPr>
                <a:xfrm>
                  <a:off x="6667555" y="1239055"/>
                  <a:ext cx="8640" cy="9360"/>
                </a:xfrm>
                <a:custGeom>
                  <a:avLst/>
                  <a:gdLst/>
                  <a:ahLst/>
                  <a:cxnLst/>
                  <a:rect l="l" t="t" r="r" b="b"/>
                  <a:pathLst>
                    <a:path w="24" h="26" extrusionOk="0">
                      <a:moveTo>
                        <a:pt x="24" y="13"/>
                      </a:moveTo>
                      <a:cubicBezTo>
                        <a:pt x="24" y="9"/>
                        <a:pt x="23" y="4"/>
                        <a:pt x="18" y="2"/>
                      </a:cubicBezTo>
                      <a:cubicBezTo>
                        <a:pt x="6" y="-5"/>
                        <a:pt x="-7" y="13"/>
                        <a:pt x="3" y="23"/>
                      </a:cubicBezTo>
                      <a:cubicBezTo>
                        <a:pt x="8" y="27"/>
                        <a:pt x="15" y="27"/>
                        <a:pt x="19" y="23"/>
                      </a:cubicBezTo>
                      <a:cubicBezTo>
                        <a:pt x="20" y="22"/>
                        <a:pt x="20" y="22"/>
                        <a:pt x="20" y="22"/>
                      </a:cubicBezTo>
                      <a:cubicBezTo>
                        <a:pt x="21" y="21"/>
                        <a:pt x="22" y="20"/>
                        <a:pt x="23" y="18"/>
                      </a:cubicBezTo>
                      <a:cubicBezTo>
                        <a:pt x="24" y="16"/>
                        <a:pt x="24" y="14"/>
                        <a:pt x="24" y="13"/>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8" name="Google Shape;598;p19"/>
                <p:cNvSpPr/>
                <p:nvPr/>
              </p:nvSpPr>
              <p:spPr>
                <a:xfrm>
                  <a:off x="6707515" y="1261735"/>
                  <a:ext cx="10800" cy="10800"/>
                </a:xfrm>
                <a:custGeom>
                  <a:avLst/>
                  <a:gdLst/>
                  <a:ahLst/>
                  <a:cxnLst/>
                  <a:rect l="l" t="t" r="r" b="b"/>
                  <a:pathLst>
                    <a:path w="30" h="30" extrusionOk="0">
                      <a:moveTo>
                        <a:pt x="30" y="14"/>
                      </a:moveTo>
                      <a:lnTo>
                        <a:pt x="29" y="13"/>
                      </a:lnTo>
                      <a:cubicBezTo>
                        <a:pt x="29" y="9"/>
                        <a:pt x="27" y="5"/>
                        <a:pt x="23" y="2"/>
                      </a:cubicBezTo>
                      <a:cubicBezTo>
                        <a:pt x="10" y="-4"/>
                        <a:pt x="-5" y="11"/>
                        <a:pt x="2" y="23"/>
                      </a:cubicBezTo>
                      <a:cubicBezTo>
                        <a:pt x="6" y="29"/>
                        <a:pt x="14" y="32"/>
                        <a:pt x="20" y="29"/>
                      </a:cubicBezTo>
                      <a:lnTo>
                        <a:pt x="21" y="28"/>
                      </a:lnTo>
                      <a:cubicBezTo>
                        <a:pt x="26" y="26"/>
                        <a:pt x="30" y="20"/>
                        <a:pt x="30" y="14"/>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599" name="Google Shape;599;p19"/>
                <p:cNvSpPr/>
                <p:nvPr/>
              </p:nvSpPr>
              <p:spPr>
                <a:xfrm>
                  <a:off x="6693835" y="1227175"/>
                  <a:ext cx="11160" cy="11520"/>
                </a:xfrm>
                <a:custGeom>
                  <a:avLst/>
                  <a:gdLst/>
                  <a:ahLst/>
                  <a:cxnLst/>
                  <a:rect l="l" t="t" r="r" b="b"/>
                  <a:pathLst>
                    <a:path w="31" h="32" extrusionOk="0">
                      <a:moveTo>
                        <a:pt x="29" y="6"/>
                      </a:moveTo>
                      <a:cubicBezTo>
                        <a:pt x="28" y="1"/>
                        <a:pt x="23" y="0"/>
                        <a:pt x="20" y="1"/>
                      </a:cubicBezTo>
                      <a:cubicBezTo>
                        <a:pt x="12" y="-1"/>
                        <a:pt x="2" y="4"/>
                        <a:pt x="0" y="12"/>
                      </a:cubicBezTo>
                      <a:cubicBezTo>
                        <a:pt x="-2" y="19"/>
                        <a:pt x="3" y="26"/>
                        <a:pt x="8" y="29"/>
                      </a:cubicBezTo>
                      <a:cubicBezTo>
                        <a:pt x="11" y="31"/>
                        <a:pt x="14" y="33"/>
                        <a:pt x="18" y="32"/>
                      </a:cubicBezTo>
                      <a:cubicBezTo>
                        <a:pt x="29" y="30"/>
                        <a:pt x="33" y="15"/>
                        <a:pt x="29" y="6"/>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0" name="Google Shape;600;p19"/>
                <p:cNvSpPr/>
                <p:nvPr/>
              </p:nvSpPr>
              <p:spPr>
                <a:xfrm>
                  <a:off x="6681955" y="1251655"/>
                  <a:ext cx="5760" cy="5040"/>
                </a:xfrm>
                <a:custGeom>
                  <a:avLst/>
                  <a:gdLst/>
                  <a:ahLst/>
                  <a:cxnLst/>
                  <a:rect l="l" t="t" r="r" b="b"/>
                  <a:pathLst>
                    <a:path w="16" h="14" extrusionOk="0">
                      <a:moveTo>
                        <a:pt x="7" y="0"/>
                      </a:moveTo>
                      <a:cubicBezTo>
                        <a:pt x="5" y="0"/>
                        <a:pt x="4" y="1"/>
                        <a:pt x="2" y="3"/>
                      </a:cubicBezTo>
                      <a:cubicBezTo>
                        <a:pt x="-3" y="8"/>
                        <a:pt x="2" y="15"/>
                        <a:pt x="8" y="14"/>
                      </a:cubicBezTo>
                      <a:cubicBezTo>
                        <a:pt x="11" y="13"/>
                        <a:pt x="12" y="12"/>
                        <a:pt x="14" y="11"/>
                      </a:cubicBezTo>
                      <a:cubicBezTo>
                        <a:pt x="19" y="6"/>
                        <a:pt x="13" y="-1"/>
                        <a:pt x="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1" name="Google Shape;601;p19"/>
                <p:cNvSpPr/>
                <p:nvPr/>
              </p:nvSpPr>
              <p:spPr>
                <a:xfrm>
                  <a:off x="6665755" y="1270015"/>
                  <a:ext cx="4680" cy="4680"/>
                </a:xfrm>
                <a:custGeom>
                  <a:avLst/>
                  <a:gdLst/>
                  <a:ahLst/>
                  <a:cxnLst/>
                  <a:rect l="l" t="t" r="r" b="b"/>
                  <a:pathLst>
                    <a:path w="13" h="13" extrusionOk="0">
                      <a:moveTo>
                        <a:pt x="7" y="0"/>
                      </a:moveTo>
                      <a:cubicBezTo>
                        <a:pt x="-2" y="0"/>
                        <a:pt x="-2" y="13"/>
                        <a:pt x="7" y="13"/>
                      </a:cubicBezTo>
                      <a:cubicBezTo>
                        <a:pt x="15" y="13"/>
                        <a:pt x="15" y="0"/>
                        <a:pt x="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2" name="Google Shape;602;p19"/>
                <p:cNvSpPr/>
                <p:nvPr/>
              </p:nvSpPr>
              <p:spPr>
                <a:xfrm>
                  <a:off x="6681235" y="1218175"/>
                  <a:ext cx="3960" cy="3960"/>
                </a:xfrm>
                <a:custGeom>
                  <a:avLst/>
                  <a:gdLst/>
                  <a:ahLst/>
                  <a:cxnLst/>
                  <a:rect l="l" t="t" r="r" b="b"/>
                  <a:pathLst>
                    <a:path w="11" h="11" extrusionOk="0">
                      <a:moveTo>
                        <a:pt x="6" y="0"/>
                      </a:moveTo>
                      <a:cubicBezTo>
                        <a:pt x="-2" y="0"/>
                        <a:pt x="-2" y="11"/>
                        <a:pt x="6" y="11"/>
                      </a:cubicBezTo>
                      <a:cubicBezTo>
                        <a:pt x="13" y="11"/>
                        <a:pt x="13" y="0"/>
                        <a:pt x="6"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3" name="Google Shape;603;p19"/>
                <p:cNvSpPr/>
                <p:nvPr/>
              </p:nvSpPr>
              <p:spPr>
                <a:xfrm>
                  <a:off x="6694915" y="1424095"/>
                  <a:ext cx="6840" cy="7920"/>
                </a:xfrm>
                <a:custGeom>
                  <a:avLst/>
                  <a:gdLst/>
                  <a:ahLst/>
                  <a:cxnLst/>
                  <a:rect l="l" t="t" r="r" b="b"/>
                  <a:pathLst>
                    <a:path w="19" h="22" extrusionOk="0">
                      <a:moveTo>
                        <a:pt x="18" y="9"/>
                      </a:moveTo>
                      <a:cubicBezTo>
                        <a:pt x="17" y="7"/>
                        <a:pt x="16" y="4"/>
                        <a:pt x="14" y="3"/>
                      </a:cubicBezTo>
                      <a:cubicBezTo>
                        <a:pt x="11" y="0"/>
                        <a:pt x="4" y="-1"/>
                        <a:pt x="2" y="4"/>
                      </a:cubicBezTo>
                      <a:cubicBezTo>
                        <a:pt x="1" y="6"/>
                        <a:pt x="0" y="7"/>
                        <a:pt x="0" y="9"/>
                      </a:cubicBezTo>
                      <a:cubicBezTo>
                        <a:pt x="-1" y="10"/>
                        <a:pt x="0" y="11"/>
                        <a:pt x="0" y="12"/>
                      </a:cubicBezTo>
                      <a:cubicBezTo>
                        <a:pt x="0" y="15"/>
                        <a:pt x="1" y="18"/>
                        <a:pt x="3" y="20"/>
                      </a:cubicBezTo>
                      <a:cubicBezTo>
                        <a:pt x="6" y="22"/>
                        <a:pt x="10" y="23"/>
                        <a:pt x="13" y="21"/>
                      </a:cubicBezTo>
                      <a:cubicBezTo>
                        <a:pt x="15" y="20"/>
                        <a:pt x="16" y="19"/>
                        <a:pt x="17" y="18"/>
                      </a:cubicBezTo>
                      <a:cubicBezTo>
                        <a:pt x="19" y="15"/>
                        <a:pt x="19" y="12"/>
                        <a:pt x="18" y="9"/>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4" name="Google Shape;604;p19"/>
                <p:cNvSpPr/>
                <p:nvPr/>
              </p:nvSpPr>
              <p:spPr>
                <a:xfrm>
                  <a:off x="6713995" y="1430215"/>
                  <a:ext cx="5760" cy="5760"/>
                </a:xfrm>
                <a:custGeom>
                  <a:avLst/>
                  <a:gdLst/>
                  <a:ahLst/>
                  <a:cxnLst/>
                  <a:rect l="l" t="t" r="r" b="b"/>
                  <a:pathLst>
                    <a:path w="16" h="16" extrusionOk="0">
                      <a:moveTo>
                        <a:pt x="8" y="0"/>
                      </a:moveTo>
                      <a:cubicBezTo>
                        <a:pt x="-3" y="0"/>
                        <a:pt x="-3" y="16"/>
                        <a:pt x="8" y="16"/>
                      </a:cubicBezTo>
                      <a:cubicBezTo>
                        <a:pt x="19" y="16"/>
                        <a:pt x="19" y="0"/>
                        <a:pt x="8"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5" name="Google Shape;605;p19"/>
                <p:cNvSpPr/>
                <p:nvPr/>
              </p:nvSpPr>
              <p:spPr>
                <a:xfrm>
                  <a:off x="6710755" y="1404655"/>
                  <a:ext cx="9720" cy="9360"/>
                </a:xfrm>
                <a:custGeom>
                  <a:avLst/>
                  <a:gdLst/>
                  <a:ahLst/>
                  <a:cxnLst/>
                  <a:rect l="l" t="t" r="r" b="b"/>
                  <a:pathLst>
                    <a:path w="27" h="26" extrusionOk="0">
                      <a:moveTo>
                        <a:pt x="26" y="8"/>
                      </a:moveTo>
                      <a:cubicBezTo>
                        <a:pt x="24" y="2"/>
                        <a:pt x="19" y="0"/>
                        <a:pt x="14" y="0"/>
                      </a:cubicBezTo>
                      <a:cubicBezTo>
                        <a:pt x="10" y="0"/>
                        <a:pt x="5" y="2"/>
                        <a:pt x="3" y="5"/>
                      </a:cubicBezTo>
                      <a:cubicBezTo>
                        <a:pt x="2" y="6"/>
                        <a:pt x="2" y="6"/>
                        <a:pt x="2" y="7"/>
                      </a:cubicBezTo>
                      <a:cubicBezTo>
                        <a:pt x="0" y="10"/>
                        <a:pt x="-1" y="15"/>
                        <a:pt x="1" y="19"/>
                      </a:cubicBezTo>
                      <a:cubicBezTo>
                        <a:pt x="2" y="20"/>
                        <a:pt x="2" y="20"/>
                        <a:pt x="3" y="20"/>
                      </a:cubicBezTo>
                      <a:cubicBezTo>
                        <a:pt x="3" y="21"/>
                        <a:pt x="3" y="22"/>
                        <a:pt x="4" y="22"/>
                      </a:cubicBezTo>
                      <a:cubicBezTo>
                        <a:pt x="13" y="34"/>
                        <a:pt x="31" y="21"/>
                        <a:pt x="26" y="8"/>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6" name="Google Shape;606;p19"/>
                <p:cNvSpPr/>
                <p:nvPr/>
              </p:nvSpPr>
              <p:spPr>
                <a:xfrm>
                  <a:off x="6702835" y="1457215"/>
                  <a:ext cx="3960" cy="4320"/>
                </a:xfrm>
                <a:custGeom>
                  <a:avLst/>
                  <a:gdLst/>
                  <a:ahLst/>
                  <a:cxnLst/>
                  <a:rect l="l" t="t" r="r" b="b"/>
                  <a:pathLst>
                    <a:path w="11" h="12" extrusionOk="0">
                      <a:moveTo>
                        <a:pt x="0" y="8"/>
                      </a:moveTo>
                      <a:cubicBezTo>
                        <a:pt x="2" y="15"/>
                        <a:pt x="12" y="12"/>
                        <a:pt x="11" y="5"/>
                      </a:cubicBezTo>
                      <a:cubicBezTo>
                        <a:pt x="10" y="-3"/>
                        <a:pt x="-3" y="0"/>
                        <a:pt x="0" y="8"/>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7" name="Google Shape;607;p19"/>
                <p:cNvSpPr/>
                <p:nvPr/>
              </p:nvSpPr>
              <p:spPr>
                <a:xfrm>
                  <a:off x="6750715" y="1444615"/>
                  <a:ext cx="4680" cy="4320"/>
                </a:xfrm>
                <a:custGeom>
                  <a:avLst/>
                  <a:gdLst/>
                  <a:ahLst/>
                  <a:cxnLst/>
                  <a:rect l="l" t="t" r="r" b="b"/>
                  <a:pathLst>
                    <a:path w="13" h="12" extrusionOk="0">
                      <a:moveTo>
                        <a:pt x="7" y="0"/>
                      </a:moveTo>
                      <a:cubicBezTo>
                        <a:pt x="-2" y="0"/>
                        <a:pt x="-2" y="12"/>
                        <a:pt x="7" y="12"/>
                      </a:cubicBezTo>
                      <a:cubicBezTo>
                        <a:pt x="15" y="12"/>
                        <a:pt x="15" y="0"/>
                        <a:pt x="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8" name="Google Shape;608;p19"/>
                <p:cNvSpPr/>
                <p:nvPr/>
              </p:nvSpPr>
              <p:spPr>
                <a:xfrm>
                  <a:off x="6751795" y="1424455"/>
                  <a:ext cx="4680" cy="4680"/>
                </a:xfrm>
                <a:custGeom>
                  <a:avLst/>
                  <a:gdLst/>
                  <a:ahLst/>
                  <a:cxnLst/>
                  <a:rect l="l" t="t" r="r" b="b"/>
                  <a:pathLst>
                    <a:path w="13" h="13" extrusionOk="0">
                      <a:moveTo>
                        <a:pt x="7" y="0"/>
                      </a:moveTo>
                      <a:cubicBezTo>
                        <a:pt x="-2" y="0"/>
                        <a:pt x="-2" y="13"/>
                        <a:pt x="7" y="13"/>
                      </a:cubicBezTo>
                      <a:cubicBezTo>
                        <a:pt x="15" y="13"/>
                        <a:pt x="15" y="0"/>
                        <a:pt x="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09" name="Google Shape;609;p19"/>
                <p:cNvSpPr/>
                <p:nvPr/>
              </p:nvSpPr>
              <p:spPr>
                <a:xfrm>
                  <a:off x="6679795" y="1338415"/>
                  <a:ext cx="5400" cy="5760"/>
                </a:xfrm>
                <a:custGeom>
                  <a:avLst/>
                  <a:gdLst/>
                  <a:ahLst/>
                  <a:cxnLst/>
                  <a:rect l="l" t="t" r="r" b="b"/>
                  <a:pathLst>
                    <a:path w="15" h="16" extrusionOk="0">
                      <a:moveTo>
                        <a:pt x="7" y="0"/>
                      </a:moveTo>
                      <a:cubicBezTo>
                        <a:pt x="-3" y="0"/>
                        <a:pt x="-3" y="16"/>
                        <a:pt x="7" y="16"/>
                      </a:cubicBezTo>
                      <a:cubicBezTo>
                        <a:pt x="17" y="16"/>
                        <a:pt x="17" y="0"/>
                        <a:pt x="7"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0" name="Google Shape;610;p19"/>
                <p:cNvSpPr/>
                <p:nvPr/>
              </p:nvSpPr>
              <p:spPr>
                <a:xfrm>
                  <a:off x="6913435" y="1257775"/>
                  <a:ext cx="5400" cy="5760"/>
                </a:xfrm>
                <a:custGeom>
                  <a:avLst/>
                  <a:gdLst/>
                  <a:ahLst/>
                  <a:cxnLst/>
                  <a:rect l="l" t="t" r="r" b="b"/>
                  <a:pathLst>
                    <a:path w="15" h="16" extrusionOk="0">
                      <a:moveTo>
                        <a:pt x="0" y="5"/>
                      </a:moveTo>
                      <a:cubicBezTo>
                        <a:pt x="0" y="8"/>
                        <a:pt x="-1" y="10"/>
                        <a:pt x="0" y="13"/>
                      </a:cubicBezTo>
                      <a:cubicBezTo>
                        <a:pt x="1" y="16"/>
                        <a:pt x="5" y="17"/>
                        <a:pt x="7" y="15"/>
                      </a:cubicBezTo>
                      <a:cubicBezTo>
                        <a:pt x="9" y="15"/>
                        <a:pt x="10" y="14"/>
                        <a:pt x="12" y="12"/>
                      </a:cubicBezTo>
                      <a:cubicBezTo>
                        <a:pt x="21" y="3"/>
                        <a:pt x="2" y="-5"/>
                        <a:pt x="0" y="5"/>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1" name="Google Shape;611;p19"/>
                <p:cNvSpPr/>
                <p:nvPr/>
              </p:nvSpPr>
              <p:spPr>
                <a:xfrm>
                  <a:off x="6905515" y="1267135"/>
                  <a:ext cx="7200" cy="7920"/>
                </a:xfrm>
                <a:custGeom>
                  <a:avLst/>
                  <a:gdLst/>
                  <a:ahLst/>
                  <a:cxnLst/>
                  <a:rect l="l" t="t" r="r" b="b"/>
                  <a:pathLst>
                    <a:path w="20" h="22" extrusionOk="0">
                      <a:moveTo>
                        <a:pt x="17" y="5"/>
                      </a:moveTo>
                      <a:lnTo>
                        <a:pt x="16" y="3"/>
                      </a:lnTo>
                      <a:cubicBezTo>
                        <a:pt x="12" y="-1"/>
                        <a:pt x="5" y="0"/>
                        <a:pt x="2" y="5"/>
                      </a:cubicBezTo>
                      <a:cubicBezTo>
                        <a:pt x="2" y="6"/>
                        <a:pt x="2" y="6"/>
                        <a:pt x="1" y="7"/>
                      </a:cubicBezTo>
                      <a:cubicBezTo>
                        <a:pt x="-3" y="14"/>
                        <a:pt x="3" y="23"/>
                        <a:pt x="11" y="22"/>
                      </a:cubicBezTo>
                      <a:cubicBezTo>
                        <a:pt x="20" y="21"/>
                        <a:pt x="22" y="11"/>
                        <a:pt x="17" y="5"/>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2" name="Google Shape;612;p19"/>
                <p:cNvSpPr/>
                <p:nvPr/>
              </p:nvSpPr>
              <p:spPr>
                <a:xfrm>
                  <a:off x="6882115" y="1379815"/>
                  <a:ext cx="9720" cy="9720"/>
                </a:xfrm>
                <a:custGeom>
                  <a:avLst/>
                  <a:gdLst/>
                  <a:ahLst/>
                  <a:cxnLst/>
                  <a:rect l="l" t="t" r="r" b="b"/>
                  <a:pathLst>
                    <a:path w="27" h="27" extrusionOk="0">
                      <a:moveTo>
                        <a:pt x="27" y="12"/>
                      </a:moveTo>
                      <a:cubicBezTo>
                        <a:pt x="25" y="6"/>
                        <a:pt x="20" y="2"/>
                        <a:pt x="14" y="1"/>
                      </a:cubicBezTo>
                      <a:cubicBezTo>
                        <a:pt x="7" y="0"/>
                        <a:pt x="0" y="5"/>
                        <a:pt x="0" y="13"/>
                      </a:cubicBezTo>
                      <a:cubicBezTo>
                        <a:pt x="0" y="15"/>
                        <a:pt x="0" y="17"/>
                        <a:pt x="1" y="19"/>
                      </a:cubicBezTo>
                      <a:cubicBezTo>
                        <a:pt x="4" y="25"/>
                        <a:pt x="10" y="29"/>
                        <a:pt x="17" y="27"/>
                      </a:cubicBezTo>
                      <a:cubicBezTo>
                        <a:pt x="23" y="25"/>
                        <a:pt x="28" y="18"/>
                        <a:pt x="27" y="12"/>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3" name="Google Shape;613;p19"/>
                <p:cNvSpPr/>
                <p:nvPr/>
              </p:nvSpPr>
              <p:spPr>
                <a:xfrm>
                  <a:off x="6903355" y="1391335"/>
                  <a:ext cx="6120" cy="6120"/>
                </a:xfrm>
                <a:custGeom>
                  <a:avLst/>
                  <a:gdLst/>
                  <a:ahLst/>
                  <a:cxnLst/>
                  <a:rect l="l" t="t" r="r" b="b"/>
                  <a:pathLst>
                    <a:path w="17" h="17" extrusionOk="0">
                      <a:moveTo>
                        <a:pt x="12" y="1"/>
                      </a:moveTo>
                      <a:cubicBezTo>
                        <a:pt x="9" y="-1"/>
                        <a:pt x="5" y="0"/>
                        <a:pt x="2" y="2"/>
                      </a:cubicBezTo>
                      <a:cubicBezTo>
                        <a:pt x="2" y="3"/>
                        <a:pt x="1" y="3"/>
                        <a:pt x="1" y="4"/>
                      </a:cubicBezTo>
                      <a:lnTo>
                        <a:pt x="1" y="4"/>
                      </a:lnTo>
                      <a:lnTo>
                        <a:pt x="1" y="4"/>
                      </a:lnTo>
                      <a:cubicBezTo>
                        <a:pt x="0" y="6"/>
                        <a:pt x="-1" y="8"/>
                        <a:pt x="0" y="11"/>
                      </a:cubicBezTo>
                      <a:cubicBezTo>
                        <a:pt x="0" y="13"/>
                        <a:pt x="2" y="15"/>
                        <a:pt x="4" y="16"/>
                      </a:cubicBezTo>
                      <a:cubicBezTo>
                        <a:pt x="7" y="18"/>
                        <a:pt x="11" y="18"/>
                        <a:pt x="14" y="15"/>
                      </a:cubicBezTo>
                      <a:cubicBezTo>
                        <a:pt x="18" y="11"/>
                        <a:pt x="18" y="4"/>
                        <a:pt x="12" y="1"/>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4" name="Google Shape;614;p19"/>
                <p:cNvSpPr/>
                <p:nvPr/>
              </p:nvSpPr>
              <p:spPr>
                <a:xfrm>
                  <a:off x="6918115" y="1371895"/>
                  <a:ext cx="6120" cy="6120"/>
                </a:xfrm>
                <a:custGeom>
                  <a:avLst/>
                  <a:gdLst/>
                  <a:ahLst/>
                  <a:cxnLst/>
                  <a:rect l="l" t="t" r="r" b="b"/>
                  <a:pathLst>
                    <a:path w="17" h="17" extrusionOk="0">
                      <a:moveTo>
                        <a:pt x="15" y="3"/>
                      </a:moveTo>
                      <a:cubicBezTo>
                        <a:pt x="13" y="1"/>
                        <a:pt x="11" y="0"/>
                        <a:pt x="8" y="0"/>
                      </a:cubicBezTo>
                      <a:cubicBezTo>
                        <a:pt x="3" y="0"/>
                        <a:pt x="1" y="3"/>
                        <a:pt x="0" y="7"/>
                      </a:cubicBezTo>
                      <a:cubicBezTo>
                        <a:pt x="0" y="10"/>
                        <a:pt x="1" y="13"/>
                        <a:pt x="3" y="15"/>
                      </a:cubicBezTo>
                      <a:cubicBezTo>
                        <a:pt x="11" y="22"/>
                        <a:pt x="22" y="11"/>
                        <a:pt x="15" y="3"/>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5" name="Google Shape;615;p19"/>
                <p:cNvSpPr/>
                <p:nvPr/>
              </p:nvSpPr>
              <p:spPr>
                <a:xfrm>
                  <a:off x="6890035" y="1422655"/>
                  <a:ext cx="3960" cy="3960"/>
                </a:xfrm>
                <a:custGeom>
                  <a:avLst/>
                  <a:gdLst/>
                  <a:ahLst/>
                  <a:cxnLst/>
                  <a:rect l="l" t="t" r="r" b="b"/>
                  <a:pathLst>
                    <a:path w="11" h="11" extrusionOk="0">
                      <a:moveTo>
                        <a:pt x="5" y="0"/>
                      </a:moveTo>
                      <a:cubicBezTo>
                        <a:pt x="1" y="0"/>
                        <a:pt x="-1" y="5"/>
                        <a:pt x="1" y="8"/>
                      </a:cubicBezTo>
                      <a:lnTo>
                        <a:pt x="1" y="9"/>
                      </a:lnTo>
                      <a:cubicBezTo>
                        <a:pt x="3" y="12"/>
                        <a:pt x="8" y="12"/>
                        <a:pt x="9" y="9"/>
                      </a:cubicBezTo>
                      <a:lnTo>
                        <a:pt x="10" y="8"/>
                      </a:lnTo>
                      <a:cubicBezTo>
                        <a:pt x="12" y="5"/>
                        <a:pt x="9" y="0"/>
                        <a:pt x="5"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6" name="Google Shape;616;p19"/>
                <p:cNvSpPr/>
                <p:nvPr/>
              </p:nvSpPr>
              <p:spPr>
                <a:xfrm>
                  <a:off x="6879235" y="1407535"/>
                  <a:ext cx="6120" cy="6480"/>
                </a:xfrm>
                <a:custGeom>
                  <a:avLst/>
                  <a:gdLst/>
                  <a:ahLst/>
                  <a:cxnLst/>
                  <a:rect l="l" t="t" r="r" b="b"/>
                  <a:pathLst>
                    <a:path w="17" h="18" extrusionOk="0">
                      <a:moveTo>
                        <a:pt x="9" y="0"/>
                      </a:moveTo>
                      <a:cubicBezTo>
                        <a:pt x="-3" y="0"/>
                        <a:pt x="-3" y="18"/>
                        <a:pt x="9" y="18"/>
                      </a:cubicBezTo>
                      <a:cubicBezTo>
                        <a:pt x="20" y="18"/>
                        <a:pt x="20" y="0"/>
                        <a:pt x="9"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7" name="Google Shape;617;p19"/>
                <p:cNvSpPr/>
                <p:nvPr/>
              </p:nvSpPr>
              <p:spPr>
                <a:xfrm>
                  <a:off x="6935035" y="1401775"/>
                  <a:ext cx="4320" cy="4320"/>
                </a:xfrm>
                <a:custGeom>
                  <a:avLst/>
                  <a:gdLst/>
                  <a:ahLst/>
                  <a:cxnLst/>
                  <a:rect l="l" t="t" r="r" b="b"/>
                  <a:pathLst>
                    <a:path w="12" h="12" extrusionOk="0">
                      <a:moveTo>
                        <a:pt x="5" y="0"/>
                      </a:moveTo>
                      <a:cubicBezTo>
                        <a:pt x="-1" y="0"/>
                        <a:pt x="-2" y="10"/>
                        <a:pt x="3" y="11"/>
                      </a:cubicBezTo>
                      <a:cubicBezTo>
                        <a:pt x="5" y="12"/>
                        <a:pt x="7" y="13"/>
                        <a:pt x="9" y="11"/>
                      </a:cubicBezTo>
                      <a:cubicBezTo>
                        <a:pt x="15" y="8"/>
                        <a:pt x="12" y="-1"/>
                        <a:pt x="5"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8" name="Google Shape;618;p19"/>
                <p:cNvSpPr/>
                <p:nvPr/>
              </p:nvSpPr>
              <p:spPr>
                <a:xfrm>
                  <a:off x="6848635" y="1432375"/>
                  <a:ext cx="3600" cy="3600"/>
                </a:xfrm>
                <a:custGeom>
                  <a:avLst/>
                  <a:gdLst/>
                  <a:ahLst/>
                  <a:cxnLst/>
                  <a:rect l="l" t="t" r="r" b="b"/>
                  <a:pathLst>
                    <a:path w="10" h="10" extrusionOk="0">
                      <a:moveTo>
                        <a:pt x="5" y="0"/>
                      </a:moveTo>
                      <a:cubicBezTo>
                        <a:pt x="-2" y="0"/>
                        <a:pt x="-2" y="10"/>
                        <a:pt x="5" y="10"/>
                      </a:cubicBezTo>
                      <a:cubicBezTo>
                        <a:pt x="11" y="10"/>
                        <a:pt x="11" y="0"/>
                        <a:pt x="5" y="0"/>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19" name="Google Shape;619;p19"/>
                <p:cNvSpPr/>
                <p:nvPr/>
              </p:nvSpPr>
              <p:spPr>
                <a:xfrm>
                  <a:off x="6848635" y="1423015"/>
                  <a:ext cx="4680" cy="4680"/>
                </a:xfrm>
                <a:custGeom>
                  <a:avLst/>
                  <a:gdLst/>
                  <a:ahLst/>
                  <a:cxnLst/>
                  <a:rect l="l" t="t" r="r" b="b"/>
                  <a:pathLst>
                    <a:path w="13" h="13" extrusionOk="0">
                      <a:moveTo>
                        <a:pt x="12" y="6"/>
                      </a:moveTo>
                      <a:cubicBezTo>
                        <a:pt x="12" y="5"/>
                        <a:pt x="12" y="5"/>
                        <a:pt x="12" y="4"/>
                      </a:cubicBezTo>
                      <a:cubicBezTo>
                        <a:pt x="10" y="-1"/>
                        <a:pt x="3" y="-1"/>
                        <a:pt x="1" y="4"/>
                      </a:cubicBezTo>
                      <a:cubicBezTo>
                        <a:pt x="0" y="5"/>
                        <a:pt x="0" y="5"/>
                        <a:pt x="0" y="6"/>
                      </a:cubicBezTo>
                      <a:cubicBezTo>
                        <a:pt x="-3" y="16"/>
                        <a:pt x="16" y="16"/>
                        <a:pt x="12" y="6"/>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20" name="Google Shape;620;p19"/>
                <p:cNvSpPr/>
                <p:nvPr/>
              </p:nvSpPr>
              <p:spPr>
                <a:xfrm>
                  <a:off x="6833875" y="1416535"/>
                  <a:ext cx="6840" cy="6840"/>
                </a:xfrm>
                <a:custGeom>
                  <a:avLst/>
                  <a:gdLst/>
                  <a:ahLst/>
                  <a:cxnLst/>
                  <a:rect l="l" t="t" r="r" b="b"/>
                  <a:pathLst>
                    <a:path w="19" h="19" extrusionOk="0">
                      <a:moveTo>
                        <a:pt x="15" y="3"/>
                      </a:moveTo>
                      <a:cubicBezTo>
                        <a:pt x="12" y="0"/>
                        <a:pt x="8" y="0"/>
                        <a:pt x="4" y="2"/>
                      </a:cubicBezTo>
                      <a:cubicBezTo>
                        <a:pt x="-3" y="6"/>
                        <a:pt x="-1" y="17"/>
                        <a:pt x="7" y="19"/>
                      </a:cubicBezTo>
                      <a:cubicBezTo>
                        <a:pt x="8" y="20"/>
                        <a:pt x="10" y="20"/>
                        <a:pt x="11" y="19"/>
                      </a:cubicBezTo>
                      <a:cubicBezTo>
                        <a:pt x="14" y="19"/>
                        <a:pt x="18" y="17"/>
                        <a:pt x="19" y="13"/>
                      </a:cubicBezTo>
                      <a:cubicBezTo>
                        <a:pt x="19" y="9"/>
                        <a:pt x="19" y="6"/>
                        <a:pt x="15" y="3"/>
                      </a:cubicBez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nvGrpSpPr>
              <p:cNvPr id="621" name="Google Shape;621;p19"/>
              <p:cNvGrpSpPr/>
              <p:nvPr/>
            </p:nvGrpSpPr>
            <p:grpSpPr>
              <a:xfrm rot="-529579">
                <a:off x="6740682" y="1291277"/>
                <a:ext cx="134844" cy="60482"/>
                <a:chOff x="7477113" y="1572598"/>
                <a:chExt cx="234055" cy="104963"/>
              </a:xfrm>
            </p:grpSpPr>
            <p:sp>
              <p:nvSpPr>
                <p:cNvPr id="622" name="Google Shape;622;p19"/>
                <p:cNvSpPr/>
                <p:nvPr/>
              </p:nvSpPr>
              <p:spPr>
                <a:xfrm>
                  <a:off x="7489178" y="1572598"/>
                  <a:ext cx="42226" cy="43433"/>
                </a:xfrm>
                <a:custGeom>
                  <a:avLst/>
                  <a:gdLst/>
                  <a:ahLst/>
                  <a:cxnLst/>
                  <a:rect l="l" t="t" r="r" b="b"/>
                  <a:pathLst>
                    <a:path w="35" h="36" extrusionOk="0">
                      <a:moveTo>
                        <a:pt x="17" y="36"/>
                      </a:moveTo>
                      <a:cubicBezTo>
                        <a:pt x="40" y="37"/>
                        <a:pt x="41" y="1"/>
                        <a:pt x="18" y="0"/>
                      </a:cubicBezTo>
                      <a:cubicBezTo>
                        <a:pt x="-6" y="0"/>
                        <a:pt x="-6" y="36"/>
                        <a:pt x="17"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23" name="Google Shape;623;p19"/>
                <p:cNvSpPr/>
                <p:nvPr/>
              </p:nvSpPr>
              <p:spPr>
                <a:xfrm>
                  <a:off x="7665322" y="1576217"/>
                  <a:ext cx="43433" cy="43433"/>
                </a:xfrm>
                <a:custGeom>
                  <a:avLst/>
                  <a:gdLst/>
                  <a:ahLst/>
                  <a:cxnLst/>
                  <a:rect l="l" t="t" r="r" b="b"/>
                  <a:pathLst>
                    <a:path w="36" h="36" extrusionOk="0">
                      <a:moveTo>
                        <a:pt x="18" y="36"/>
                      </a:moveTo>
                      <a:cubicBezTo>
                        <a:pt x="41" y="36"/>
                        <a:pt x="42" y="0"/>
                        <a:pt x="18" y="0"/>
                      </a:cubicBezTo>
                      <a:cubicBezTo>
                        <a:pt x="-5" y="0"/>
                        <a:pt x="-6" y="36"/>
                        <a:pt x="18"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24" name="Google Shape;624;p19"/>
                <p:cNvSpPr/>
                <p:nvPr/>
              </p:nvSpPr>
              <p:spPr>
                <a:xfrm>
                  <a:off x="7477113" y="1630509"/>
                  <a:ext cx="61530" cy="43433"/>
                </a:xfrm>
                <a:custGeom>
                  <a:avLst/>
                  <a:gdLst/>
                  <a:ahLst/>
                  <a:cxnLst/>
                  <a:rect l="l" t="t" r="r" b="b"/>
                  <a:pathLst>
                    <a:path w="51" h="36" extrusionOk="0">
                      <a:moveTo>
                        <a:pt x="51" y="19"/>
                      </a:moveTo>
                      <a:cubicBezTo>
                        <a:pt x="51" y="29"/>
                        <a:pt x="39" y="37"/>
                        <a:pt x="25" y="36"/>
                      </a:cubicBezTo>
                      <a:cubicBezTo>
                        <a:pt x="11" y="36"/>
                        <a:pt x="0" y="28"/>
                        <a:pt x="0" y="18"/>
                      </a:cubicBezTo>
                      <a:cubicBezTo>
                        <a:pt x="0" y="8"/>
                        <a:pt x="12" y="0"/>
                        <a:pt x="26" y="0"/>
                      </a:cubicBezTo>
                      <a:cubicBezTo>
                        <a:pt x="40" y="0"/>
                        <a:pt x="51" y="8"/>
                        <a:pt x="51"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25" name="Google Shape;625;p19"/>
                <p:cNvSpPr/>
                <p:nvPr/>
              </p:nvSpPr>
              <p:spPr>
                <a:xfrm>
                  <a:off x="7649638" y="1634128"/>
                  <a:ext cx="61530" cy="43433"/>
                </a:xfrm>
                <a:custGeom>
                  <a:avLst/>
                  <a:gdLst/>
                  <a:ahLst/>
                  <a:cxnLst/>
                  <a:rect l="l" t="t" r="r" b="b"/>
                  <a:pathLst>
                    <a:path w="51" h="36" extrusionOk="0">
                      <a:moveTo>
                        <a:pt x="51" y="19"/>
                      </a:moveTo>
                      <a:cubicBezTo>
                        <a:pt x="51" y="29"/>
                        <a:pt x="40" y="37"/>
                        <a:pt x="26" y="36"/>
                      </a:cubicBezTo>
                      <a:cubicBezTo>
                        <a:pt x="11" y="36"/>
                        <a:pt x="0" y="28"/>
                        <a:pt x="0" y="18"/>
                      </a:cubicBezTo>
                      <a:cubicBezTo>
                        <a:pt x="0" y="8"/>
                        <a:pt x="12" y="0"/>
                        <a:pt x="26" y="0"/>
                      </a:cubicBezTo>
                      <a:cubicBezTo>
                        <a:pt x="40" y="0"/>
                        <a:pt x="51" y="8"/>
                        <a:pt x="51"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26" name="Google Shape;626;p19"/>
                <p:cNvSpPr/>
                <p:nvPr/>
              </p:nvSpPr>
              <p:spPr>
                <a:xfrm>
                  <a:off x="7554327" y="1595521"/>
                  <a:ext cx="86866" cy="59117"/>
                </a:xfrm>
                <a:custGeom>
                  <a:avLst/>
                  <a:gdLst/>
                  <a:ahLst/>
                  <a:cxnLst/>
                  <a:rect l="l" t="t" r="r" b="b"/>
                  <a:pathLst>
                    <a:path w="72" h="49" extrusionOk="0">
                      <a:moveTo>
                        <a:pt x="0" y="5"/>
                      </a:moveTo>
                      <a:cubicBezTo>
                        <a:pt x="-2" y="28"/>
                        <a:pt x="14" y="48"/>
                        <a:pt x="37" y="49"/>
                      </a:cubicBezTo>
                      <a:cubicBezTo>
                        <a:pt x="61" y="49"/>
                        <a:pt x="70" y="26"/>
                        <a:pt x="72" y="6"/>
                      </a:cubicBezTo>
                      <a:cubicBezTo>
                        <a:pt x="73" y="-1"/>
                        <a:pt x="62" y="-1"/>
                        <a:pt x="61" y="6"/>
                      </a:cubicBezTo>
                      <a:cubicBezTo>
                        <a:pt x="60" y="22"/>
                        <a:pt x="55" y="36"/>
                        <a:pt x="37" y="38"/>
                      </a:cubicBezTo>
                      <a:cubicBezTo>
                        <a:pt x="19" y="40"/>
                        <a:pt x="10" y="21"/>
                        <a:pt x="11" y="5"/>
                      </a:cubicBezTo>
                      <a:cubicBezTo>
                        <a:pt x="12" y="-1"/>
                        <a:pt x="1" y="-1"/>
                        <a:pt x="0" y="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grpSp>
      <p:grpSp>
        <p:nvGrpSpPr>
          <p:cNvPr id="627" name="Google Shape;627;p19"/>
          <p:cNvGrpSpPr/>
          <p:nvPr/>
        </p:nvGrpSpPr>
        <p:grpSpPr>
          <a:xfrm>
            <a:off x="523025" y="1761682"/>
            <a:ext cx="8416959" cy="2938346"/>
            <a:chOff x="523025" y="1761682"/>
            <a:chExt cx="8416959" cy="2938346"/>
          </a:xfrm>
        </p:grpSpPr>
        <p:sp>
          <p:nvSpPr>
            <p:cNvPr id="628" name="Google Shape;628;p19"/>
            <p:cNvSpPr/>
            <p:nvPr/>
          </p:nvSpPr>
          <p:spPr>
            <a:xfrm>
              <a:off x="8559575" y="256695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29" name="Google Shape;629;p19"/>
            <p:cNvSpPr/>
            <p:nvPr/>
          </p:nvSpPr>
          <p:spPr>
            <a:xfrm>
              <a:off x="7958817" y="315935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30" name="Google Shape;630;p19"/>
            <p:cNvSpPr/>
            <p:nvPr/>
          </p:nvSpPr>
          <p:spPr>
            <a:xfrm>
              <a:off x="523025" y="4347125"/>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31" name="Google Shape;631;p19"/>
            <p:cNvSpPr/>
            <p:nvPr/>
          </p:nvSpPr>
          <p:spPr>
            <a:xfrm>
              <a:off x="584430" y="1761682"/>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632"/>
        <p:cNvGrpSpPr/>
        <p:nvPr/>
      </p:nvGrpSpPr>
      <p:grpSpPr>
        <a:xfrm>
          <a:off x="0" y="0"/>
          <a:ext cx="0" cy="0"/>
          <a:chOff x="0" y="0"/>
          <a:chExt cx="0" cy="0"/>
        </a:xfrm>
      </p:grpSpPr>
      <p:grpSp>
        <p:nvGrpSpPr>
          <p:cNvPr id="633" name="Google Shape;633;p20"/>
          <p:cNvGrpSpPr/>
          <p:nvPr/>
        </p:nvGrpSpPr>
        <p:grpSpPr>
          <a:xfrm>
            <a:off x="-7800" y="0"/>
            <a:ext cx="9159600" cy="5143500"/>
            <a:chOff x="-7800" y="0"/>
            <a:chExt cx="9159600" cy="5143500"/>
          </a:xfrm>
        </p:grpSpPr>
        <p:grpSp>
          <p:nvGrpSpPr>
            <p:cNvPr id="634" name="Google Shape;634;p20"/>
            <p:cNvGrpSpPr/>
            <p:nvPr/>
          </p:nvGrpSpPr>
          <p:grpSpPr>
            <a:xfrm>
              <a:off x="228530" y="0"/>
              <a:ext cx="8686941" cy="5143500"/>
              <a:chOff x="0" y="0"/>
              <a:chExt cx="8686941" cy="5143500"/>
            </a:xfrm>
          </p:grpSpPr>
          <p:sp>
            <p:nvSpPr>
              <p:cNvPr id="635" name="Google Shape;635;p20"/>
              <p:cNvSpPr/>
              <p:nvPr/>
            </p:nvSpPr>
            <p:spPr>
              <a:xfrm>
                <a:off x="0"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6" name="Google Shape;636;p20"/>
              <p:cNvSpPr/>
              <p:nvPr/>
            </p:nvSpPr>
            <p:spPr>
              <a:xfrm>
                <a:off x="914374"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7" name="Google Shape;637;p20"/>
              <p:cNvSpPr/>
              <p:nvPr/>
            </p:nvSpPr>
            <p:spPr>
              <a:xfrm>
                <a:off x="1828748"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8" name="Google Shape;638;p20"/>
              <p:cNvSpPr/>
              <p:nvPr/>
            </p:nvSpPr>
            <p:spPr>
              <a:xfrm>
                <a:off x="2743122"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9" name="Google Shape;639;p20"/>
              <p:cNvSpPr/>
              <p:nvPr/>
            </p:nvSpPr>
            <p:spPr>
              <a:xfrm>
                <a:off x="3657496"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0" name="Google Shape;640;p20"/>
              <p:cNvSpPr/>
              <p:nvPr/>
            </p:nvSpPr>
            <p:spPr>
              <a:xfrm>
                <a:off x="4571945"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1" name="Google Shape;641;p20"/>
              <p:cNvSpPr/>
              <p:nvPr/>
            </p:nvSpPr>
            <p:spPr>
              <a:xfrm>
                <a:off x="5486319"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2" name="Google Shape;642;p20"/>
              <p:cNvSpPr/>
              <p:nvPr/>
            </p:nvSpPr>
            <p:spPr>
              <a:xfrm>
                <a:off x="6400693"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3" name="Google Shape;643;p20"/>
              <p:cNvSpPr/>
              <p:nvPr/>
            </p:nvSpPr>
            <p:spPr>
              <a:xfrm>
                <a:off x="7315067"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4" name="Google Shape;644;p20"/>
              <p:cNvSpPr/>
              <p:nvPr/>
            </p:nvSpPr>
            <p:spPr>
              <a:xfrm>
                <a:off x="8229441" y="0"/>
                <a:ext cx="457500" cy="51435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645" name="Google Shape;645;p20"/>
            <p:cNvGrpSpPr/>
            <p:nvPr/>
          </p:nvGrpSpPr>
          <p:grpSpPr>
            <a:xfrm>
              <a:off x="-7800" y="0"/>
              <a:ext cx="9159600" cy="5143500"/>
              <a:chOff x="-7800" y="0"/>
              <a:chExt cx="9159600" cy="5143500"/>
            </a:xfrm>
          </p:grpSpPr>
          <p:sp>
            <p:nvSpPr>
              <p:cNvPr id="646" name="Google Shape;646;p20"/>
              <p:cNvSpPr/>
              <p:nvPr/>
            </p:nvSpPr>
            <p:spPr>
              <a:xfrm rot="5400000">
                <a:off x="4343250" y="-43510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7" name="Google Shape;647;p20"/>
              <p:cNvSpPr/>
              <p:nvPr/>
            </p:nvSpPr>
            <p:spPr>
              <a:xfrm rot="5400000">
                <a:off x="4343250" y="-34138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8" name="Google Shape;648;p20"/>
              <p:cNvSpPr/>
              <p:nvPr/>
            </p:nvSpPr>
            <p:spPr>
              <a:xfrm rot="5400000">
                <a:off x="4343250" y="-24766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9" name="Google Shape;649;p20"/>
              <p:cNvSpPr/>
              <p:nvPr/>
            </p:nvSpPr>
            <p:spPr>
              <a:xfrm rot="5400000">
                <a:off x="4343250" y="-15394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50" name="Google Shape;650;p20"/>
              <p:cNvSpPr/>
              <p:nvPr/>
            </p:nvSpPr>
            <p:spPr>
              <a:xfrm rot="5400000">
                <a:off x="4343250" y="-6022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51" name="Google Shape;651;p20"/>
              <p:cNvSpPr/>
              <p:nvPr/>
            </p:nvSpPr>
            <p:spPr>
              <a:xfrm rot="5400000">
                <a:off x="4343250" y="334950"/>
                <a:ext cx="457500" cy="9159600"/>
              </a:xfrm>
              <a:prstGeom prst="rect">
                <a:avLst/>
              </a:prstGeom>
              <a:solidFill>
                <a:srgbClr val="783F04">
                  <a:alpha val="31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652" name="Google Shape;652;p20"/>
          <p:cNvGrpSpPr/>
          <p:nvPr/>
        </p:nvGrpSpPr>
        <p:grpSpPr>
          <a:xfrm>
            <a:off x="357709" y="926930"/>
            <a:ext cx="8458863" cy="3981264"/>
            <a:chOff x="357709" y="926930"/>
            <a:chExt cx="8458863" cy="3981264"/>
          </a:xfrm>
        </p:grpSpPr>
        <p:grpSp>
          <p:nvGrpSpPr>
            <p:cNvPr id="653" name="Google Shape;653;p20"/>
            <p:cNvGrpSpPr/>
            <p:nvPr/>
          </p:nvGrpSpPr>
          <p:grpSpPr>
            <a:xfrm>
              <a:off x="1447472" y="3891122"/>
              <a:ext cx="897764" cy="1017072"/>
              <a:chOff x="7463700" y="701585"/>
              <a:chExt cx="273600" cy="309960"/>
            </a:xfrm>
          </p:grpSpPr>
          <p:sp>
            <p:nvSpPr>
              <p:cNvPr id="654" name="Google Shape;654;p20"/>
              <p:cNvSpPr/>
              <p:nvPr/>
            </p:nvSpPr>
            <p:spPr>
              <a:xfrm>
                <a:off x="7463700" y="701585"/>
                <a:ext cx="273600" cy="309960"/>
              </a:xfrm>
              <a:custGeom>
                <a:avLst/>
                <a:gdLst/>
                <a:ahLst/>
                <a:cxnLst/>
                <a:rect l="l" t="t" r="r" b="b"/>
                <a:pathLst>
                  <a:path w="760" h="861" extrusionOk="0">
                    <a:moveTo>
                      <a:pt x="681" y="493"/>
                    </a:moveTo>
                    <a:cubicBezTo>
                      <a:pt x="632" y="360"/>
                      <a:pt x="503" y="140"/>
                      <a:pt x="434" y="26"/>
                    </a:cubicBezTo>
                    <a:cubicBezTo>
                      <a:pt x="413" y="-8"/>
                      <a:pt x="364" y="-9"/>
                      <a:pt x="342" y="25"/>
                    </a:cubicBezTo>
                    <a:cubicBezTo>
                      <a:pt x="254" y="161"/>
                      <a:pt x="72" y="453"/>
                      <a:pt x="61" y="544"/>
                    </a:cubicBezTo>
                    <a:cubicBezTo>
                      <a:pt x="61" y="545"/>
                      <a:pt x="60" y="546"/>
                      <a:pt x="60" y="548"/>
                    </a:cubicBezTo>
                    <a:cubicBezTo>
                      <a:pt x="16" y="635"/>
                      <a:pt x="-10" y="703"/>
                      <a:pt x="4" y="725"/>
                    </a:cubicBezTo>
                    <a:cubicBezTo>
                      <a:pt x="52" y="806"/>
                      <a:pt x="225" y="861"/>
                      <a:pt x="386" y="861"/>
                    </a:cubicBezTo>
                    <a:cubicBezTo>
                      <a:pt x="530" y="861"/>
                      <a:pt x="662" y="828"/>
                      <a:pt x="749" y="764"/>
                    </a:cubicBezTo>
                    <a:cubicBezTo>
                      <a:pt x="775" y="744"/>
                      <a:pt x="751" y="663"/>
                      <a:pt x="705" y="561"/>
                    </a:cubicBezTo>
                    <a:cubicBezTo>
                      <a:pt x="700" y="541"/>
                      <a:pt x="692" y="518"/>
                      <a:pt x="681" y="493"/>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grpSp>
            <p:nvGrpSpPr>
              <p:cNvPr id="655" name="Google Shape;655;p20"/>
              <p:cNvGrpSpPr/>
              <p:nvPr/>
            </p:nvGrpSpPr>
            <p:grpSpPr>
              <a:xfrm>
                <a:off x="7463875" y="701585"/>
                <a:ext cx="273240" cy="309960"/>
                <a:chOff x="7463875" y="701585"/>
                <a:chExt cx="273240" cy="309960"/>
              </a:xfrm>
            </p:grpSpPr>
            <p:sp>
              <p:nvSpPr>
                <p:cNvPr id="656" name="Google Shape;656;p20"/>
                <p:cNvSpPr/>
                <p:nvPr/>
              </p:nvSpPr>
              <p:spPr>
                <a:xfrm>
                  <a:off x="7463875" y="717425"/>
                  <a:ext cx="273240" cy="294120"/>
                </a:xfrm>
                <a:custGeom>
                  <a:avLst/>
                  <a:gdLst/>
                  <a:ahLst/>
                  <a:cxnLst/>
                  <a:rect l="l" t="t" r="r" b="b"/>
                  <a:pathLst>
                    <a:path w="759" h="817" extrusionOk="0">
                      <a:moveTo>
                        <a:pt x="748" y="719"/>
                      </a:moveTo>
                      <a:cubicBezTo>
                        <a:pt x="661" y="784"/>
                        <a:pt x="529" y="817"/>
                        <a:pt x="385" y="817"/>
                      </a:cubicBezTo>
                      <a:cubicBezTo>
                        <a:pt x="224" y="817"/>
                        <a:pt x="51" y="761"/>
                        <a:pt x="3" y="681"/>
                      </a:cubicBezTo>
                      <a:cubicBezTo>
                        <a:pt x="-34" y="620"/>
                        <a:pt x="232" y="195"/>
                        <a:pt x="343" y="24"/>
                      </a:cubicBezTo>
                      <a:cubicBezTo>
                        <a:pt x="365" y="-9"/>
                        <a:pt x="414" y="-8"/>
                        <a:pt x="435" y="26"/>
                      </a:cubicBezTo>
                      <a:cubicBezTo>
                        <a:pt x="545" y="207"/>
                        <a:pt x="816" y="669"/>
                        <a:pt x="748" y="71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57" name="Google Shape;657;p20"/>
                <p:cNvSpPr/>
                <p:nvPr/>
              </p:nvSpPr>
              <p:spPr>
                <a:xfrm>
                  <a:off x="7483315" y="716345"/>
                  <a:ext cx="235440" cy="235800"/>
                </a:xfrm>
                <a:custGeom>
                  <a:avLst/>
                  <a:gdLst/>
                  <a:ahLst/>
                  <a:cxnLst/>
                  <a:rect l="l" t="t" r="r" b="b"/>
                  <a:pathLst>
                    <a:path w="654" h="655" extrusionOk="0">
                      <a:moveTo>
                        <a:pt x="645" y="576"/>
                      </a:moveTo>
                      <a:cubicBezTo>
                        <a:pt x="570" y="628"/>
                        <a:pt x="456" y="655"/>
                        <a:pt x="332" y="655"/>
                      </a:cubicBezTo>
                      <a:cubicBezTo>
                        <a:pt x="194" y="655"/>
                        <a:pt x="45" y="610"/>
                        <a:pt x="3" y="545"/>
                      </a:cubicBezTo>
                      <a:cubicBezTo>
                        <a:pt x="-27" y="496"/>
                        <a:pt x="190" y="169"/>
                        <a:pt x="289" y="24"/>
                      </a:cubicBezTo>
                      <a:cubicBezTo>
                        <a:pt x="311" y="-8"/>
                        <a:pt x="362" y="-8"/>
                        <a:pt x="383" y="25"/>
                      </a:cubicBezTo>
                      <a:cubicBezTo>
                        <a:pt x="482" y="179"/>
                        <a:pt x="702" y="536"/>
                        <a:pt x="645" y="576"/>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58" name="Google Shape;658;p20"/>
                <p:cNvSpPr/>
                <p:nvPr/>
              </p:nvSpPr>
              <p:spPr>
                <a:xfrm>
                  <a:off x="7485115" y="701585"/>
                  <a:ext cx="230400" cy="244440"/>
                </a:xfrm>
                <a:custGeom>
                  <a:avLst/>
                  <a:gdLst/>
                  <a:ahLst/>
                  <a:cxnLst/>
                  <a:rect l="l" t="t" r="r" b="b"/>
                  <a:pathLst>
                    <a:path w="640" h="679" extrusionOk="0">
                      <a:moveTo>
                        <a:pt x="631" y="597"/>
                      </a:moveTo>
                      <a:cubicBezTo>
                        <a:pt x="557" y="652"/>
                        <a:pt x="446" y="679"/>
                        <a:pt x="325" y="679"/>
                      </a:cubicBezTo>
                      <a:cubicBezTo>
                        <a:pt x="189" y="679"/>
                        <a:pt x="44" y="633"/>
                        <a:pt x="3" y="565"/>
                      </a:cubicBezTo>
                      <a:cubicBezTo>
                        <a:pt x="-27" y="515"/>
                        <a:pt x="185" y="175"/>
                        <a:pt x="282" y="24"/>
                      </a:cubicBezTo>
                      <a:cubicBezTo>
                        <a:pt x="304" y="-9"/>
                        <a:pt x="353" y="-9"/>
                        <a:pt x="374" y="25"/>
                      </a:cubicBezTo>
                      <a:cubicBezTo>
                        <a:pt x="471" y="185"/>
                        <a:pt x="686" y="556"/>
                        <a:pt x="631" y="597"/>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59" name="Google Shape;659;p20"/>
                <p:cNvSpPr/>
                <p:nvPr/>
              </p:nvSpPr>
              <p:spPr>
                <a:xfrm>
                  <a:off x="7533355" y="861425"/>
                  <a:ext cx="70560" cy="59400"/>
                </a:xfrm>
                <a:custGeom>
                  <a:avLst/>
                  <a:gdLst/>
                  <a:ahLst/>
                  <a:cxnLst/>
                  <a:rect l="l" t="t" r="r" b="b"/>
                  <a:pathLst>
                    <a:path w="196" h="165" extrusionOk="0">
                      <a:moveTo>
                        <a:pt x="193" y="75"/>
                      </a:moveTo>
                      <a:cubicBezTo>
                        <a:pt x="206" y="127"/>
                        <a:pt x="167" y="145"/>
                        <a:pt x="115" y="158"/>
                      </a:cubicBezTo>
                      <a:cubicBezTo>
                        <a:pt x="62" y="170"/>
                        <a:pt x="15" y="172"/>
                        <a:pt x="3" y="120"/>
                      </a:cubicBezTo>
                      <a:cubicBezTo>
                        <a:pt x="-10" y="67"/>
                        <a:pt x="23" y="14"/>
                        <a:pt x="75" y="2"/>
                      </a:cubicBezTo>
                      <a:cubicBezTo>
                        <a:pt x="128" y="-10"/>
                        <a:pt x="181" y="22"/>
                        <a:pt x="193" y="75"/>
                      </a:cubicBezTo>
                      <a:close/>
                    </a:path>
                  </a:pathLst>
                </a:custGeom>
                <a:solidFill>
                  <a:schemeClr val="accent1"/>
                </a:solidFill>
                <a:ln>
                  <a:noFill/>
                </a:ln>
              </p:spPr>
              <p:txBody>
                <a:bodyPr spcFirstLastPara="1" wrap="square" lIns="90000" tIns="14400" rIns="90000" bIns="144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0" name="Google Shape;660;p20"/>
                <p:cNvSpPr/>
                <p:nvPr/>
              </p:nvSpPr>
              <p:spPr>
                <a:xfrm>
                  <a:off x="7593475" y="801305"/>
                  <a:ext cx="69840" cy="61920"/>
                </a:xfrm>
                <a:custGeom>
                  <a:avLst/>
                  <a:gdLst/>
                  <a:ahLst/>
                  <a:cxnLst/>
                  <a:rect l="l" t="t" r="r" b="b"/>
                  <a:pathLst>
                    <a:path w="194" h="172" extrusionOk="0">
                      <a:moveTo>
                        <a:pt x="187" y="134"/>
                      </a:moveTo>
                      <a:cubicBezTo>
                        <a:pt x="167" y="184"/>
                        <a:pt x="125" y="177"/>
                        <a:pt x="75" y="157"/>
                      </a:cubicBezTo>
                      <a:cubicBezTo>
                        <a:pt x="25" y="137"/>
                        <a:pt x="-15" y="112"/>
                        <a:pt x="5" y="61"/>
                      </a:cubicBezTo>
                      <a:cubicBezTo>
                        <a:pt x="25" y="11"/>
                        <a:pt x="82" y="-13"/>
                        <a:pt x="132" y="7"/>
                      </a:cubicBezTo>
                      <a:cubicBezTo>
                        <a:pt x="183" y="27"/>
                        <a:pt x="207" y="84"/>
                        <a:pt x="187" y="134"/>
                      </a:cubicBezTo>
                      <a:close/>
                    </a:path>
                  </a:pathLst>
                </a:custGeom>
                <a:solidFill>
                  <a:schemeClr val="accent1"/>
                </a:solidFill>
                <a:ln>
                  <a:noFill/>
                </a:ln>
              </p:spPr>
              <p:txBody>
                <a:bodyPr spcFirstLastPara="1" wrap="square" lIns="90000" tIns="16900" rIns="90000" bIns="169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1" name="Google Shape;661;p20"/>
                <p:cNvSpPr/>
                <p:nvPr/>
              </p:nvSpPr>
              <p:spPr>
                <a:xfrm>
                  <a:off x="7574395" y="740465"/>
                  <a:ext cx="61200" cy="50400"/>
                </a:xfrm>
                <a:custGeom>
                  <a:avLst/>
                  <a:gdLst/>
                  <a:ahLst/>
                  <a:cxnLst/>
                  <a:rect l="l" t="t" r="r" b="b"/>
                  <a:pathLst>
                    <a:path w="170" h="140" extrusionOk="0">
                      <a:moveTo>
                        <a:pt x="170" y="77"/>
                      </a:moveTo>
                      <a:cubicBezTo>
                        <a:pt x="174" y="124"/>
                        <a:pt x="139" y="135"/>
                        <a:pt x="92" y="139"/>
                      </a:cubicBezTo>
                      <a:cubicBezTo>
                        <a:pt x="45" y="143"/>
                        <a:pt x="4" y="139"/>
                        <a:pt x="0" y="93"/>
                      </a:cubicBezTo>
                      <a:cubicBezTo>
                        <a:pt x="-4" y="46"/>
                        <a:pt x="30" y="4"/>
                        <a:pt x="77" y="0"/>
                      </a:cubicBezTo>
                      <a:cubicBezTo>
                        <a:pt x="124" y="-4"/>
                        <a:pt x="165" y="30"/>
                        <a:pt x="170" y="77"/>
                      </a:cubicBezTo>
                      <a:close/>
                    </a:path>
                  </a:pathLst>
                </a:custGeom>
                <a:solidFill>
                  <a:schemeClr val="accent1"/>
                </a:solidFill>
                <a:ln>
                  <a:noFill/>
                </a:ln>
              </p:spPr>
              <p:txBody>
                <a:bodyPr spcFirstLastPara="1" wrap="square" lIns="90000" tIns="5400" rIns="90000" bIns="54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2" name="Google Shape;662;p20"/>
                <p:cNvSpPr/>
                <p:nvPr/>
              </p:nvSpPr>
              <p:spPr>
                <a:xfrm>
                  <a:off x="7514635" y="791945"/>
                  <a:ext cx="76680" cy="75960"/>
                </a:xfrm>
                <a:custGeom>
                  <a:avLst/>
                  <a:gdLst/>
                  <a:ahLst/>
                  <a:cxnLst/>
                  <a:rect l="l" t="t" r="r" b="b"/>
                  <a:pathLst>
                    <a:path w="213" h="211" extrusionOk="0">
                      <a:moveTo>
                        <a:pt x="189" y="57"/>
                      </a:moveTo>
                      <a:cubicBezTo>
                        <a:pt x="153" y="97"/>
                        <a:pt x="243" y="163"/>
                        <a:pt x="194" y="158"/>
                      </a:cubicBezTo>
                      <a:cubicBezTo>
                        <a:pt x="86" y="145"/>
                        <a:pt x="38" y="197"/>
                        <a:pt x="13" y="208"/>
                      </a:cubicBezTo>
                      <a:cubicBezTo>
                        <a:pt x="-32" y="228"/>
                        <a:pt x="50" y="146"/>
                        <a:pt x="88" y="62"/>
                      </a:cubicBezTo>
                      <a:cubicBezTo>
                        <a:pt x="138" y="-48"/>
                        <a:pt x="234" y="17"/>
                        <a:pt x="209" y="42"/>
                      </a:cubicBezTo>
                      <a:cubicBezTo>
                        <a:pt x="184" y="67"/>
                        <a:pt x="189" y="57"/>
                        <a:pt x="189" y="57"/>
                      </a:cubicBezTo>
                      <a:close/>
                    </a:path>
                  </a:pathLst>
                </a:custGeom>
                <a:solidFill>
                  <a:schemeClr val="accent5"/>
                </a:solidFill>
                <a:ln>
                  <a:noFill/>
                </a:ln>
              </p:spPr>
              <p:txBody>
                <a:bodyPr spcFirstLastPara="1" wrap="square" lIns="90000" tIns="30950" rIns="90000" bIns="309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3" name="Google Shape;663;p20"/>
                <p:cNvSpPr/>
                <p:nvPr/>
              </p:nvSpPr>
              <p:spPr>
                <a:xfrm>
                  <a:off x="7588435" y="857105"/>
                  <a:ext cx="113400" cy="79200"/>
                </a:xfrm>
                <a:custGeom>
                  <a:avLst/>
                  <a:gdLst/>
                  <a:ahLst/>
                  <a:cxnLst/>
                  <a:rect l="l" t="t" r="r" b="b"/>
                  <a:pathLst>
                    <a:path w="315" h="220" extrusionOk="0">
                      <a:moveTo>
                        <a:pt x="94" y="42"/>
                      </a:moveTo>
                      <a:cubicBezTo>
                        <a:pt x="160" y="42"/>
                        <a:pt x="234" y="45"/>
                        <a:pt x="245" y="12"/>
                      </a:cubicBezTo>
                      <a:cubicBezTo>
                        <a:pt x="260" y="-33"/>
                        <a:pt x="315" y="62"/>
                        <a:pt x="315" y="117"/>
                      </a:cubicBezTo>
                      <a:cubicBezTo>
                        <a:pt x="315" y="173"/>
                        <a:pt x="235" y="198"/>
                        <a:pt x="159" y="198"/>
                      </a:cubicBezTo>
                      <a:cubicBezTo>
                        <a:pt x="84" y="198"/>
                        <a:pt x="29" y="228"/>
                        <a:pt x="4" y="218"/>
                      </a:cubicBezTo>
                      <a:cubicBezTo>
                        <a:pt x="-21" y="208"/>
                        <a:pt x="64" y="178"/>
                        <a:pt x="99" y="157"/>
                      </a:cubicBezTo>
                      <a:cubicBezTo>
                        <a:pt x="134" y="137"/>
                        <a:pt x="9" y="42"/>
                        <a:pt x="94" y="42"/>
                      </a:cubicBezTo>
                      <a:close/>
                    </a:path>
                  </a:pathLst>
                </a:custGeom>
                <a:solidFill>
                  <a:schemeClr val="accent5"/>
                </a:solidFill>
                <a:ln>
                  <a:noFill/>
                </a:ln>
              </p:spPr>
              <p:txBody>
                <a:bodyPr spcFirstLastPara="1" wrap="square" lIns="90000" tIns="34200" rIns="90000" bIns="342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4" name="Google Shape;664;p20"/>
                <p:cNvSpPr/>
                <p:nvPr/>
              </p:nvSpPr>
              <p:spPr>
                <a:xfrm>
                  <a:off x="7499875" y="883025"/>
                  <a:ext cx="36360" cy="42480"/>
                </a:xfrm>
                <a:custGeom>
                  <a:avLst/>
                  <a:gdLst/>
                  <a:ahLst/>
                  <a:cxnLst/>
                  <a:rect l="l" t="t" r="r" b="b"/>
                  <a:pathLst>
                    <a:path w="101" h="118" extrusionOk="0">
                      <a:moveTo>
                        <a:pt x="39" y="8"/>
                      </a:moveTo>
                      <a:cubicBezTo>
                        <a:pt x="41" y="-23"/>
                        <a:pt x="-19" y="40"/>
                        <a:pt x="6" y="65"/>
                      </a:cubicBezTo>
                      <a:cubicBezTo>
                        <a:pt x="31" y="90"/>
                        <a:pt x="61" y="118"/>
                        <a:pt x="94" y="118"/>
                      </a:cubicBezTo>
                      <a:cubicBezTo>
                        <a:pt x="127" y="118"/>
                        <a:pt x="36" y="38"/>
                        <a:pt x="39" y="8"/>
                      </a:cubicBezTo>
                      <a:close/>
                    </a:path>
                  </a:pathLst>
                </a:custGeom>
                <a:solidFill>
                  <a:schemeClr val="accent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5" name="Google Shape;665;p20"/>
                <p:cNvSpPr/>
                <p:nvPr/>
              </p:nvSpPr>
              <p:spPr>
                <a:xfrm>
                  <a:off x="7581595" y="708785"/>
                  <a:ext cx="40680" cy="28440"/>
                </a:xfrm>
                <a:custGeom>
                  <a:avLst/>
                  <a:gdLst/>
                  <a:ahLst/>
                  <a:cxnLst/>
                  <a:rect l="l" t="t" r="r" b="b"/>
                  <a:pathLst>
                    <a:path w="113" h="79" extrusionOk="0">
                      <a:moveTo>
                        <a:pt x="63" y="0"/>
                      </a:moveTo>
                      <a:cubicBezTo>
                        <a:pt x="23" y="4"/>
                        <a:pt x="-23" y="75"/>
                        <a:pt x="13" y="75"/>
                      </a:cubicBezTo>
                      <a:cubicBezTo>
                        <a:pt x="48" y="75"/>
                        <a:pt x="69" y="43"/>
                        <a:pt x="100" y="75"/>
                      </a:cubicBezTo>
                      <a:cubicBezTo>
                        <a:pt x="126" y="100"/>
                        <a:pt x="111" y="-5"/>
                        <a:pt x="63" y="0"/>
                      </a:cubicBezTo>
                      <a:close/>
                    </a:path>
                  </a:pathLst>
                </a:custGeom>
                <a:solidFill>
                  <a:schemeClr val="accent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6" name="Google Shape;666;p20"/>
                <p:cNvSpPr/>
                <p:nvPr/>
              </p:nvSpPr>
              <p:spPr>
                <a:xfrm>
                  <a:off x="7664755" y="876185"/>
                  <a:ext cx="12600" cy="12600"/>
                </a:xfrm>
                <a:custGeom>
                  <a:avLst/>
                  <a:gdLst/>
                  <a:ahLst/>
                  <a:cxnLst/>
                  <a:rect l="l" t="t" r="r" b="b"/>
                  <a:pathLst>
                    <a:path w="35" h="35" extrusionOk="0">
                      <a:moveTo>
                        <a:pt x="35" y="18"/>
                      </a:moveTo>
                      <a:cubicBezTo>
                        <a:pt x="35" y="28"/>
                        <a:pt x="27" y="35"/>
                        <a:pt x="17" y="35"/>
                      </a:cubicBezTo>
                      <a:cubicBezTo>
                        <a:pt x="8" y="35"/>
                        <a:pt x="0" y="28"/>
                        <a:pt x="0" y="18"/>
                      </a:cubicBezTo>
                      <a:cubicBezTo>
                        <a:pt x="0" y="8"/>
                        <a:pt x="8" y="0"/>
                        <a:pt x="17" y="0"/>
                      </a:cubicBezTo>
                      <a:cubicBezTo>
                        <a:pt x="27" y="0"/>
                        <a:pt x="35" y="8"/>
                        <a:pt x="35"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7" name="Google Shape;667;p20"/>
                <p:cNvSpPr/>
                <p:nvPr/>
              </p:nvSpPr>
              <p:spPr>
                <a:xfrm>
                  <a:off x="7669435" y="841265"/>
                  <a:ext cx="12960" cy="12600"/>
                </a:xfrm>
                <a:custGeom>
                  <a:avLst/>
                  <a:gdLst/>
                  <a:ahLst/>
                  <a:cxnLst/>
                  <a:rect l="l" t="t" r="r" b="b"/>
                  <a:pathLst>
                    <a:path w="36" h="35" extrusionOk="0">
                      <a:moveTo>
                        <a:pt x="36" y="17"/>
                      </a:moveTo>
                      <a:cubicBezTo>
                        <a:pt x="36" y="27"/>
                        <a:pt x="28" y="35"/>
                        <a:pt x="18" y="35"/>
                      </a:cubicBezTo>
                      <a:cubicBezTo>
                        <a:pt x="8" y="35"/>
                        <a:pt x="0" y="27"/>
                        <a:pt x="0" y="17"/>
                      </a:cubicBezTo>
                      <a:cubicBezTo>
                        <a:pt x="0" y="8"/>
                        <a:pt x="8" y="0"/>
                        <a:pt x="18" y="0"/>
                      </a:cubicBezTo>
                      <a:cubicBezTo>
                        <a:pt x="28" y="0"/>
                        <a:pt x="36" y="8"/>
                        <a:pt x="36" y="1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8" name="Google Shape;668;p20"/>
                <p:cNvSpPr/>
                <p:nvPr/>
              </p:nvSpPr>
              <p:spPr>
                <a:xfrm>
                  <a:off x="7640995" y="785825"/>
                  <a:ext cx="12960" cy="12600"/>
                </a:xfrm>
                <a:custGeom>
                  <a:avLst/>
                  <a:gdLst/>
                  <a:ahLst/>
                  <a:cxnLst/>
                  <a:rect l="l" t="t" r="r" b="b"/>
                  <a:pathLst>
                    <a:path w="36" h="35" extrusionOk="0">
                      <a:moveTo>
                        <a:pt x="36" y="17"/>
                      </a:moveTo>
                      <a:cubicBezTo>
                        <a:pt x="36" y="27"/>
                        <a:pt x="28" y="35"/>
                        <a:pt x="18" y="35"/>
                      </a:cubicBezTo>
                      <a:cubicBezTo>
                        <a:pt x="8" y="35"/>
                        <a:pt x="0" y="27"/>
                        <a:pt x="0" y="17"/>
                      </a:cubicBezTo>
                      <a:cubicBezTo>
                        <a:pt x="0" y="8"/>
                        <a:pt x="8" y="0"/>
                        <a:pt x="18" y="0"/>
                      </a:cubicBezTo>
                      <a:cubicBezTo>
                        <a:pt x="28" y="0"/>
                        <a:pt x="36" y="8"/>
                        <a:pt x="36" y="1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69" name="Google Shape;669;p20"/>
                <p:cNvSpPr/>
                <p:nvPr/>
              </p:nvSpPr>
              <p:spPr>
                <a:xfrm>
                  <a:off x="7602475" y="718145"/>
                  <a:ext cx="12600" cy="12960"/>
                </a:xfrm>
                <a:custGeom>
                  <a:avLst/>
                  <a:gdLst/>
                  <a:ahLst/>
                  <a:cxnLst/>
                  <a:rect l="l" t="t" r="r" b="b"/>
                  <a:pathLst>
                    <a:path w="35" h="36" extrusionOk="0">
                      <a:moveTo>
                        <a:pt x="35" y="18"/>
                      </a:moveTo>
                      <a:cubicBezTo>
                        <a:pt x="35" y="28"/>
                        <a:pt x="27" y="36"/>
                        <a:pt x="18" y="36"/>
                      </a:cubicBezTo>
                      <a:cubicBezTo>
                        <a:pt x="8" y="36"/>
                        <a:pt x="0" y="28"/>
                        <a:pt x="0" y="18"/>
                      </a:cubicBezTo>
                      <a:cubicBezTo>
                        <a:pt x="0" y="8"/>
                        <a:pt x="8" y="0"/>
                        <a:pt x="18" y="0"/>
                      </a:cubicBezTo>
                      <a:cubicBezTo>
                        <a:pt x="27" y="0"/>
                        <a:pt x="35" y="8"/>
                        <a:pt x="35"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0" name="Google Shape;670;p20"/>
                <p:cNvSpPr/>
                <p:nvPr/>
              </p:nvSpPr>
              <p:spPr>
                <a:xfrm>
                  <a:off x="7508875" y="871865"/>
                  <a:ext cx="12960" cy="12960"/>
                </a:xfrm>
                <a:custGeom>
                  <a:avLst/>
                  <a:gdLst/>
                  <a:ahLst/>
                  <a:cxnLst/>
                  <a:rect l="l" t="t" r="r" b="b"/>
                  <a:pathLst>
                    <a:path w="36" h="36" extrusionOk="0">
                      <a:moveTo>
                        <a:pt x="36" y="18"/>
                      </a:moveTo>
                      <a:cubicBezTo>
                        <a:pt x="36" y="28"/>
                        <a:pt x="28" y="36"/>
                        <a:pt x="18" y="36"/>
                      </a:cubicBezTo>
                      <a:cubicBezTo>
                        <a:pt x="8" y="36"/>
                        <a:pt x="0" y="28"/>
                        <a:pt x="0" y="18"/>
                      </a:cubicBezTo>
                      <a:cubicBezTo>
                        <a:pt x="0" y="8"/>
                        <a:pt x="8" y="0"/>
                        <a:pt x="18" y="0"/>
                      </a:cubicBezTo>
                      <a:cubicBezTo>
                        <a:pt x="28" y="0"/>
                        <a:pt x="36" y="8"/>
                        <a:pt x="36"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1" name="Google Shape;671;p20"/>
                <p:cNvSpPr/>
                <p:nvPr/>
              </p:nvSpPr>
              <p:spPr>
                <a:xfrm>
                  <a:off x="7575115" y="839825"/>
                  <a:ext cx="12960" cy="12960"/>
                </a:xfrm>
                <a:custGeom>
                  <a:avLst/>
                  <a:gdLst/>
                  <a:ahLst/>
                  <a:cxnLst/>
                  <a:rect l="l" t="t" r="r" b="b"/>
                  <a:pathLst>
                    <a:path w="36" h="36" extrusionOk="0">
                      <a:moveTo>
                        <a:pt x="36" y="18"/>
                      </a:moveTo>
                      <a:cubicBezTo>
                        <a:pt x="36" y="28"/>
                        <a:pt x="28" y="36"/>
                        <a:pt x="18" y="36"/>
                      </a:cubicBezTo>
                      <a:cubicBezTo>
                        <a:pt x="8" y="36"/>
                        <a:pt x="0" y="28"/>
                        <a:pt x="0" y="18"/>
                      </a:cubicBezTo>
                      <a:cubicBezTo>
                        <a:pt x="0" y="8"/>
                        <a:pt x="8" y="0"/>
                        <a:pt x="18" y="0"/>
                      </a:cubicBezTo>
                      <a:cubicBezTo>
                        <a:pt x="28" y="0"/>
                        <a:pt x="36" y="8"/>
                        <a:pt x="36"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2" name="Google Shape;672;p20"/>
                <p:cNvSpPr/>
                <p:nvPr/>
              </p:nvSpPr>
              <p:spPr>
                <a:xfrm>
                  <a:off x="7682395" y="895985"/>
                  <a:ext cx="16560" cy="16200"/>
                </a:xfrm>
                <a:custGeom>
                  <a:avLst/>
                  <a:gdLst/>
                  <a:ahLst/>
                  <a:cxnLst/>
                  <a:rect l="l" t="t" r="r" b="b"/>
                  <a:pathLst>
                    <a:path w="46" h="45" extrusionOk="0">
                      <a:moveTo>
                        <a:pt x="46" y="23"/>
                      </a:moveTo>
                      <a:cubicBezTo>
                        <a:pt x="46" y="35"/>
                        <a:pt x="35" y="45"/>
                        <a:pt x="23" y="45"/>
                      </a:cubicBezTo>
                      <a:cubicBezTo>
                        <a:pt x="11" y="45"/>
                        <a:pt x="0" y="35"/>
                        <a:pt x="0" y="23"/>
                      </a:cubicBezTo>
                      <a:cubicBezTo>
                        <a:pt x="0" y="10"/>
                        <a:pt x="11" y="0"/>
                        <a:pt x="23" y="0"/>
                      </a:cubicBezTo>
                      <a:cubicBezTo>
                        <a:pt x="35" y="0"/>
                        <a:pt x="46" y="10"/>
                        <a:pt x="46" y="2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3" name="Google Shape;673;p20"/>
                <p:cNvSpPr/>
                <p:nvPr/>
              </p:nvSpPr>
              <p:spPr>
                <a:xfrm>
                  <a:off x="7642075" y="904985"/>
                  <a:ext cx="13320" cy="13320"/>
                </a:xfrm>
                <a:custGeom>
                  <a:avLst/>
                  <a:gdLst/>
                  <a:ahLst/>
                  <a:cxnLst/>
                  <a:rect l="l" t="t" r="r" b="b"/>
                  <a:pathLst>
                    <a:path w="37" h="37" extrusionOk="0">
                      <a:moveTo>
                        <a:pt x="37" y="18"/>
                      </a:moveTo>
                      <a:cubicBezTo>
                        <a:pt x="37" y="29"/>
                        <a:pt x="29" y="37"/>
                        <a:pt x="19" y="37"/>
                      </a:cubicBezTo>
                      <a:cubicBezTo>
                        <a:pt x="9" y="37"/>
                        <a:pt x="0" y="29"/>
                        <a:pt x="0" y="18"/>
                      </a:cubicBezTo>
                      <a:cubicBezTo>
                        <a:pt x="0" y="8"/>
                        <a:pt x="9" y="0"/>
                        <a:pt x="19" y="0"/>
                      </a:cubicBezTo>
                      <a:cubicBezTo>
                        <a:pt x="29" y="0"/>
                        <a:pt x="37" y="8"/>
                        <a:pt x="37"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4" name="Google Shape;674;p20"/>
                <p:cNvSpPr/>
                <p:nvPr/>
              </p:nvSpPr>
              <p:spPr>
                <a:xfrm>
                  <a:off x="7509595" y="900665"/>
                  <a:ext cx="13320" cy="13320"/>
                </a:xfrm>
                <a:custGeom>
                  <a:avLst/>
                  <a:gdLst/>
                  <a:ahLst/>
                  <a:cxnLst/>
                  <a:rect l="l" t="t" r="r" b="b"/>
                  <a:pathLst>
                    <a:path w="37" h="37" extrusionOk="0">
                      <a:moveTo>
                        <a:pt x="37" y="19"/>
                      </a:moveTo>
                      <a:cubicBezTo>
                        <a:pt x="37" y="29"/>
                        <a:pt x="29" y="37"/>
                        <a:pt x="19" y="37"/>
                      </a:cubicBezTo>
                      <a:cubicBezTo>
                        <a:pt x="8" y="37"/>
                        <a:pt x="0" y="29"/>
                        <a:pt x="0" y="19"/>
                      </a:cubicBezTo>
                      <a:cubicBezTo>
                        <a:pt x="0" y="8"/>
                        <a:pt x="8" y="0"/>
                        <a:pt x="19" y="0"/>
                      </a:cubicBezTo>
                      <a:cubicBezTo>
                        <a:pt x="29" y="0"/>
                        <a:pt x="37" y="8"/>
                        <a:pt x="37" y="1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5" name="Google Shape;675;p20"/>
                <p:cNvSpPr/>
                <p:nvPr/>
              </p:nvSpPr>
              <p:spPr>
                <a:xfrm>
                  <a:off x="7536595" y="831545"/>
                  <a:ext cx="13320" cy="13320"/>
                </a:xfrm>
                <a:custGeom>
                  <a:avLst/>
                  <a:gdLst/>
                  <a:ahLst/>
                  <a:cxnLst/>
                  <a:rect l="l" t="t" r="r" b="b"/>
                  <a:pathLst>
                    <a:path w="37" h="37" extrusionOk="0">
                      <a:moveTo>
                        <a:pt x="37" y="18"/>
                      </a:moveTo>
                      <a:cubicBezTo>
                        <a:pt x="37" y="29"/>
                        <a:pt x="29" y="37"/>
                        <a:pt x="19" y="37"/>
                      </a:cubicBezTo>
                      <a:cubicBezTo>
                        <a:pt x="9" y="37"/>
                        <a:pt x="0" y="29"/>
                        <a:pt x="0" y="18"/>
                      </a:cubicBezTo>
                      <a:cubicBezTo>
                        <a:pt x="0" y="8"/>
                        <a:pt x="9" y="0"/>
                        <a:pt x="19" y="0"/>
                      </a:cubicBezTo>
                      <a:cubicBezTo>
                        <a:pt x="29" y="0"/>
                        <a:pt x="37" y="8"/>
                        <a:pt x="37"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6" name="Google Shape;676;p20"/>
                <p:cNvSpPr/>
                <p:nvPr/>
              </p:nvSpPr>
              <p:spPr>
                <a:xfrm>
                  <a:off x="7559635" y="792665"/>
                  <a:ext cx="13320" cy="13320"/>
                </a:xfrm>
                <a:custGeom>
                  <a:avLst/>
                  <a:gdLst/>
                  <a:ahLst/>
                  <a:cxnLst/>
                  <a:rect l="l" t="t" r="r" b="b"/>
                  <a:pathLst>
                    <a:path w="37" h="37" extrusionOk="0">
                      <a:moveTo>
                        <a:pt x="37" y="18"/>
                      </a:moveTo>
                      <a:cubicBezTo>
                        <a:pt x="37" y="29"/>
                        <a:pt x="29" y="37"/>
                        <a:pt x="19" y="37"/>
                      </a:cubicBezTo>
                      <a:cubicBezTo>
                        <a:pt x="8" y="37"/>
                        <a:pt x="0" y="29"/>
                        <a:pt x="0" y="18"/>
                      </a:cubicBezTo>
                      <a:cubicBezTo>
                        <a:pt x="0" y="8"/>
                        <a:pt x="8" y="0"/>
                        <a:pt x="19" y="0"/>
                      </a:cubicBezTo>
                      <a:cubicBezTo>
                        <a:pt x="29" y="0"/>
                        <a:pt x="37" y="8"/>
                        <a:pt x="37" y="1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7" name="Google Shape;677;p20"/>
                <p:cNvSpPr/>
                <p:nvPr/>
              </p:nvSpPr>
              <p:spPr>
                <a:xfrm>
                  <a:off x="7625155" y="878705"/>
                  <a:ext cx="16200" cy="16200"/>
                </a:xfrm>
                <a:custGeom>
                  <a:avLst/>
                  <a:gdLst/>
                  <a:ahLst/>
                  <a:cxnLst/>
                  <a:rect l="l" t="t" r="r" b="b"/>
                  <a:pathLst>
                    <a:path w="45" h="45" extrusionOk="0">
                      <a:moveTo>
                        <a:pt x="45" y="22"/>
                      </a:moveTo>
                      <a:cubicBezTo>
                        <a:pt x="45" y="35"/>
                        <a:pt x="35" y="45"/>
                        <a:pt x="22" y="45"/>
                      </a:cubicBezTo>
                      <a:cubicBezTo>
                        <a:pt x="10" y="45"/>
                        <a:pt x="0" y="35"/>
                        <a:pt x="0" y="22"/>
                      </a:cubicBezTo>
                      <a:cubicBezTo>
                        <a:pt x="0" y="10"/>
                        <a:pt x="10" y="0"/>
                        <a:pt x="22" y="0"/>
                      </a:cubicBezTo>
                      <a:cubicBezTo>
                        <a:pt x="35" y="0"/>
                        <a:pt x="45" y="10"/>
                        <a:pt x="45" y="2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8" name="Google Shape;678;p20"/>
                <p:cNvSpPr/>
                <p:nvPr/>
              </p:nvSpPr>
              <p:spPr>
                <a:xfrm>
                  <a:off x="7613275" y="873305"/>
                  <a:ext cx="60120" cy="48240"/>
                </a:xfrm>
                <a:custGeom>
                  <a:avLst/>
                  <a:gdLst/>
                  <a:ahLst/>
                  <a:cxnLst/>
                  <a:rect l="l" t="t" r="r" b="b"/>
                  <a:pathLst>
                    <a:path w="167" h="134" extrusionOk="0">
                      <a:moveTo>
                        <a:pt x="20" y="37"/>
                      </a:moveTo>
                      <a:lnTo>
                        <a:pt x="24" y="40"/>
                      </a:lnTo>
                      <a:cubicBezTo>
                        <a:pt x="49" y="21"/>
                        <a:pt x="83" y="19"/>
                        <a:pt x="110" y="38"/>
                      </a:cubicBezTo>
                      <a:cubicBezTo>
                        <a:pt x="137" y="56"/>
                        <a:pt x="148" y="89"/>
                        <a:pt x="139" y="119"/>
                      </a:cubicBezTo>
                      <a:lnTo>
                        <a:pt x="160" y="134"/>
                      </a:lnTo>
                      <a:cubicBezTo>
                        <a:pt x="176" y="92"/>
                        <a:pt x="163" y="43"/>
                        <a:pt x="125" y="17"/>
                      </a:cubicBezTo>
                      <a:cubicBezTo>
                        <a:pt x="85" y="-10"/>
                        <a:pt x="33" y="-5"/>
                        <a:pt x="0" y="27"/>
                      </a:cubicBezTo>
                      <a:cubicBezTo>
                        <a:pt x="7" y="29"/>
                        <a:pt x="14" y="32"/>
                        <a:pt x="20" y="37"/>
                      </a:cubicBezTo>
                      <a:close/>
                    </a:path>
                  </a:pathLst>
                </a:custGeom>
                <a:solidFill>
                  <a:schemeClr val="accent3"/>
                </a:solidFill>
                <a:ln>
                  <a:noFill/>
                </a:ln>
              </p:spPr>
              <p:txBody>
                <a:bodyPr spcFirstLastPara="1" wrap="square" lIns="90000" tIns="3225" rIns="90000" bIns="32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79" name="Google Shape;679;p20"/>
                <p:cNvSpPr/>
                <p:nvPr/>
              </p:nvSpPr>
              <p:spPr>
                <a:xfrm>
                  <a:off x="7524355" y="813905"/>
                  <a:ext cx="66960" cy="47160"/>
                </a:xfrm>
                <a:custGeom>
                  <a:avLst/>
                  <a:gdLst/>
                  <a:ahLst/>
                  <a:cxnLst/>
                  <a:rect l="l" t="t" r="r" b="b"/>
                  <a:pathLst>
                    <a:path w="186" h="131" extrusionOk="0">
                      <a:moveTo>
                        <a:pt x="22" y="118"/>
                      </a:moveTo>
                      <a:lnTo>
                        <a:pt x="27" y="115"/>
                      </a:lnTo>
                      <a:cubicBezTo>
                        <a:pt x="23" y="82"/>
                        <a:pt x="40" y="49"/>
                        <a:pt x="71" y="34"/>
                      </a:cubicBezTo>
                      <a:cubicBezTo>
                        <a:pt x="102" y="19"/>
                        <a:pt x="139" y="27"/>
                        <a:pt x="161" y="51"/>
                      </a:cubicBezTo>
                      <a:lnTo>
                        <a:pt x="186" y="39"/>
                      </a:lnTo>
                      <a:cubicBezTo>
                        <a:pt x="157" y="2"/>
                        <a:pt x="104" y="-11"/>
                        <a:pt x="59" y="10"/>
                      </a:cubicBezTo>
                      <a:cubicBezTo>
                        <a:pt x="13" y="32"/>
                        <a:pt x="-9" y="83"/>
                        <a:pt x="3" y="131"/>
                      </a:cubicBezTo>
                      <a:cubicBezTo>
                        <a:pt x="8" y="125"/>
                        <a:pt x="15" y="121"/>
                        <a:pt x="22" y="118"/>
                      </a:cubicBezTo>
                      <a:close/>
                    </a:path>
                  </a:pathLst>
                </a:custGeom>
                <a:solidFill>
                  <a:schemeClr val="accent3"/>
                </a:solidFill>
                <a:ln>
                  <a:noFill/>
                </a:ln>
              </p:spPr>
              <p:txBody>
                <a:bodyPr spcFirstLastPara="1" wrap="square" lIns="90000" tIns="2150" rIns="90000" bIns="21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80" name="Google Shape;680;p20"/>
                <p:cNvSpPr/>
                <p:nvPr/>
              </p:nvSpPr>
              <p:spPr>
                <a:xfrm>
                  <a:off x="7544155" y="955025"/>
                  <a:ext cx="18360" cy="18360"/>
                </a:xfrm>
                <a:custGeom>
                  <a:avLst/>
                  <a:gdLst/>
                  <a:ahLst/>
                  <a:cxnLst/>
                  <a:rect l="l" t="t" r="r" b="b"/>
                  <a:pathLst>
                    <a:path w="51" h="51" extrusionOk="0">
                      <a:moveTo>
                        <a:pt x="51" y="26"/>
                      </a:moveTo>
                      <a:cubicBezTo>
                        <a:pt x="51" y="40"/>
                        <a:pt x="39" y="51"/>
                        <a:pt x="25" y="51"/>
                      </a:cubicBezTo>
                      <a:cubicBezTo>
                        <a:pt x="11" y="51"/>
                        <a:pt x="0" y="40"/>
                        <a:pt x="0" y="26"/>
                      </a:cubicBezTo>
                      <a:cubicBezTo>
                        <a:pt x="0" y="12"/>
                        <a:pt x="11" y="0"/>
                        <a:pt x="25" y="0"/>
                      </a:cubicBezTo>
                      <a:cubicBezTo>
                        <a:pt x="39" y="0"/>
                        <a:pt x="51" y="12"/>
                        <a:pt x="51" y="2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81" name="Google Shape;681;p20"/>
                <p:cNvSpPr/>
                <p:nvPr/>
              </p:nvSpPr>
              <p:spPr>
                <a:xfrm>
                  <a:off x="7644955" y="955025"/>
                  <a:ext cx="18360" cy="18360"/>
                </a:xfrm>
                <a:custGeom>
                  <a:avLst/>
                  <a:gdLst/>
                  <a:ahLst/>
                  <a:cxnLst/>
                  <a:rect l="l" t="t" r="r" b="b"/>
                  <a:pathLst>
                    <a:path w="51" h="51" extrusionOk="0">
                      <a:moveTo>
                        <a:pt x="51" y="26"/>
                      </a:moveTo>
                      <a:cubicBezTo>
                        <a:pt x="51" y="40"/>
                        <a:pt x="40" y="51"/>
                        <a:pt x="26" y="51"/>
                      </a:cubicBezTo>
                      <a:cubicBezTo>
                        <a:pt x="12" y="51"/>
                        <a:pt x="0" y="40"/>
                        <a:pt x="0" y="26"/>
                      </a:cubicBezTo>
                      <a:cubicBezTo>
                        <a:pt x="0" y="12"/>
                        <a:pt x="12" y="0"/>
                        <a:pt x="26" y="0"/>
                      </a:cubicBezTo>
                      <a:cubicBezTo>
                        <a:pt x="40" y="0"/>
                        <a:pt x="51" y="12"/>
                        <a:pt x="51" y="2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82" name="Google Shape;682;p20"/>
                <p:cNvSpPr/>
                <p:nvPr/>
              </p:nvSpPr>
              <p:spPr>
                <a:xfrm>
                  <a:off x="7587715" y="978785"/>
                  <a:ext cx="30960" cy="14400"/>
                </a:xfrm>
                <a:custGeom>
                  <a:avLst/>
                  <a:gdLst/>
                  <a:ahLst/>
                  <a:cxnLst/>
                  <a:rect l="l" t="t" r="r" b="b"/>
                  <a:pathLst>
                    <a:path w="86" h="40" extrusionOk="0">
                      <a:moveTo>
                        <a:pt x="43" y="40"/>
                      </a:moveTo>
                      <a:cubicBezTo>
                        <a:pt x="19" y="40"/>
                        <a:pt x="0" y="26"/>
                        <a:pt x="0" y="7"/>
                      </a:cubicBezTo>
                      <a:cubicBezTo>
                        <a:pt x="0" y="3"/>
                        <a:pt x="3" y="0"/>
                        <a:pt x="7" y="0"/>
                      </a:cubicBezTo>
                      <a:cubicBezTo>
                        <a:pt x="11" y="0"/>
                        <a:pt x="15" y="3"/>
                        <a:pt x="15" y="7"/>
                      </a:cubicBezTo>
                      <a:cubicBezTo>
                        <a:pt x="15" y="17"/>
                        <a:pt x="28" y="25"/>
                        <a:pt x="43" y="25"/>
                      </a:cubicBezTo>
                      <a:cubicBezTo>
                        <a:pt x="58" y="25"/>
                        <a:pt x="71" y="17"/>
                        <a:pt x="71" y="7"/>
                      </a:cubicBezTo>
                      <a:cubicBezTo>
                        <a:pt x="71" y="3"/>
                        <a:pt x="75" y="0"/>
                        <a:pt x="79" y="0"/>
                      </a:cubicBezTo>
                      <a:cubicBezTo>
                        <a:pt x="83" y="0"/>
                        <a:pt x="86" y="3"/>
                        <a:pt x="86" y="7"/>
                      </a:cubicBezTo>
                      <a:cubicBezTo>
                        <a:pt x="86" y="26"/>
                        <a:pt x="67" y="40"/>
                        <a:pt x="43" y="4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83" name="Google Shape;683;p20"/>
                <p:cNvSpPr/>
                <p:nvPr/>
              </p:nvSpPr>
              <p:spPr>
                <a:xfrm>
                  <a:off x="7521835" y="975185"/>
                  <a:ext cx="24120" cy="13680"/>
                </a:xfrm>
                <a:custGeom>
                  <a:avLst/>
                  <a:gdLst/>
                  <a:ahLst/>
                  <a:cxnLst/>
                  <a:rect l="l" t="t" r="r" b="b"/>
                  <a:pathLst>
                    <a:path w="67" h="38" extrusionOk="0">
                      <a:moveTo>
                        <a:pt x="67" y="19"/>
                      </a:moveTo>
                      <a:cubicBezTo>
                        <a:pt x="67" y="30"/>
                        <a:pt x="52" y="38"/>
                        <a:pt x="34" y="38"/>
                      </a:cubicBezTo>
                      <a:cubicBezTo>
                        <a:pt x="15" y="38"/>
                        <a:pt x="0" y="30"/>
                        <a:pt x="0" y="19"/>
                      </a:cubicBezTo>
                      <a:cubicBezTo>
                        <a:pt x="0" y="9"/>
                        <a:pt x="15" y="0"/>
                        <a:pt x="34" y="0"/>
                      </a:cubicBezTo>
                      <a:cubicBezTo>
                        <a:pt x="52" y="0"/>
                        <a:pt x="67" y="9"/>
                        <a:pt x="67"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84" name="Google Shape;684;p20"/>
                <p:cNvSpPr/>
                <p:nvPr/>
              </p:nvSpPr>
              <p:spPr>
                <a:xfrm>
                  <a:off x="7663675" y="975185"/>
                  <a:ext cx="24120" cy="13680"/>
                </a:xfrm>
                <a:custGeom>
                  <a:avLst/>
                  <a:gdLst/>
                  <a:ahLst/>
                  <a:cxnLst/>
                  <a:rect l="l" t="t" r="r" b="b"/>
                  <a:pathLst>
                    <a:path w="67" h="38" extrusionOk="0">
                      <a:moveTo>
                        <a:pt x="67" y="19"/>
                      </a:moveTo>
                      <a:cubicBezTo>
                        <a:pt x="67" y="30"/>
                        <a:pt x="52" y="38"/>
                        <a:pt x="34" y="38"/>
                      </a:cubicBezTo>
                      <a:cubicBezTo>
                        <a:pt x="15" y="38"/>
                        <a:pt x="0" y="30"/>
                        <a:pt x="0" y="19"/>
                      </a:cubicBezTo>
                      <a:cubicBezTo>
                        <a:pt x="0" y="9"/>
                        <a:pt x="15" y="0"/>
                        <a:pt x="34" y="0"/>
                      </a:cubicBezTo>
                      <a:cubicBezTo>
                        <a:pt x="52" y="0"/>
                        <a:pt x="67" y="9"/>
                        <a:pt x="67"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grpSp>
          <p:nvGrpSpPr>
            <p:cNvPr id="685" name="Google Shape;685;p20"/>
            <p:cNvGrpSpPr/>
            <p:nvPr/>
          </p:nvGrpSpPr>
          <p:grpSpPr>
            <a:xfrm rot="-924459">
              <a:off x="444464" y="2961325"/>
              <a:ext cx="822170" cy="764288"/>
              <a:chOff x="7123500" y="723188"/>
              <a:chExt cx="250560" cy="232920"/>
            </a:xfrm>
          </p:grpSpPr>
          <p:sp>
            <p:nvSpPr>
              <p:cNvPr id="686" name="Google Shape;686;p20"/>
              <p:cNvSpPr/>
              <p:nvPr/>
            </p:nvSpPr>
            <p:spPr>
              <a:xfrm>
                <a:off x="7123500" y="723188"/>
                <a:ext cx="250560" cy="232920"/>
              </a:xfrm>
              <a:custGeom>
                <a:avLst/>
                <a:gdLst/>
                <a:ahLst/>
                <a:cxnLst/>
                <a:rect l="l" t="t" r="r" b="b"/>
                <a:pathLst>
                  <a:path w="696" h="647" extrusionOk="0">
                    <a:moveTo>
                      <a:pt x="682" y="365"/>
                    </a:moveTo>
                    <a:lnTo>
                      <a:pt x="683" y="365"/>
                    </a:lnTo>
                    <a:cubicBezTo>
                      <a:pt x="683" y="364"/>
                      <a:pt x="684" y="363"/>
                      <a:pt x="684" y="363"/>
                    </a:cubicBezTo>
                    <a:lnTo>
                      <a:pt x="690" y="358"/>
                    </a:lnTo>
                    <a:lnTo>
                      <a:pt x="688" y="358"/>
                    </a:lnTo>
                    <a:cubicBezTo>
                      <a:pt x="701" y="335"/>
                      <a:pt x="686" y="308"/>
                      <a:pt x="667" y="287"/>
                    </a:cubicBezTo>
                    <a:cubicBezTo>
                      <a:pt x="677" y="271"/>
                      <a:pt x="683" y="251"/>
                      <a:pt x="683" y="225"/>
                    </a:cubicBezTo>
                    <a:cubicBezTo>
                      <a:pt x="683" y="101"/>
                      <a:pt x="535" y="0"/>
                      <a:pt x="353" y="0"/>
                    </a:cubicBezTo>
                    <a:cubicBezTo>
                      <a:pt x="171" y="0"/>
                      <a:pt x="23" y="101"/>
                      <a:pt x="23" y="225"/>
                    </a:cubicBezTo>
                    <a:cubicBezTo>
                      <a:pt x="23" y="249"/>
                      <a:pt x="29" y="269"/>
                      <a:pt x="40" y="285"/>
                    </a:cubicBezTo>
                    <a:cubicBezTo>
                      <a:pt x="13" y="306"/>
                      <a:pt x="-14" y="332"/>
                      <a:pt x="9" y="344"/>
                    </a:cubicBezTo>
                    <a:cubicBezTo>
                      <a:pt x="46" y="362"/>
                      <a:pt x="33" y="315"/>
                      <a:pt x="45" y="349"/>
                    </a:cubicBezTo>
                    <a:cubicBezTo>
                      <a:pt x="27" y="366"/>
                      <a:pt x="17" y="386"/>
                      <a:pt x="17" y="405"/>
                    </a:cubicBezTo>
                    <a:cubicBezTo>
                      <a:pt x="17" y="414"/>
                      <a:pt x="19" y="422"/>
                      <a:pt x="22" y="430"/>
                    </a:cubicBezTo>
                    <a:cubicBezTo>
                      <a:pt x="3" y="448"/>
                      <a:pt x="-9" y="466"/>
                      <a:pt x="9" y="475"/>
                    </a:cubicBezTo>
                    <a:cubicBezTo>
                      <a:pt x="43" y="491"/>
                      <a:pt x="35" y="454"/>
                      <a:pt x="42" y="472"/>
                    </a:cubicBezTo>
                    <a:cubicBezTo>
                      <a:pt x="30" y="482"/>
                      <a:pt x="23" y="494"/>
                      <a:pt x="23" y="510"/>
                    </a:cubicBezTo>
                    <a:cubicBezTo>
                      <a:pt x="23" y="585"/>
                      <a:pt x="171" y="647"/>
                      <a:pt x="353" y="647"/>
                    </a:cubicBezTo>
                    <a:cubicBezTo>
                      <a:pt x="535" y="647"/>
                      <a:pt x="683" y="585"/>
                      <a:pt x="683" y="510"/>
                    </a:cubicBezTo>
                    <a:cubicBezTo>
                      <a:pt x="683" y="505"/>
                      <a:pt x="682" y="501"/>
                      <a:pt x="681" y="497"/>
                    </a:cubicBezTo>
                    <a:cubicBezTo>
                      <a:pt x="682" y="496"/>
                      <a:pt x="682" y="496"/>
                      <a:pt x="683" y="495"/>
                    </a:cubicBezTo>
                    <a:cubicBezTo>
                      <a:pt x="697" y="479"/>
                      <a:pt x="694" y="460"/>
                      <a:pt x="684" y="442"/>
                    </a:cubicBezTo>
                    <a:cubicBezTo>
                      <a:pt x="692" y="430"/>
                      <a:pt x="696" y="418"/>
                      <a:pt x="696" y="405"/>
                    </a:cubicBezTo>
                    <a:cubicBezTo>
                      <a:pt x="696" y="392"/>
                      <a:pt x="691" y="378"/>
                      <a:pt x="682" y="365"/>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grpSp>
            <p:nvGrpSpPr>
              <p:cNvPr id="687" name="Google Shape;687;p20"/>
              <p:cNvGrpSpPr/>
              <p:nvPr/>
            </p:nvGrpSpPr>
            <p:grpSpPr>
              <a:xfrm>
                <a:off x="7123675" y="723375"/>
                <a:ext cx="250200" cy="232560"/>
                <a:chOff x="7123675" y="723375"/>
                <a:chExt cx="250200" cy="232560"/>
              </a:xfrm>
            </p:grpSpPr>
            <p:sp>
              <p:nvSpPr>
                <p:cNvPr id="688" name="Google Shape;688;p20"/>
                <p:cNvSpPr/>
                <p:nvPr/>
              </p:nvSpPr>
              <p:spPr>
                <a:xfrm>
                  <a:off x="7131595" y="879255"/>
                  <a:ext cx="237600" cy="76680"/>
                </a:xfrm>
                <a:custGeom>
                  <a:avLst/>
                  <a:gdLst/>
                  <a:ahLst/>
                  <a:cxnLst/>
                  <a:rect l="l" t="t" r="r" b="b"/>
                  <a:pathLst>
                    <a:path w="660" h="213" extrusionOk="0">
                      <a:moveTo>
                        <a:pt x="660" y="76"/>
                      </a:moveTo>
                      <a:cubicBezTo>
                        <a:pt x="660" y="1"/>
                        <a:pt x="526" y="0"/>
                        <a:pt x="344" y="0"/>
                      </a:cubicBezTo>
                      <a:cubicBezTo>
                        <a:pt x="161" y="0"/>
                        <a:pt x="0" y="1"/>
                        <a:pt x="0" y="76"/>
                      </a:cubicBezTo>
                      <a:cubicBezTo>
                        <a:pt x="0" y="152"/>
                        <a:pt x="148" y="213"/>
                        <a:pt x="330" y="213"/>
                      </a:cubicBezTo>
                      <a:cubicBezTo>
                        <a:pt x="512" y="213"/>
                        <a:pt x="660" y="152"/>
                        <a:pt x="660" y="76"/>
                      </a:cubicBezTo>
                      <a:close/>
                    </a:path>
                  </a:pathLst>
                </a:custGeom>
                <a:solidFill>
                  <a:schemeClr val="lt2"/>
                </a:solidFill>
                <a:ln>
                  <a:noFill/>
                </a:ln>
              </p:spPr>
              <p:txBody>
                <a:bodyPr spcFirstLastPara="1" wrap="square" lIns="90000" tIns="31675" rIns="90000" bIns="3167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89" name="Google Shape;689;p20"/>
                <p:cNvSpPr/>
                <p:nvPr/>
              </p:nvSpPr>
              <p:spPr>
                <a:xfrm>
                  <a:off x="7123675" y="859455"/>
                  <a:ext cx="249120" cy="72000"/>
                </a:xfrm>
                <a:custGeom>
                  <a:avLst/>
                  <a:gdLst/>
                  <a:ahLst/>
                  <a:cxnLst/>
                  <a:rect l="l" t="t" r="r" b="b"/>
                  <a:pathLst>
                    <a:path w="692" h="200" extrusionOk="0">
                      <a:moveTo>
                        <a:pt x="84" y="7"/>
                      </a:moveTo>
                      <a:cubicBezTo>
                        <a:pt x="84" y="7"/>
                        <a:pt x="-33" y="76"/>
                        <a:pt x="8" y="96"/>
                      </a:cubicBezTo>
                      <a:cubicBezTo>
                        <a:pt x="49" y="117"/>
                        <a:pt x="29" y="55"/>
                        <a:pt x="49" y="117"/>
                      </a:cubicBezTo>
                      <a:cubicBezTo>
                        <a:pt x="70" y="179"/>
                        <a:pt x="84" y="137"/>
                        <a:pt x="132" y="144"/>
                      </a:cubicBezTo>
                      <a:cubicBezTo>
                        <a:pt x="180" y="151"/>
                        <a:pt x="166" y="199"/>
                        <a:pt x="242" y="192"/>
                      </a:cubicBezTo>
                      <a:cubicBezTo>
                        <a:pt x="317" y="186"/>
                        <a:pt x="311" y="158"/>
                        <a:pt x="366" y="172"/>
                      </a:cubicBezTo>
                      <a:cubicBezTo>
                        <a:pt x="421" y="186"/>
                        <a:pt x="462" y="227"/>
                        <a:pt x="496" y="172"/>
                      </a:cubicBezTo>
                      <a:cubicBezTo>
                        <a:pt x="531" y="117"/>
                        <a:pt x="503" y="144"/>
                        <a:pt x="579" y="144"/>
                      </a:cubicBezTo>
                      <a:cubicBezTo>
                        <a:pt x="654" y="144"/>
                        <a:pt x="641" y="165"/>
                        <a:pt x="682" y="117"/>
                      </a:cubicBezTo>
                      <a:cubicBezTo>
                        <a:pt x="723" y="69"/>
                        <a:pt x="620" y="0"/>
                        <a:pt x="620" y="0"/>
                      </a:cubicBezTo>
                      <a:lnTo>
                        <a:pt x="84" y="7"/>
                      </a:lnTo>
                      <a:close/>
                    </a:path>
                  </a:pathLst>
                </a:custGeom>
                <a:solidFill>
                  <a:schemeClr val="accent3"/>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0" name="Google Shape;690;p20"/>
                <p:cNvSpPr/>
                <p:nvPr/>
              </p:nvSpPr>
              <p:spPr>
                <a:xfrm>
                  <a:off x="7129435" y="818775"/>
                  <a:ext cx="244440" cy="100800"/>
                </a:xfrm>
                <a:custGeom>
                  <a:avLst/>
                  <a:gdLst/>
                  <a:ahLst/>
                  <a:cxnLst/>
                  <a:rect l="l" t="t" r="r" b="b"/>
                  <a:pathLst>
                    <a:path w="679" h="280" extrusionOk="0">
                      <a:moveTo>
                        <a:pt x="679" y="140"/>
                      </a:moveTo>
                      <a:cubicBezTo>
                        <a:pt x="679" y="218"/>
                        <a:pt x="527" y="280"/>
                        <a:pt x="340" y="280"/>
                      </a:cubicBezTo>
                      <a:cubicBezTo>
                        <a:pt x="152" y="280"/>
                        <a:pt x="0" y="218"/>
                        <a:pt x="0" y="140"/>
                      </a:cubicBezTo>
                      <a:cubicBezTo>
                        <a:pt x="0" y="63"/>
                        <a:pt x="152" y="0"/>
                        <a:pt x="340" y="0"/>
                      </a:cubicBezTo>
                      <a:cubicBezTo>
                        <a:pt x="527" y="0"/>
                        <a:pt x="679" y="63"/>
                        <a:pt x="679" y="14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1" name="Google Shape;691;p20"/>
                <p:cNvSpPr/>
                <p:nvPr/>
              </p:nvSpPr>
              <p:spPr>
                <a:xfrm>
                  <a:off x="7131595" y="847215"/>
                  <a:ext cx="240120" cy="56160"/>
                </a:xfrm>
                <a:custGeom>
                  <a:avLst/>
                  <a:gdLst/>
                  <a:ahLst/>
                  <a:cxnLst/>
                  <a:rect l="l" t="t" r="r" b="b"/>
                  <a:pathLst>
                    <a:path w="667" h="156" extrusionOk="0">
                      <a:moveTo>
                        <a:pt x="110" y="0"/>
                      </a:moveTo>
                      <a:lnTo>
                        <a:pt x="4" y="83"/>
                      </a:lnTo>
                      <a:cubicBezTo>
                        <a:pt x="-5" y="90"/>
                        <a:pt x="0" y="105"/>
                        <a:pt x="11" y="106"/>
                      </a:cubicBezTo>
                      <a:lnTo>
                        <a:pt x="486" y="155"/>
                      </a:lnTo>
                      <a:cubicBezTo>
                        <a:pt x="500" y="157"/>
                        <a:pt x="515" y="152"/>
                        <a:pt x="525" y="143"/>
                      </a:cubicBezTo>
                      <a:lnTo>
                        <a:pt x="667" y="13"/>
                      </a:lnTo>
                      <a:lnTo>
                        <a:pt x="110" y="0"/>
                      </a:lnTo>
                      <a:close/>
                    </a:path>
                  </a:pathLst>
                </a:custGeom>
                <a:solidFill>
                  <a:schemeClr val="lt1"/>
                </a:solidFill>
                <a:ln>
                  <a:noFill/>
                </a:ln>
              </p:spPr>
              <p:txBody>
                <a:bodyPr spcFirstLastPara="1" wrap="square" lIns="90000" tIns="11150" rIns="90000" bIns="111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2" name="Google Shape;692;p20"/>
                <p:cNvSpPr/>
                <p:nvPr/>
              </p:nvSpPr>
              <p:spPr>
                <a:xfrm>
                  <a:off x="7138075" y="829575"/>
                  <a:ext cx="221040" cy="59760"/>
                </a:xfrm>
                <a:custGeom>
                  <a:avLst/>
                  <a:gdLst/>
                  <a:ahLst/>
                  <a:cxnLst/>
                  <a:rect l="l" t="t" r="r" b="b"/>
                  <a:pathLst>
                    <a:path w="614" h="166" extrusionOk="0">
                      <a:moveTo>
                        <a:pt x="614" y="83"/>
                      </a:moveTo>
                      <a:cubicBezTo>
                        <a:pt x="614" y="129"/>
                        <a:pt x="477" y="166"/>
                        <a:pt x="307" y="166"/>
                      </a:cubicBezTo>
                      <a:cubicBezTo>
                        <a:pt x="138" y="166"/>
                        <a:pt x="0" y="129"/>
                        <a:pt x="0" y="83"/>
                      </a:cubicBezTo>
                      <a:cubicBezTo>
                        <a:pt x="0" y="38"/>
                        <a:pt x="138" y="0"/>
                        <a:pt x="307" y="0"/>
                      </a:cubicBezTo>
                      <a:cubicBezTo>
                        <a:pt x="477" y="0"/>
                        <a:pt x="614" y="38"/>
                        <a:pt x="614" y="83"/>
                      </a:cubicBezTo>
                      <a:close/>
                    </a:path>
                  </a:pathLst>
                </a:custGeom>
                <a:solidFill>
                  <a:schemeClr val="accent2"/>
                </a:solidFill>
                <a:ln>
                  <a:noFill/>
                </a:ln>
              </p:spPr>
              <p:txBody>
                <a:bodyPr spcFirstLastPara="1" wrap="square" lIns="90000" tIns="14750" rIns="90000" bIns="147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3" name="Google Shape;693;p20"/>
                <p:cNvSpPr/>
                <p:nvPr/>
              </p:nvSpPr>
              <p:spPr>
                <a:xfrm>
                  <a:off x="7123675" y="812295"/>
                  <a:ext cx="249120" cy="72000"/>
                </a:xfrm>
                <a:custGeom>
                  <a:avLst/>
                  <a:gdLst/>
                  <a:ahLst/>
                  <a:cxnLst/>
                  <a:rect l="l" t="t" r="r" b="b"/>
                  <a:pathLst>
                    <a:path w="692" h="200" extrusionOk="0">
                      <a:moveTo>
                        <a:pt x="84" y="7"/>
                      </a:moveTo>
                      <a:cubicBezTo>
                        <a:pt x="84" y="7"/>
                        <a:pt x="-33" y="76"/>
                        <a:pt x="8" y="97"/>
                      </a:cubicBezTo>
                      <a:cubicBezTo>
                        <a:pt x="49" y="117"/>
                        <a:pt x="29" y="55"/>
                        <a:pt x="49" y="117"/>
                      </a:cubicBezTo>
                      <a:cubicBezTo>
                        <a:pt x="70" y="179"/>
                        <a:pt x="84" y="138"/>
                        <a:pt x="132" y="145"/>
                      </a:cubicBezTo>
                      <a:cubicBezTo>
                        <a:pt x="180" y="152"/>
                        <a:pt x="166" y="200"/>
                        <a:pt x="242" y="193"/>
                      </a:cubicBezTo>
                      <a:cubicBezTo>
                        <a:pt x="317" y="186"/>
                        <a:pt x="311" y="158"/>
                        <a:pt x="366" y="172"/>
                      </a:cubicBezTo>
                      <a:cubicBezTo>
                        <a:pt x="421" y="186"/>
                        <a:pt x="462" y="227"/>
                        <a:pt x="496" y="172"/>
                      </a:cubicBezTo>
                      <a:cubicBezTo>
                        <a:pt x="531" y="117"/>
                        <a:pt x="503" y="145"/>
                        <a:pt x="579" y="145"/>
                      </a:cubicBezTo>
                      <a:cubicBezTo>
                        <a:pt x="654" y="145"/>
                        <a:pt x="641" y="165"/>
                        <a:pt x="682" y="117"/>
                      </a:cubicBezTo>
                      <a:cubicBezTo>
                        <a:pt x="723" y="69"/>
                        <a:pt x="620" y="0"/>
                        <a:pt x="620" y="0"/>
                      </a:cubicBezTo>
                      <a:lnTo>
                        <a:pt x="84" y="7"/>
                      </a:lnTo>
                      <a:close/>
                    </a:path>
                  </a:pathLst>
                </a:custGeom>
                <a:solidFill>
                  <a:schemeClr val="accent3"/>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4" name="Google Shape;694;p20"/>
                <p:cNvSpPr/>
                <p:nvPr/>
              </p:nvSpPr>
              <p:spPr>
                <a:xfrm>
                  <a:off x="7131595" y="723375"/>
                  <a:ext cx="237600" cy="126000"/>
                </a:xfrm>
                <a:custGeom>
                  <a:avLst/>
                  <a:gdLst/>
                  <a:ahLst/>
                  <a:cxnLst/>
                  <a:rect l="l" t="t" r="r" b="b"/>
                  <a:pathLst>
                    <a:path w="660" h="350" extrusionOk="0">
                      <a:moveTo>
                        <a:pt x="660" y="225"/>
                      </a:moveTo>
                      <a:cubicBezTo>
                        <a:pt x="660" y="349"/>
                        <a:pt x="526" y="350"/>
                        <a:pt x="344" y="350"/>
                      </a:cubicBezTo>
                      <a:cubicBezTo>
                        <a:pt x="161" y="350"/>
                        <a:pt x="0" y="349"/>
                        <a:pt x="0" y="225"/>
                      </a:cubicBezTo>
                      <a:cubicBezTo>
                        <a:pt x="0" y="100"/>
                        <a:pt x="148" y="0"/>
                        <a:pt x="330" y="0"/>
                      </a:cubicBezTo>
                      <a:cubicBezTo>
                        <a:pt x="512" y="0"/>
                        <a:pt x="660" y="100"/>
                        <a:pt x="660" y="22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5" name="Google Shape;695;p20"/>
                <p:cNvSpPr/>
                <p:nvPr/>
              </p:nvSpPr>
              <p:spPr>
                <a:xfrm>
                  <a:off x="7199635" y="744255"/>
                  <a:ext cx="7200" cy="4320"/>
                </a:xfrm>
                <a:custGeom>
                  <a:avLst/>
                  <a:gdLst/>
                  <a:ahLst/>
                  <a:cxnLst/>
                  <a:rect l="l" t="t" r="r" b="b"/>
                  <a:pathLst>
                    <a:path w="20" h="12" extrusionOk="0">
                      <a:moveTo>
                        <a:pt x="20" y="6"/>
                      </a:moveTo>
                      <a:cubicBezTo>
                        <a:pt x="20" y="10"/>
                        <a:pt x="16" y="12"/>
                        <a:pt x="10" y="12"/>
                      </a:cubicBezTo>
                      <a:cubicBezTo>
                        <a:pt x="5" y="12"/>
                        <a:pt x="0" y="10"/>
                        <a:pt x="0" y="6"/>
                      </a:cubicBezTo>
                      <a:cubicBezTo>
                        <a:pt x="0" y="2"/>
                        <a:pt x="5" y="0"/>
                        <a:pt x="10" y="0"/>
                      </a:cubicBezTo>
                      <a:cubicBezTo>
                        <a:pt x="16" y="0"/>
                        <a:pt x="20" y="2"/>
                        <a:pt x="20" y="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6" name="Google Shape;696;p20"/>
                <p:cNvSpPr/>
                <p:nvPr/>
              </p:nvSpPr>
              <p:spPr>
                <a:xfrm>
                  <a:off x="7223035" y="755055"/>
                  <a:ext cx="7200" cy="4680"/>
                </a:xfrm>
                <a:custGeom>
                  <a:avLst/>
                  <a:gdLst/>
                  <a:ahLst/>
                  <a:cxnLst/>
                  <a:rect l="l" t="t" r="r" b="b"/>
                  <a:pathLst>
                    <a:path w="20" h="13" extrusionOk="0">
                      <a:moveTo>
                        <a:pt x="20" y="7"/>
                      </a:moveTo>
                      <a:cubicBezTo>
                        <a:pt x="20" y="10"/>
                        <a:pt x="16" y="13"/>
                        <a:pt x="10" y="13"/>
                      </a:cubicBezTo>
                      <a:cubicBezTo>
                        <a:pt x="4" y="13"/>
                        <a:pt x="0" y="10"/>
                        <a:pt x="0" y="7"/>
                      </a:cubicBezTo>
                      <a:cubicBezTo>
                        <a:pt x="0" y="3"/>
                        <a:pt x="4" y="0"/>
                        <a:pt x="10" y="0"/>
                      </a:cubicBezTo>
                      <a:cubicBezTo>
                        <a:pt x="16" y="0"/>
                        <a:pt x="20" y="3"/>
                        <a:pt x="20" y="7"/>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7" name="Google Shape;697;p20"/>
                <p:cNvSpPr/>
                <p:nvPr/>
              </p:nvSpPr>
              <p:spPr>
                <a:xfrm>
                  <a:off x="7241755" y="736695"/>
                  <a:ext cx="7560" cy="4680"/>
                </a:xfrm>
                <a:custGeom>
                  <a:avLst/>
                  <a:gdLst/>
                  <a:ahLst/>
                  <a:cxnLst/>
                  <a:rect l="l" t="t" r="r" b="b"/>
                  <a:pathLst>
                    <a:path w="21" h="13" extrusionOk="0">
                      <a:moveTo>
                        <a:pt x="21" y="6"/>
                      </a:moveTo>
                      <a:cubicBezTo>
                        <a:pt x="21" y="10"/>
                        <a:pt x="16" y="13"/>
                        <a:pt x="11" y="13"/>
                      </a:cubicBezTo>
                      <a:cubicBezTo>
                        <a:pt x="5" y="13"/>
                        <a:pt x="0" y="10"/>
                        <a:pt x="0" y="6"/>
                      </a:cubicBezTo>
                      <a:cubicBezTo>
                        <a:pt x="0" y="3"/>
                        <a:pt x="5" y="0"/>
                        <a:pt x="11" y="0"/>
                      </a:cubicBezTo>
                      <a:cubicBezTo>
                        <a:pt x="16" y="0"/>
                        <a:pt x="21" y="3"/>
                        <a:pt x="21" y="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8" name="Google Shape;698;p20"/>
                <p:cNvSpPr/>
                <p:nvPr/>
              </p:nvSpPr>
              <p:spPr>
                <a:xfrm>
                  <a:off x="7291075" y="749655"/>
                  <a:ext cx="7200" cy="4680"/>
                </a:xfrm>
                <a:custGeom>
                  <a:avLst/>
                  <a:gdLst/>
                  <a:ahLst/>
                  <a:cxnLst/>
                  <a:rect l="l" t="t" r="r" b="b"/>
                  <a:pathLst>
                    <a:path w="20" h="13" extrusionOk="0">
                      <a:moveTo>
                        <a:pt x="0" y="7"/>
                      </a:moveTo>
                      <a:cubicBezTo>
                        <a:pt x="0" y="3"/>
                        <a:pt x="4" y="0"/>
                        <a:pt x="10" y="0"/>
                      </a:cubicBezTo>
                      <a:cubicBezTo>
                        <a:pt x="15" y="0"/>
                        <a:pt x="20" y="3"/>
                        <a:pt x="20" y="7"/>
                      </a:cubicBezTo>
                      <a:cubicBezTo>
                        <a:pt x="20" y="10"/>
                        <a:pt x="15" y="13"/>
                        <a:pt x="10" y="13"/>
                      </a:cubicBezTo>
                      <a:cubicBezTo>
                        <a:pt x="4" y="13"/>
                        <a:pt x="0" y="10"/>
                        <a:pt x="0" y="7"/>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699" name="Google Shape;699;p20"/>
                <p:cNvSpPr/>
                <p:nvPr/>
              </p:nvSpPr>
              <p:spPr>
                <a:xfrm>
                  <a:off x="7267675" y="738495"/>
                  <a:ext cx="7200" cy="4680"/>
                </a:xfrm>
                <a:custGeom>
                  <a:avLst/>
                  <a:gdLst/>
                  <a:ahLst/>
                  <a:cxnLst/>
                  <a:rect l="l" t="t" r="r" b="b"/>
                  <a:pathLst>
                    <a:path w="20" h="13" extrusionOk="0">
                      <a:moveTo>
                        <a:pt x="0" y="7"/>
                      </a:moveTo>
                      <a:cubicBezTo>
                        <a:pt x="0" y="3"/>
                        <a:pt x="4" y="0"/>
                        <a:pt x="10" y="0"/>
                      </a:cubicBezTo>
                      <a:cubicBezTo>
                        <a:pt x="16" y="0"/>
                        <a:pt x="20" y="3"/>
                        <a:pt x="20" y="7"/>
                      </a:cubicBezTo>
                      <a:cubicBezTo>
                        <a:pt x="20" y="10"/>
                        <a:pt x="16" y="13"/>
                        <a:pt x="10" y="13"/>
                      </a:cubicBezTo>
                      <a:cubicBezTo>
                        <a:pt x="4" y="13"/>
                        <a:pt x="0" y="10"/>
                        <a:pt x="0" y="7"/>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00" name="Google Shape;700;p20"/>
                <p:cNvSpPr/>
                <p:nvPr/>
              </p:nvSpPr>
              <p:spPr>
                <a:xfrm>
                  <a:off x="7248595" y="757215"/>
                  <a:ext cx="7200" cy="4680"/>
                </a:xfrm>
                <a:custGeom>
                  <a:avLst/>
                  <a:gdLst/>
                  <a:ahLst/>
                  <a:cxnLst/>
                  <a:rect l="l" t="t" r="r" b="b"/>
                  <a:pathLst>
                    <a:path w="20" h="13" extrusionOk="0">
                      <a:moveTo>
                        <a:pt x="0" y="6"/>
                      </a:moveTo>
                      <a:cubicBezTo>
                        <a:pt x="0" y="3"/>
                        <a:pt x="5" y="0"/>
                        <a:pt x="10" y="0"/>
                      </a:cubicBezTo>
                      <a:cubicBezTo>
                        <a:pt x="16" y="0"/>
                        <a:pt x="20" y="3"/>
                        <a:pt x="20" y="6"/>
                      </a:cubicBezTo>
                      <a:cubicBezTo>
                        <a:pt x="20" y="10"/>
                        <a:pt x="16" y="13"/>
                        <a:pt x="10" y="13"/>
                      </a:cubicBezTo>
                      <a:cubicBezTo>
                        <a:pt x="5" y="13"/>
                        <a:pt x="0" y="10"/>
                        <a:pt x="0" y="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01" name="Google Shape;701;p20"/>
                <p:cNvSpPr/>
                <p:nvPr/>
              </p:nvSpPr>
              <p:spPr>
                <a:xfrm>
                  <a:off x="7188115" y="786735"/>
                  <a:ext cx="18720" cy="18720"/>
                </a:xfrm>
                <a:custGeom>
                  <a:avLst/>
                  <a:gdLst/>
                  <a:ahLst/>
                  <a:cxnLst/>
                  <a:rect l="l" t="t" r="r" b="b"/>
                  <a:pathLst>
                    <a:path w="52" h="52" extrusionOk="0">
                      <a:moveTo>
                        <a:pt x="52" y="26"/>
                      </a:moveTo>
                      <a:cubicBezTo>
                        <a:pt x="52" y="41"/>
                        <a:pt x="41" y="52"/>
                        <a:pt x="26" y="52"/>
                      </a:cubicBezTo>
                      <a:cubicBezTo>
                        <a:pt x="12" y="52"/>
                        <a:pt x="0" y="41"/>
                        <a:pt x="0" y="26"/>
                      </a:cubicBezTo>
                      <a:cubicBezTo>
                        <a:pt x="0" y="12"/>
                        <a:pt x="12" y="0"/>
                        <a:pt x="26" y="0"/>
                      </a:cubicBezTo>
                      <a:cubicBezTo>
                        <a:pt x="41" y="0"/>
                        <a:pt x="52" y="12"/>
                        <a:pt x="52" y="2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02" name="Google Shape;702;p20"/>
                <p:cNvSpPr/>
                <p:nvPr/>
              </p:nvSpPr>
              <p:spPr>
                <a:xfrm>
                  <a:off x="7291435" y="786735"/>
                  <a:ext cx="18720" cy="18720"/>
                </a:xfrm>
                <a:custGeom>
                  <a:avLst/>
                  <a:gdLst/>
                  <a:ahLst/>
                  <a:cxnLst/>
                  <a:rect l="l" t="t" r="r" b="b"/>
                  <a:pathLst>
                    <a:path w="52" h="52" extrusionOk="0">
                      <a:moveTo>
                        <a:pt x="52" y="26"/>
                      </a:moveTo>
                      <a:cubicBezTo>
                        <a:pt x="52" y="41"/>
                        <a:pt x="41" y="52"/>
                        <a:pt x="26" y="52"/>
                      </a:cubicBezTo>
                      <a:cubicBezTo>
                        <a:pt x="12" y="52"/>
                        <a:pt x="0" y="41"/>
                        <a:pt x="0" y="26"/>
                      </a:cubicBezTo>
                      <a:cubicBezTo>
                        <a:pt x="0" y="12"/>
                        <a:pt x="12" y="0"/>
                        <a:pt x="26" y="0"/>
                      </a:cubicBezTo>
                      <a:cubicBezTo>
                        <a:pt x="41" y="0"/>
                        <a:pt x="52" y="12"/>
                        <a:pt x="52" y="2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03" name="Google Shape;703;p20"/>
                <p:cNvSpPr/>
                <p:nvPr/>
              </p:nvSpPr>
              <p:spPr>
                <a:xfrm>
                  <a:off x="7232755" y="811215"/>
                  <a:ext cx="31680" cy="14760"/>
                </a:xfrm>
                <a:custGeom>
                  <a:avLst/>
                  <a:gdLst/>
                  <a:ahLst/>
                  <a:cxnLst/>
                  <a:rect l="l" t="t" r="r" b="b"/>
                  <a:pathLst>
                    <a:path w="88" h="41" extrusionOk="0">
                      <a:moveTo>
                        <a:pt x="44" y="41"/>
                      </a:moveTo>
                      <a:cubicBezTo>
                        <a:pt x="20" y="41"/>
                        <a:pt x="0" y="26"/>
                        <a:pt x="0" y="7"/>
                      </a:cubicBezTo>
                      <a:cubicBezTo>
                        <a:pt x="0" y="3"/>
                        <a:pt x="3" y="0"/>
                        <a:pt x="8" y="0"/>
                      </a:cubicBezTo>
                      <a:cubicBezTo>
                        <a:pt x="12" y="0"/>
                        <a:pt x="15" y="3"/>
                        <a:pt x="15" y="7"/>
                      </a:cubicBezTo>
                      <a:cubicBezTo>
                        <a:pt x="15" y="17"/>
                        <a:pt x="28" y="26"/>
                        <a:pt x="44" y="26"/>
                      </a:cubicBezTo>
                      <a:cubicBezTo>
                        <a:pt x="60" y="26"/>
                        <a:pt x="73" y="17"/>
                        <a:pt x="73" y="7"/>
                      </a:cubicBezTo>
                      <a:cubicBezTo>
                        <a:pt x="73" y="3"/>
                        <a:pt x="77" y="0"/>
                        <a:pt x="81" y="0"/>
                      </a:cubicBezTo>
                      <a:cubicBezTo>
                        <a:pt x="85" y="0"/>
                        <a:pt x="88" y="3"/>
                        <a:pt x="88" y="7"/>
                      </a:cubicBezTo>
                      <a:cubicBezTo>
                        <a:pt x="88" y="26"/>
                        <a:pt x="69" y="41"/>
                        <a:pt x="44" y="4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04" name="Google Shape;704;p20"/>
                <p:cNvSpPr/>
                <p:nvPr/>
              </p:nvSpPr>
              <p:spPr>
                <a:xfrm>
                  <a:off x="7165435" y="807615"/>
                  <a:ext cx="24840" cy="14040"/>
                </a:xfrm>
                <a:custGeom>
                  <a:avLst/>
                  <a:gdLst/>
                  <a:ahLst/>
                  <a:cxnLst/>
                  <a:rect l="l" t="t" r="r" b="b"/>
                  <a:pathLst>
                    <a:path w="69" h="39" extrusionOk="0">
                      <a:moveTo>
                        <a:pt x="69" y="19"/>
                      </a:moveTo>
                      <a:cubicBezTo>
                        <a:pt x="69" y="30"/>
                        <a:pt x="53" y="39"/>
                        <a:pt x="34" y="39"/>
                      </a:cubicBezTo>
                      <a:cubicBezTo>
                        <a:pt x="15" y="39"/>
                        <a:pt x="0" y="30"/>
                        <a:pt x="0" y="19"/>
                      </a:cubicBezTo>
                      <a:cubicBezTo>
                        <a:pt x="0" y="8"/>
                        <a:pt x="15" y="0"/>
                        <a:pt x="34" y="0"/>
                      </a:cubicBezTo>
                      <a:cubicBezTo>
                        <a:pt x="53" y="0"/>
                        <a:pt x="69" y="8"/>
                        <a:pt x="69"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05" name="Google Shape;705;p20"/>
                <p:cNvSpPr/>
                <p:nvPr/>
              </p:nvSpPr>
              <p:spPr>
                <a:xfrm>
                  <a:off x="7310875" y="807615"/>
                  <a:ext cx="24840" cy="14040"/>
                </a:xfrm>
                <a:custGeom>
                  <a:avLst/>
                  <a:gdLst/>
                  <a:ahLst/>
                  <a:cxnLst/>
                  <a:rect l="l" t="t" r="r" b="b"/>
                  <a:pathLst>
                    <a:path w="69" h="39" extrusionOk="0">
                      <a:moveTo>
                        <a:pt x="69" y="19"/>
                      </a:moveTo>
                      <a:cubicBezTo>
                        <a:pt x="69" y="30"/>
                        <a:pt x="53" y="39"/>
                        <a:pt x="34" y="39"/>
                      </a:cubicBezTo>
                      <a:cubicBezTo>
                        <a:pt x="15" y="39"/>
                        <a:pt x="0" y="30"/>
                        <a:pt x="0" y="19"/>
                      </a:cubicBezTo>
                      <a:cubicBezTo>
                        <a:pt x="0" y="8"/>
                        <a:pt x="15" y="0"/>
                        <a:pt x="34" y="0"/>
                      </a:cubicBezTo>
                      <a:cubicBezTo>
                        <a:pt x="53" y="0"/>
                        <a:pt x="69" y="8"/>
                        <a:pt x="69"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grpSp>
          <p:nvGrpSpPr>
            <p:cNvPr id="706" name="Google Shape;706;p20"/>
            <p:cNvGrpSpPr/>
            <p:nvPr/>
          </p:nvGrpSpPr>
          <p:grpSpPr>
            <a:xfrm>
              <a:off x="7862099" y="926930"/>
              <a:ext cx="954473" cy="1305301"/>
              <a:chOff x="6136948" y="1108065"/>
              <a:chExt cx="290883" cy="397800"/>
            </a:xfrm>
          </p:grpSpPr>
          <p:sp>
            <p:nvSpPr>
              <p:cNvPr id="707" name="Google Shape;707;p20"/>
              <p:cNvSpPr/>
              <p:nvPr/>
            </p:nvSpPr>
            <p:spPr>
              <a:xfrm>
                <a:off x="6136948" y="1108250"/>
                <a:ext cx="290880" cy="397440"/>
              </a:xfrm>
              <a:custGeom>
                <a:avLst/>
                <a:gdLst/>
                <a:ahLst/>
                <a:cxnLst/>
                <a:rect l="l" t="t" r="r" b="b"/>
                <a:pathLst>
                  <a:path w="808" h="1104" extrusionOk="0">
                    <a:moveTo>
                      <a:pt x="782" y="91"/>
                    </a:moveTo>
                    <a:cubicBezTo>
                      <a:pt x="767" y="93"/>
                      <a:pt x="750" y="87"/>
                      <a:pt x="729" y="77"/>
                    </a:cubicBezTo>
                    <a:cubicBezTo>
                      <a:pt x="727" y="76"/>
                      <a:pt x="725" y="75"/>
                      <a:pt x="723" y="74"/>
                    </a:cubicBezTo>
                    <a:cubicBezTo>
                      <a:pt x="722" y="74"/>
                      <a:pt x="722" y="74"/>
                      <a:pt x="722" y="74"/>
                    </a:cubicBezTo>
                    <a:cubicBezTo>
                      <a:pt x="717" y="71"/>
                      <a:pt x="711" y="69"/>
                      <a:pt x="705" y="66"/>
                    </a:cubicBezTo>
                    <a:cubicBezTo>
                      <a:pt x="704" y="66"/>
                      <a:pt x="704" y="66"/>
                      <a:pt x="703" y="65"/>
                    </a:cubicBezTo>
                    <a:cubicBezTo>
                      <a:pt x="701" y="64"/>
                      <a:pt x="699" y="63"/>
                      <a:pt x="697" y="62"/>
                    </a:cubicBezTo>
                    <a:cubicBezTo>
                      <a:pt x="696" y="62"/>
                      <a:pt x="695" y="62"/>
                      <a:pt x="694" y="61"/>
                    </a:cubicBezTo>
                    <a:cubicBezTo>
                      <a:pt x="692" y="60"/>
                      <a:pt x="690" y="59"/>
                      <a:pt x="688" y="58"/>
                    </a:cubicBezTo>
                    <a:cubicBezTo>
                      <a:pt x="687" y="58"/>
                      <a:pt x="686" y="58"/>
                      <a:pt x="685" y="57"/>
                    </a:cubicBezTo>
                    <a:cubicBezTo>
                      <a:pt x="683" y="56"/>
                      <a:pt x="680" y="55"/>
                      <a:pt x="678" y="54"/>
                    </a:cubicBezTo>
                    <a:cubicBezTo>
                      <a:pt x="677" y="54"/>
                      <a:pt x="676" y="53"/>
                      <a:pt x="675" y="53"/>
                    </a:cubicBezTo>
                    <a:cubicBezTo>
                      <a:pt x="672" y="51"/>
                      <a:pt x="669" y="50"/>
                      <a:pt x="665" y="49"/>
                    </a:cubicBezTo>
                    <a:cubicBezTo>
                      <a:pt x="662" y="47"/>
                      <a:pt x="659" y="46"/>
                      <a:pt x="656" y="45"/>
                    </a:cubicBezTo>
                    <a:cubicBezTo>
                      <a:pt x="632" y="36"/>
                      <a:pt x="603" y="26"/>
                      <a:pt x="574" y="18"/>
                    </a:cubicBezTo>
                    <a:lnTo>
                      <a:pt x="574" y="18"/>
                    </a:lnTo>
                    <a:lnTo>
                      <a:pt x="574" y="18"/>
                    </a:lnTo>
                    <a:cubicBezTo>
                      <a:pt x="567" y="17"/>
                      <a:pt x="561" y="15"/>
                      <a:pt x="554" y="14"/>
                    </a:cubicBezTo>
                    <a:cubicBezTo>
                      <a:pt x="554" y="13"/>
                      <a:pt x="553" y="13"/>
                      <a:pt x="552" y="13"/>
                    </a:cubicBezTo>
                    <a:cubicBezTo>
                      <a:pt x="546" y="12"/>
                      <a:pt x="540" y="10"/>
                      <a:pt x="534" y="9"/>
                    </a:cubicBezTo>
                    <a:lnTo>
                      <a:pt x="533" y="9"/>
                    </a:lnTo>
                    <a:cubicBezTo>
                      <a:pt x="503" y="2"/>
                      <a:pt x="474" y="-1"/>
                      <a:pt x="452" y="0"/>
                    </a:cubicBezTo>
                    <a:cubicBezTo>
                      <a:pt x="397" y="3"/>
                      <a:pt x="392" y="14"/>
                      <a:pt x="390" y="55"/>
                    </a:cubicBezTo>
                    <a:cubicBezTo>
                      <a:pt x="387" y="97"/>
                      <a:pt x="409" y="165"/>
                      <a:pt x="341" y="232"/>
                    </a:cubicBezTo>
                    <a:cubicBezTo>
                      <a:pt x="272" y="299"/>
                      <a:pt x="233" y="355"/>
                      <a:pt x="223" y="446"/>
                    </a:cubicBezTo>
                    <a:cubicBezTo>
                      <a:pt x="214" y="537"/>
                      <a:pt x="205" y="572"/>
                      <a:pt x="116" y="654"/>
                    </a:cubicBezTo>
                    <a:cubicBezTo>
                      <a:pt x="27" y="736"/>
                      <a:pt x="4" y="844"/>
                      <a:pt x="1" y="890"/>
                    </a:cubicBezTo>
                    <a:cubicBezTo>
                      <a:pt x="-3" y="936"/>
                      <a:pt x="2" y="949"/>
                      <a:pt x="20" y="960"/>
                    </a:cubicBezTo>
                    <a:cubicBezTo>
                      <a:pt x="33" y="967"/>
                      <a:pt x="53" y="974"/>
                      <a:pt x="83" y="984"/>
                    </a:cubicBezTo>
                    <a:lnTo>
                      <a:pt x="83" y="984"/>
                    </a:lnTo>
                    <a:cubicBezTo>
                      <a:pt x="95" y="988"/>
                      <a:pt x="110" y="993"/>
                      <a:pt x="126" y="998"/>
                    </a:cubicBezTo>
                    <a:cubicBezTo>
                      <a:pt x="128" y="999"/>
                      <a:pt x="131" y="999"/>
                      <a:pt x="133" y="1000"/>
                    </a:cubicBezTo>
                    <a:cubicBezTo>
                      <a:pt x="141" y="1003"/>
                      <a:pt x="148" y="1005"/>
                      <a:pt x="155" y="1008"/>
                    </a:cubicBezTo>
                    <a:cubicBezTo>
                      <a:pt x="182" y="1017"/>
                      <a:pt x="206" y="1028"/>
                      <a:pt x="229" y="1040"/>
                    </a:cubicBezTo>
                    <a:cubicBezTo>
                      <a:pt x="233" y="1042"/>
                      <a:pt x="237" y="1044"/>
                      <a:pt x="241" y="1047"/>
                    </a:cubicBezTo>
                    <a:cubicBezTo>
                      <a:pt x="242" y="1048"/>
                      <a:pt x="244" y="1048"/>
                      <a:pt x="246" y="1049"/>
                    </a:cubicBezTo>
                    <a:cubicBezTo>
                      <a:pt x="249" y="1051"/>
                      <a:pt x="252" y="1053"/>
                      <a:pt x="255" y="1055"/>
                    </a:cubicBezTo>
                    <a:cubicBezTo>
                      <a:pt x="258" y="1057"/>
                      <a:pt x="260" y="1058"/>
                      <a:pt x="263" y="1060"/>
                    </a:cubicBezTo>
                    <a:cubicBezTo>
                      <a:pt x="265" y="1062"/>
                      <a:pt x="268" y="1063"/>
                      <a:pt x="270" y="1064"/>
                    </a:cubicBezTo>
                    <a:cubicBezTo>
                      <a:pt x="275" y="1068"/>
                      <a:pt x="280" y="1071"/>
                      <a:pt x="285" y="1075"/>
                    </a:cubicBezTo>
                    <a:cubicBezTo>
                      <a:pt x="288" y="1077"/>
                      <a:pt x="292" y="1080"/>
                      <a:pt x="295" y="1082"/>
                    </a:cubicBezTo>
                    <a:lnTo>
                      <a:pt x="295" y="1082"/>
                    </a:lnTo>
                    <a:cubicBezTo>
                      <a:pt x="333" y="1108"/>
                      <a:pt x="361" y="1117"/>
                      <a:pt x="371" y="1080"/>
                    </a:cubicBezTo>
                    <a:cubicBezTo>
                      <a:pt x="383" y="1040"/>
                      <a:pt x="376" y="984"/>
                      <a:pt x="453" y="885"/>
                    </a:cubicBezTo>
                    <a:cubicBezTo>
                      <a:pt x="531" y="785"/>
                      <a:pt x="534" y="752"/>
                      <a:pt x="571" y="625"/>
                    </a:cubicBezTo>
                    <a:cubicBezTo>
                      <a:pt x="608" y="498"/>
                      <a:pt x="635" y="465"/>
                      <a:pt x="687" y="399"/>
                    </a:cubicBezTo>
                    <a:cubicBezTo>
                      <a:pt x="738" y="333"/>
                      <a:pt x="790" y="246"/>
                      <a:pt x="802" y="183"/>
                    </a:cubicBezTo>
                    <a:cubicBezTo>
                      <a:pt x="814" y="120"/>
                      <a:pt x="808" y="89"/>
                      <a:pt x="782" y="91"/>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ea typeface="Arial"/>
                  <a:cs typeface="Arial"/>
                  <a:sym typeface="Arial"/>
                </a:endParaRPr>
              </a:p>
            </p:txBody>
          </p:sp>
          <p:grpSp>
            <p:nvGrpSpPr>
              <p:cNvPr id="708" name="Google Shape;708;p20"/>
              <p:cNvGrpSpPr/>
              <p:nvPr/>
            </p:nvGrpSpPr>
            <p:grpSpPr>
              <a:xfrm>
                <a:off x="6136950" y="1108065"/>
                <a:ext cx="290880" cy="397800"/>
                <a:chOff x="6281275" y="1131415"/>
                <a:chExt cx="290880" cy="397800"/>
              </a:xfrm>
            </p:grpSpPr>
            <p:sp>
              <p:nvSpPr>
                <p:cNvPr id="709" name="Google Shape;709;p20"/>
                <p:cNvSpPr/>
                <p:nvPr/>
              </p:nvSpPr>
              <p:spPr>
                <a:xfrm>
                  <a:off x="6281275" y="1131415"/>
                  <a:ext cx="290880" cy="397800"/>
                </a:xfrm>
                <a:custGeom>
                  <a:avLst/>
                  <a:gdLst/>
                  <a:ahLst/>
                  <a:cxnLst/>
                  <a:rect l="l" t="t" r="r" b="b"/>
                  <a:pathLst>
                    <a:path w="808" h="1105" extrusionOk="0">
                      <a:moveTo>
                        <a:pt x="133" y="1001"/>
                      </a:moveTo>
                      <a:cubicBezTo>
                        <a:pt x="76" y="983"/>
                        <a:pt x="39" y="971"/>
                        <a:pt x="20" y="960"/>
                      </a:cubicBezTo>
                      <a:cubicBezTo>
                        <a:pt x="2" y="949"/>
                        <a:pt x="-3" y="937"/>
                        <a:pt x="1" y="891"/>
                      </a:cubicBezTo>
                      <a:cubicBezTo>
                        <a:pt x="4" y="844"/>
                        <a:pt x="27" y="736"/>
                        <a:pt x="116" y="655"/>
                      </a:cubicBezTo>
                      <a:cubicBezTo>
                        <a:pt x="205" y="573"/>
                        <a:pt x="213" y="538"/>
                        <a:pt x="223" y="447"/>
                      </a:cubicBezTo>
                      <a:cubicBezTo>
                        <a:pt x="232" y="356"/>
                        <a:pt x="272" y="299"/>
                        <a:pt x="341" y="232"/>
                      </a:cubicBezTo>
                      <a:cubicBezTo>
                        <a:pt x="409" y="166"/>
                        <a:pt x="387" y="98"/>
                        <a:pt x="390" y="56"/>
                      </a:cubicBezTo>
                      <a:cubicBezTo>
                        <a:pt x="392" y="14"/>
                        <a:pt x="397" y="4"/>
                        <a:pt x="452" y="1"/>
                      </a:cubicBezTo>
                      <a:cubicBezTo>
                        <a:pt x="507" y="-3"/>
                        <a:pt x="607" y="26"/>
                        <a:pt x="665" y="49"/>
                      </a:cubicBezTo>
                      <a:cubicBezTo>
                        <a:pt x="723" y="73"/>
                        <a:pt x="755" y="95"/>
                        <a:pt x="782" y="92"/>
                      </a:cubicBezTo>
                      <a:cubicBezTo>
                        <a:pt x="808" y="89"/>
                        <a:pt x="814" y="120"/>
                        <a:pt x="802" y="184"/>
                      </a:cubicBezTo>
                      <a:cubicBezTo>
                        <a:pt x="790" y="247"/>
                        <a:pt x="738" y="333"/>
                        <a:pt x="687" y="400"/>
                      </a:cubicBezTo>
                      <a:cubicBezTo>
                        <a:pt x="635" y="466"/>
                        <a:pt x="608" y="499"/>
                        <a:pt x="571" y="625"/>
                      </a:cubicBezTo>
                      <a:cubicBezTo>
                        <a:pt x="534" y="752"/>
                        <a:pt x="531" y="785"/>
                        <a:pt x="453" y="885"/>
                      </a:cubicBezTo>
                      <a:cubicBezTo>
                        <a:pt x="375" y="985"/>
                        <a:pt x="383" y="1041"/>
                        <a:pt x="371" y="1081"/>
                      </a:cubicBezTo>
                      <a:cubicBezTo>
                        <a:pt x="360" y="1121"/>
                        <a:pt x="328" y="1107"/>
                        <a:pt x="285" y="1075"/>
                      </a:cubicBezTo>
                      <a:cubicBezTo>
                        <a:pt x="241" y="1044"/>
                        <a:pt x="191" y="1019"/>
                        <a:pt x="133" y="1001"/>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10" name="Google Shape;710;p20"/>
                <p:cNvSpPr/>
                <p:nvPr/>
              </p:nvSpPr>
              <p:spPr>
                <a:xfrm>
                  <a:off x="6363715" y="1147975"/>
                  <a:ext cx="180000" cy="373320"/>
                </a:xfrm>
                <a:custGeom>
                  <a:avLst/>
                  <a:gdLst/>
                  <a:ahLst/>
                  <a:cxnLst/>
                  <a:rect l="l" t="t" r="r" b="b"/>
                  <a:pathLst>
                    <a:path w="500" h="1037" extrusionOk="0">
                      <a:moveTo>
                        <a:pt x="500" y="32"/>
                      </a:moveTo>
                      <a:cubicBezTo>
                        <a:pt x="482" y="24"/>
                        <a:pt x="462" y="14"/>
                        <a:pt x="436" y="3"/>
                      </a:cubicBezTo>
                      <a:cubicBezTo>
                        <a:pt x="433" y="2"/>
                        <a:pt x="430" y="1"/>
                        <a:pt x="427" y="0"/>
                      </a:cubicBezTo>
                      <a:cubicBezTo>
                        <a:pt x="423" y="31"/>
                        <a:pt x="407" y="104"/>
                        <a:pt x="342" y="217"/>
                      </a:cubicBezTo>
                      <a:cubicBezTo>
                        <a:pt x="254" y="372"/>
                        <a:pt x="224" y="415"/>
                        <a:pt x="179" y="562"/>
                      </a:cubicBezTo>
                      <a:cubicBezTo>
                        <a:pt x="134" y="708"/>
                        <a:pt x="83" y="741"/>
                        <a:pt x="40" y="841"/>
                      </a:cubicBezTo>
                      <a:cubicBezTo>
                        <a:pt x="16" y="896"/>
                        <a:pt x="5" y="954"/>
                        <a:pt x="0" y="995"/>
                      </a:cubicBezTo>
                      <a:cubicBezTo>
                        <a:pt x="20" y="1005"/>
                        <a:pt x="38" y="1017"/>
                        <a:pt x="56" y="1029"/>
                      </a:cubicBezTo>
                      <a:cubicBezTo>
                        <a:pt x="59" y="1032"/>
                        <a:pt x="63" y="1035"/>
                        <a:pt x="66" y="1037"/>
                      </a:cubicBezTo>
                      <a:cubicBezTo>
                        <a:pt x="70" y="982"/>
                        <a:pt x="90" y="866"/>
                        <a:pt x="176" y="741"/>
                      </a:cubicBezTo>
                      <a:cubicBezTo>
                        <a:pt x="296" y="569"/>
                        <a:pt x="237" y="519"/>
                        <a:pt x="365" y="327"/>
                      </a:cubicBezTo>
                      <a:cubicBezTo>
                        <a:pt x="460" y="184"/>
                        <a:pt x="490" y="77"/>
                        <a:pt x="500" y="32"/>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11" name="Google Shape;711;p20"/>
                <p:cNvSpPr/>
                <p:nvPr/>
              </p:nvSpPr>
              <p:spPr>
                <a:xfrm>
                  <a:off x="6311155" y="1132495"/>
                  <a:ext cx="176760" cy="361800"/>
                </a:xfrm>
                <a:custGeom>
                  <a:avLst/>
                  <a:gdLst/>
                  <a:ahLst/>
                  <a:cxnLst/>
                  <a:rect l="l" t="t" r="r" b="b"/>
                  <a:pathLst>
                    <a:path w="491" h="1005" extrusionOk="0">
                      <a:moveTo>
                        <a:pt x="412" y="0"/>
                      </a:moveTo>
                      <a:cubicBezTo>
                        <a:pt x="410" y="41"/>
                        <a:pt x="402" y="130"/>
                        <a:pt x="382" y="188"/>
                      </a:cubicBezTo>
                      <a:cubicBezTo>
                        <a:pt x="355" y="266"/>
                        <a:pt x="292" y="294"/>
                        <a:pt x="241" y="416"/>
                      </a:cubicBezTo>
                      <a:cubicBezTo>
                        <a:pt x="190" y="538"/>
                        <a:pt x="235" y="519"/>
                        <a:pt x="119" y="687"/>
                      </a:cubicBezTo>
                      <a:cubicBezTo>
                        <a:pt x="41" y="801"/>
                        <a:pt x="11" y="918"/>
                        <a:pt x="0" y="982"/>
                      </a:cubicBezTo>
                      <a:cubicBezTo>
                        <a:pt x="14" y="986"/>
                        <a:pt x="31" y="992"/>
                        <a:pt x="50" y="998"/>
                      </a:cubicBezTo>
                      <a:cubicBezTo>
                        <a:pt x="58" y="1000"/>
                        <a:pt x="65" y="1003"/>
                        <a:pt x="72" y="1005"/>
                      </a:cubicBezTo>
                      <a:cubicBezTo>
                        <a:pt x="76" y="964"/>
                        <a:pt x="89" y="899"/>
                        <a:pt x="135" y="819"/>
                      </a:cubicBezTo>
                      <a:cubicBezTo>
                        <a:pt x="214" y="683"/>
                        <a:pt x="256" y="654"/>
                        <a:pt x="294" y="488"/>
                      </a:cubicBezTo>
                      <a:cubicBezTo>
                        <a:pt x="324" y="359"/>
                        <a:pt x="417" y="297"/>
                        <a:pt x="444" y="226"/>
                      </a:cubicBezTo>
                      <a:cubicBezTo>
                        <a:pt x="465" y="174"/>
                        <a:pt x="483" y="67"/>
                        <a:pt x="491" y="16"/>
                      </a:cubicBezTo>
                      <a:cubicBezTo>
                        <a:pt x="464" y="9"/>
                        <a:pt x="437" y="3"/>
                        <a:pt x="412" y="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nvGrpSpPr>
              <p:cNvPr id="712" name="Google Shape;712;p20"/>
              <p:cNvGrpSpPr/>
              <p:nvPr/>
            </p:nvGrpSpPr>
            <p:grpSpPr>
              <a:xfrm rot="1247703">
                <a:off x="6170327" y="1368183"/>
                <a:ext cx="119524" cy="53601"/>
                <a:chOff x="7477113" y="1572598"/>
                <a:chExt cx="234055" cy="104963"/>
              </a:xfrm>
            </p:grpSpPr>
            <p:sp>
              <p:nvSpPr>
                <p:cNvPr id="713" name="Google Shape;713;p20"/>
                <p:cNvSpPr/>
                <p:nvPr/>
              </p:nvSpPr>
              <p:spPr>
                <a:xfrm>
                  <a:off x="7489178" y="1572598"/>
                  <a:ext cx="42226" cy="43433"/>
                </a:xfrm>
                <a:custGeom>
                  <a:avLst/>
                  <a:gdLst/>
                  <a:ahLst/>
                  <a:cxnLst/>
                  <a:rect l="l" t="t" r="r" b="b"/>
                  <a:pathLst>
                    <a:path w="35" h="36" extrusionOk="0">
                      <a:moveTo>
                        <a:pt x="17" y="36"/>
                      </a:moveTo>
                      <a:cubicBezTo>
                        <a:pt x="40" y="37"/>
                        <a:pt x="41" y="1"/>
                        <a:pt x="18" y="0"/>
                      </a:cubicBezTo>
                      <a:cubicBezTo>
                        <a:pt x="-6" y="0"/>
                        <a:pt x="-6" y="36"/>
                        <a:pt x="17"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14" name="Google Shape;714;p20"/>
                <p:cNvSpPr/>
                <p:nvPr/>
              </p:nvSpPr>
              <p:spPr>
                <a:xfrm>
                  <a:off x="7665322" y="1576217"/>
                  <a:ext cx="43433" cy="43433"/>
                </a:xfrm>
                <a:custGeom>
                  <a:avLst/>
                  <a:gdLst/>
                  <a:ahLst/>
                  <a:cxnLst/>
                  <a:rect l="l" t="t" r="r" b="b"/>
                  <a:pathLst>
                    <a:path w="36" h="36" extrusionOk="0">
                      <a:moveTo>
                        <a:pt x="18" y="36"/>
                      </a:moveTo>
                      <a:cubicBezTo>
                        <a:pt x="41" y="36"/>
                        <a:pt x="42" y="0"/>
                        <a:pt x="18" y="0"/>
                      </a:cubicBezTo>
                      <a:cubicBezTo>
                        <a:pt x="-5" y="0"/>
                        <a:pt x="-6" y="36"/>
                        <a:pt x="18" y="3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15" name="Google Shape;715;p20"/>
                <p:cNvSpPr/>
                <p:nvPr/>
              </p:nvSpPr>
              <p:spPr>
                <a:xfrm>
                  <a:off x="7477113" y="1630509"/>
                  <a:ext cx="61530" cy="43433"/>
                </a:xfrm>
                <a:custGeom>
                  <a:avLst/>
                  <a:gdLst/>
                  <a:ahLst/>
                  <a:cxnLst/>
                  <a:rect l="l" t="t" r="r" b="b"/>
                  <a:pathLst>
                    <a:path w="51" h="36" extrusionOk="0">
                      <a:moveTo>
                        <a:pt x="51" y="19"/>
                      </a:moveTo>
                      <a:cubicBezTo>
                        <a:pt x="51" y="29"/>
                        <a:pt x="39" y="37"/>
                        <a:pt x="25" y="36"/>
                      </a:cubicBezTo>
                      <a:cubicBezTo>
                        <a:pt x="11" y="36"/>
                        <a:pt x="0" y="28"/>
                        <a:pt x="0" y="18"/>
                      </a:cubicBezTo>
                      <a:cubicBezTo>
                        <a:pt x="0" y="8"/>
                        <a:pt x="12" y="0"/>
                        <a:pt x="26" y="0"/>
                      </a:cubicBezTo>
                      <a:cubicBezTo>
                        <a:pt x="40" y="0"/>
                        <a:pt x="51" y="8"/>
                        <a:pt x="51"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16" name="Google Shape;716;p20"/>
                <p:cNvSpPr/>
                <p:nvPr/>
              </p:nvSpPr>
              <p:spPr>
                <a:xfrm>
                  <a:off x="7649638" y="1634128"/>
                  <a:ext cx="61530" cy="43433"/>
                </a:xfrm>
                <a:custGeom>
                  <a:avLst/>
                  <a:gdLst/>
                  <a:ahLst/>
                  <a:cxnLst/>
                  <a:rect l="l" t="t" r="r" b="b"/>
                  <a:pathLst>
                    <a:path w="51" h="36" extrusionOk="0">
                      <a:moveTo>
                        <a:pt x="51" y="19"/>
                      </a:moveTo>
                      <a:cubicBezTo>
                        <a:pt x="51" y="29"/>
                        <a:pt x="40" y="37"/>
                        <a:pt x="26" y="36"/>
                      </a:cubicBezTo>
                      <a:cubicBezTo>
                        <a:pt x="11" y="36"/>
                        <a:pt x="0" y="28"/>
                        <a:pt x="0" y="18"/>
                      </a:cubicBezTo>
                      <a:cubicBezTo>
                        <a:pt x="0" y="8"/>
                        <a:pt x="12" y="0"/>
                        <a:pt x="26" y="0"/>
                      </a:cubicBezTo>
                      <a:cubicBezTo>
                        <a:pt x="40" y="0"/>
                        <a:pt x="51" y="8"/>
                        <a:pt x="51"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17" name="Google Shape;717;p20"/>
                <p:cNvSpPr/>
                <p:nvPr/>
              </p:nvSpPr>
              <p:spPr>
                <a:xfrm>
                  <a:off x="7554327" y="1595521"/>
                  <a:ext cx="86866" cy="59117"/>
                </a:xfrm>
                <a:custGeom>
                  <a:avLst/>
                  <a:gdLst/>
                  <a:ahLst/>
                  <a:cxnLst/>
                  <a:rect l="l" t="t" r="r" b="b"/>
                  <a:pathLst>
                    <a:path w="72" h="49" extrusionOk="0">
                      <a:moveTo>
                        <a:pt x="0" y="5"/>
                      </a:moveTo>
                      <a:cubicBezTo>
                        <a:pt x="-2" y="28"/>
                        <a:pt x="14" y="48"/>
                        <a:pt x="37" y="49"/>
                      </a:cubicBezTo>
                      <a:cubicBezTo>
                        <a:pt x="61" y="49"/>
                        <a:pt x="70" y="26"/>
                        <a:pt x="72" y="6"/>
                      </a:cubicBezTo>
                      <a:cubicBezTo>
                        <a:pt x="73" y="-1"/>
                        <a:pt x="62" y="-1"/>
                        <a:pt x="61" y="6"/>
                      </a:cubicBezTo>
                      <a:cubicBezTo>
                        <a:pt x="60" y="22"/>
                        <a:pt x="55" y="36"/>
                        <a:pt x="37" y="38"/>
                      </a:cubicBezTo>
                      <a:cubicBezTo>
                        <a:pt x="19" y="40"/>
                        <a:pt x="10" y="21"/>
                        <a:pt x="11" y="5"/>
                      </a:cubicBezTo>
                      <a:cubicBezTo>
                        <a:pt x="12" y="-1"/>
                        <a:pt x="1" y="-1"/>
                        <a:pt x="0" y="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grpSp>
      </p:grpSp>
      <p:grpSp>
        <p:nvGrpSpPr>
          <p:cNvPr id="718" name="Google Shape;718;p20"/>
          <p:cNvGrpSpPr/>
          <p:nvPr/>
        </p:nvGrpSpPr>
        <p:grpSpPr>
          <a:xfrm>
            <a:off x="584430" y="369977"/>
            <a:ext cx="8226754" cy="4296150"/>
            <a:chOff x="584430" y="363050"/>
            <a:chExt cx="8226754" cy="4296150"/>
          </a:xfrm>
        </p:grpSpPr>
        <p:sp>
          <p:nvSpPr>
            <p:cNvPr id="719" name="Google Shape;719;p20"/>
            <p:cNvSpPr/>
            <p:nvPr/>
          </p:nvSpPr>
          <p:spPr>
            <a:xfrm>
              <a:off x="8430775" y="258310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20" name="Google Shape;720;p20"/>
            <p:cNvSpPr/>
            <p:nvPr/>
          </p:nvSpPr>
          <p:spPr>
            <a:xfrm>
              <a:off x="7123455" y="1144032"/>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21" name="Google Shape;721;p20"/>
            <p:cNvSpPr/>
            <p:nvPr/>
          </p:nvSpPr>
          <p:spPr>
            <a:xfrm>
              <a:off x="7481700" y="36305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sp>
          <p:nvSpPr>
            <p:cNvPr id="722" name="Google Shape;722;p20"/>
            <p:cNvSpPr/>
            <p:nvPr/>
          </p:nvSpPr>
          <p:spPr>
            <a:xfrm>
              <a:off x="584430" y="442020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Balsamiq Sans"/>
              <a:buNone/>
              <a:defRPr sz="3000" b="1">
                <a:solidFill>
                  <a:schemeClr val="dk1"/>
                </a:solidFill>
                <a:latin typeface="Balsamiq Sans"/>
                <a:ea typeface="Balsamiq Sans"/>
                <a:cs typeface="Balsamiq Sans"/>
                <a:sym typeface="Balsamiq Sans"/>
              </a:defRPr>
            </a:lvl1pPr>
            <a:lvl2pPr lvl="1" rtl="0">
              <a:spcBef>
                <a:spcPts val="0"/>
              </a:spcBef>
              <a:spcAft>
                <a:spcPts val="0"/>
              </a:spcAft>
              <a:buClr>
                <a:schemeClr val="dk1"/>
              </a:buClr>
              <a:buSzPts val="3500"/>
              <a:buFont typeface="Balsamiq Sans"/>
              <a:buNone/>
              <a:defRPr sz="3500" b="1">
                <a:solidFill>
                  <a:schemeClr val="dk1"/>
                </a:solidFill>
                <a:latin typeface="Balsamiq Sans"/>
                <a:ea typeface="Balsamiq Sans"/>
                <a:cs typeface="Balsamiq Sans"/>
                <a:sym typeface="Balsamiq Sans"/>
              </a:defRPr>
            </a:lvl2pPr>
            <a:lvl3pPr lvl="2" rtl="0">
              <a:spcBef>
                <a:spcPts val="0"/>
              </a:spcBef>
              <a:spcAft>
                <a:spcPts val="0"/>
              </a:spcAft>
              <a:buClr>
                <a:schemeClr val="dk1"/>
              </a:buClr>
              <a:buSzPts val="3500"/>
              <a:buFont typeface="Balsamiq Sans"/>
              <a:buNone/>
              <a:defRPr sz="3500" b="1">
                <a:solidFill>
                  <a:schemeClr val="dk1"/>
                </a:solidFill>
                <a:latin typeface="Balsamiq Sans"/>
                <a:ea typeface="Balsamiq Sans"/>
                <a:cs typeface="Balsamiq Sans"/>
                <a:sym typeface="Balsamiq Sans"/>
              </a:defRPr>
            </a:lvl3pPr>
            <a:lvl4pPr lvl="3" rtl="0">
              <a:spcBef>
                <a:spcPts val="0"/>
              </a:spcBef>
              <a:spcAft>
                <a:spcPts val="0"/>
              </a:spcAft>
              <a:buClr>
                <a:schemeClr val="dk1"/>
              </a:buClr>
              <a:buSzPts val="3500"/>
              <a:buFont typeface="Balsamiq Sans"/>
              <a:buNone/>
              <a:defRPr sz="3500" b="1">
                <a:solidFill>
                  <a:schemeClr val="dk1"/>
                </a:solidFill>
                <a:latin typeface="Balsamiq Sans"/>
                <a:ea typeface="Balsamiq Sans"/>
                <a:cs typeface="Balsamiq Sans"/>
                <a:sym typeface="Balsamiq Sans"/>
              </a:defRPr>
            </a:lvl4pPr>
            <a:lvl5pPr lvl="4" rtl="0">
              <a:spcBef>
                <a:spcPts val="0"/>
              </a:spcBef>
              <a:spcAft>
                <a:spcPts val="0"/>
              </a:spcAft>
              <a:buClr>
                <a:schemeClr val="dk1"/>
              </a:buClr>
              <a:buSzPts val="3500"/>
              <a:buFont typeface="Balsamiq Sans"/>
              <a:buNone/>
              <a:defRPr sz="3500" b="1">
                <a:solidFill>
                  <a:schemeClr val="dk1"/>
                </a:solidFill>
                <a:latin typeface="Balsamiq Sans"/>
                <a:ea typeface="Balsamiq Sans"/>
                <a:cs typeface="Balsamiq Sans"/>
                <a:sym typeface="Balsamiq Sans"/>
              </a:defRPr>
            </a:lvl5pPr>
            <a:lvl6pPr lvl="5" rtl="0">
              <a:spcBef>
                <a:spcPts val="0"/>
              </a:spcBef>
              <a:spcAft>
                <a:spcPts val="0"/>
              </a:spcAft>
              <a:buClr>
                <a:schemeClr val="dk1"/>
              </a:buClr>
              <a:buSzPts val="3500"/>
              <a:buFont typeface="Balsamiq Sans"/>
              <a:buNone/>
              <a:defRPr sz="3500" b="1">
                <a:solidFill>
                  <a:schemeClr val="dk1"/>
                </a:solidFill>
                <a:latin typeface="Balsamiq Sans"/>
                <a:ea typeface="Balsamiq Sans"/>
                <a:cs typeface="Balsamiq Sans"/>
                <a:sym typeface="Balsamiq Sans"/>
              </a:defRPr>
            </a:lvl6pPr>
            <a:lvl7pPr lvl="6" rtl="0">
              <a:spcBef>
                <a:spcPts val="0"/>
              </a:spcBef>
              <a:spcAft>
                <a:spcPts val="0"/>
              </a:spcAft>
              <a:buClr>
                <a:schemeClr val="dk1"/>
              </a:buClr>
              <a:buSzPts val="3500"/>
              <a:buFont typeface="Balsamiq Sans"/>
              <a:buNone/>
              <a:defRPr sz="3500" b="1">
                <a:solidFill>
                  <a:schemeClr val="dk1"/>
                </a:solidFill>
                <a:latin typeface="Balsamiq Sans"/>
                <a:ea typeface="Balsamiq Sans"/>
                <a:cs typeface="Balsamiq Sans"/>
                <a:sym typeface="Balsamiq Sans"/>
              </a:defRPr>
            </a:lvl7pPr>
            <a:lvl8pPr lvl="7" rtl="0">
              <a:spcBef>
                <a:spcPts val="0"/>
              </a:spcBef>
              <a:spcAft>
                <a:spcPts val="0"/>
              </a:spcAft>
              <a:buClr>
                <a:schemeClr val="dk1"/>
              </a:buClr>
              <a:buSzPts val="3500"/>
              <a:buFont typeface="Balsamiq Sans"/>
              <a:buNone/>
              <a:defRPr sz="3500" b="1">
                <a:solidFill>
                  <a:schemeClr val="dk1"/>
                </a:solidFill>
                <a:latin typeface="Balsamiq Sans"/>
                <a:ea typeface="Balsamiq Sans"/>
                <a:cs typeface="Balsamiq Sans"/>
                <a:sym typeface="Balsamiq Sans"/>
              </a:defRPr>
            </a:lvl8pPr>
            <a:lvl9pPr lvl="8" rtl="0">
              <a:spcBef>
                <a:spcPts val="0"/>
              </a:spcBef>
              <a:spcAft>
                <a:spcPts val="0"/>
              </a:spcAft>
              <a:buClr>
                <a:schemeClr val="dk1"/>
              </a:buClr>
              <a:buSzPts val="3500"/>
              <a:buFont typeface="Balsamiq Sans"/>
              <a:buNone/>
              <a:defRPr sz="3500" b="1">
                <a:solidFill>
                  <a:schemeClr val="dk1"/>
                </a:solidFill>
                <a:latin typeface="Balsamiq Sans"/>
                <a:ea typeface="Balsamiq Sans"/>
                <a:cs typeface="Balsamiq Sans"/>
                <a:sym typeface="Balsamiq Sans"/>
              </a:defRPr>
            </a:lvl9pPr>
          </a:lstStyle>
          <a:p>
            <a:endParaRPr dirty="0"/>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8" r:id="rId8"/>
    <p:sldLayoutId id="2147483660" r:id="rId9"/>
    <p:sldLayoutId id="2147483662" r:id="rId10"/>
    <p:sldLayoutId id="2147483665" r:id="rId11"/>
    <p:sldLayoutId id="2147483666"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Rounded MT Bold" panose="020F0704030504030204" pitchFamily="34" charset="0"/>
          <a:ea typeface="Arial Rounded MT Bold" panose="020F070403050403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grpSp>
        <p:nvGrpSpPr>
          <p:cNvPr id="739" name="Google Shape;739;p27"/>
          <p:cNvGrpSpPr/>
          <p:nvPr/>
        </p:nvGrpSpPr>
        <p:grpSpPr>
          <a:xfrm>
            <a:off x="906463" y="215999"/>
            <a:ext cx="1102673" cy="1598774"/>
            <a:chOff x="786313" y="3230049"/>
            <a:chExt cx="1102673" cy="1598774"/>
          </a:xfrm>
        </p:grpSpPr>
        <p:sp>
          <p:nvSpPr>
            <p:cNvPr id="740" name="Google Shape;740;p27"/>
            <p:cNvSpPr/>
            <p:nvPr/>
          </p:nvSpPr>
          <p:spPr>
            <a:xfrm rot="792632">
              <a:off x="943069" y="3300961"/>
              <a:ext cx="789305" cy="1456951"/>
            </a:xfrm>
            <a:custGeom>
              <a:avLst/>
              <a:gdLst/>
              <a:ahLst/>
              <a:cxnLst/>
              <a:rect l="l" t="t" r="r" b="b"/>
              <a:pathLst>
                <a:path w="454" h="838" extrusionOk="0">
                  <a:moveTo>
                    <a:pt x="1" y="567"/>
                  </a:moveTo>
                  <a:lnTo>
                    <a:pt x="30" y="817"/>
                  </a:lnTo>
                  <a:cubicBezTo>
                    <a:pt x="30" y="817"/>
                    <a:pt x="44" y="787"/>
                    <a:pt x="74" y="753"/>
                  </a:cubicBezTo>
                  <a:lnTo>
                    <a:pt x="80" y="838"/>
                  </a:lnTo>
                  <a:lnTo>
                    <a:pt x="392" y="838"/>
                  </a:lnTo>
                  <a:lnTo>
                    <a:pt x="407" y="605"/>
                  </a:lnTo>
                  <a:cubicBezTo>
                    <a:pt x="436" y="589"/>
                    <a:pt x="450" y="576"/>
                    <a:pt x="450" y="576"/>
                  </a:cubicBezTo>
                  <a:lnTo>
                    <a:pt x="454" y="318"/>
                  </a:lnTo>
                  <a:cubicBezTo>
                    <a:pt x="454" y="318"/>
                    <a:pt x="446" y="336"/>
                    <a:pt x="423" y="359"/>
                  </a:cubicBezTo>
                  <a:lnTo>
                    <a:pt x="428" y="272"/>
                  </a:lnTo>
                  <a:lnTo>
                    <a:pt x="435" y="272"/>
                  </a:lnTo>
                  <a:cubicBezTo>
                    <a:pt x="441" y="272"/>
                    <a:pt x="444" y="267"/>
                    <a:pt x="442" y="262"/>
                  </a:cubicBezTo>
                  <a:lnTo>
                    <a:pt x="427" y="221"/>
                  </a:lnTo>
                  <a:cubicBezTo>
                    <a:pt x="423" y="212"/>
                    <a:pt x="415" y="205"/>
                    <a:pt x="405" y="205"/>
                  </a:cubicBezTo>
                  <a:lnTo>
                    <a:pt x="252" y="205"/>
                  </a:lnTo>
                  <a:lnTo>
                    <a:pt x="258" y="79"/>
                  </a:lnTo>
                  <a:cubicBezTo>
                    <a:pt x="258" y="71"/>
                    <a:pt x="259" y="64"/>
                    <a:pt x="262" y="58"/>
                  </a:cubicBezTo>
                  <a:cubicBezTo>
                    <a:pt x="265" y="49"/>
                    <a:pt x="273" y="44"/>
                    <a:pt x="283" y="43"/>
                  </a:cubicBezTo>
                  <a:lnTo>
                    <a:pt x="420" y="37"/>
                  </a:lnTo>
                  <a:lnTo>
                    <a:pt x="418" y="0"/>
                  </a:lnTo>
                  <a:lnTo>
                    <a:pt x="281" y="6"/>
                  </a:lnTo>
                  <a:cubicBezTo>
                    <a:pt x="257" y="7"/>
                    <a:pt x="236" y="22"/>
                    <a:pt x="228" y="44"/>
                  </a:cubicBezTo>
                  <a:cubicBezTo>
                    <a:pt x="223" y="54"/>
                    <a:pt x="221" y="65"/>
                    <a:pt x="220" y="77"/>
                  </a:cubicBezTo>
                  <a:lnTo>
                    <a:pt x="214" y="205"/>
                  </a:lnTo>
                  <a:lnTo>
                    <a:pt x="56" y="205"/>
                  </a:lnTo>
                  <a:cubicBezTo>
                    <a:pt x="46" y="205"/>
                    <a:pt x="37" y="212"/>
                    <a:pt x="34" y="222"/>
                  </a:cubicBezTo>
                  <a:lnTo>
                    <a:pt x="21" y="263"/>
                  </a:lnTo>
                  <a:cubicBezTo>
                    <a:pt x="19" y="267"/>
                    <a:pt x="23" y="272"/>
                    <a:pt x="28" y="272"/>
                  </a:cubicBezTo>
                  <a:lnTo>
                    <a:pt x="40" y="272"/>
                  </a:lnTo>
                  <a:lnTo>
                    <a:pt x="55" y="490"/>
                  </a:lnTo>
                  <a:cubicBezTo>
                    <a:pt x="-15" y="520"/>
                    <a:pt x="1" y="567"/>
                    <a:pt x="1" y="567"/>
                  </a:cubicBezTo>
                  <a:close/>
                </a:path>
              </a:pathLst>
            </a:custGeom>
            <a:solidFill>
              <a:schemeClr val="accent6"/>
            </a:solidFill>
            <a:ln w="76200" cap="flat" cmpd="sng">
              <a:solidFill>
                <a:schemeClr val="accent6"/>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741" name="Google Shape;741;p27"/>
            <p:cNvGrpSpPr/>
            <p:nvPr/>
          </p:nvGrpSpPr>
          <p:grpSpPr>
            <a:xfrm rot="792605">
              <a:off x="942131" y="3301726"/>
              <a:ext cx="791038" cy="1455227"/>
              <a:chOff x="3299740" y="1016515"/>
              <a:chExt cx="163800" cy="301320"/>
            </a:xfrm>
          </p:grpSpPr>
          <p:sp>
            <p:nvSpPr>
              <p:cNvPr id="742" name="Google Shape;742;p27"/>
              <p:cNvSpPr/>
              <p:nvPr/>
            </p:nvSpPr>
            <p:spPr>
              <a:xfrm>
                <a:off x="3376780" y="1016515"/>
                <a:ext cx="74520" cy="81720"/>
              </a:xfrm>
              <a:custGeom>
                <a:avLst/>
                <a:gdLst/>
                <a:ahLst/>
                <a:cxnLst/>
                <a:rect l="l" t="t" r="r" b="b"/>
                <a:pathLst>
                  <a:path w="207" h="227" extrusionOk="0">
                    <a:moveTo>
                      <a:pt x="38" y="227"/>
                    </a:moveTo>
                    <a:lnTo>
                      <a:pt x="0" y="225"/>
                    </a:lnTo>
                    <a:lnTo>
                      <a:pt x="7" y="76"/>
                    </a:lnTo>
                    <a:cubicBezTo>
                      <a:pt x="8" y="65"/>
                      <a:pt x="10" y="54"/>
                      <a:pt x="14" y="43"/>
                    </a:cubicBezTo>
                    <a:cubicBezTo>
                      <a:pt x="23" y="22"/>
                      <a:pt x="44" y="7"/>
                      <a:pt x="68" y="6"/>
                    </a:cubicBezTo>
                    <a:lnTo>
                      <a:pt x="205" y="0"/>
                    </a:lnTo>
                    <a:lnTo>
                      <a:pt x="207" y="37"/>
                    </a:lnTo>
                    <a:lnTo>
                      <a:pt x="70" y="43"/>
                    </a:lnTo>
                    <a:cubicBezTo>
                      <a:pt x="60" y="43"/>
                      <a:pt x="52" y="49"/>
                      <a:pt x="49" y="57"/>
                    </a:cubicBezTo>
                    <a:cubicBezTo>
                      <a:pt x="46" y="64"/>
                      <a:pt x="45" y="71"/>
                      <a:pt x="44" y="78"/>
                    </a:cubicBezTo>
                    <a:lnTo>
                      <a:pt x="38" y="227"/>
                    </a:lnTo>
                    <a:close/>
                  </a:path>
                </a:pathLst>
              </a:custGeom>
              <a:solidFill>
                <a:schemeClr val="dk2"/>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43" name="Google Shape;743;p27"/>
              <p:cNvSpPr/>
              <p:nvPr/>
            </p:nvSpPr>
            <p:spPr>
              <a:xfrm>
                <a:off x="3314140" y="1108315"/>
                <a:ext cx="140400" cy="209520"/>
              </a:xfrm>
              <a:custGeom>
                <a:avLst/>
                <a:gdLst/>
                <a:ahLst/>
                <a:cxnLst/>
                <a:rect l="l" t="t" r="r" b="b"/>
                <a:pathLst>
                  <a:path w="390" h="582" extrusionOk="0">
                    <a:moveTo>
                      <a:pt x="353" y="582"/>
                    </a:moveTo>
                    <a:lnTo>
                      <a:pt x="41" y="582"/>
                    </a:lnTo>
                    <a:lnTo>
                      <a:pt x="0" y="0"/>
                    </a:lnTo>
                    <a:lnTo>
                      <a:pt x="390" y="0"/>
                    </a:lnTo>
                    <a:lnTo>
                      <a:pt x="353" y="582"/>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44" name="Google Shape;744;p27"/>
              <p:cNvSpPr/>
              <p:nvPr/>
            </p:nvSpPr>
            <p:spPr>
              <a:xfrm>
                <a:off x="3307660" y="1090315"/>
                <a:ext cx="151920" cy="24120"/>
              </a:xfrm>
              <a:custGeom>
                <a:avLst/>
                <a:gdLst/>
                <a:ahLst/>
                <a:cxnLst/>
                <a:rect l="l" t="t" r="r" b="b"/>
                <a:pathLst>
                  <a:path w="422" h="67" extrusionOk="0">
                    <a:moveTo>
                      <a:pt x="414" y="67"/>
                    </a:moveTo>
                    <a:lnTo>
                      <a:pt x="7" y="67"/>
                    </a:lnTo>
                    <a:cubicBezTo>
                      <a:pt x="2" y="67"/>
                      <a:pt x="-2" y="62"/>
                      <a:pt x="0" y="57"/>
                    </a:cubicBezTo>
                    <a:lnTo>
                      <a:pt x="12" y="17"/>
                    </a:lnTo>
                    <a:cubicBezTo>
                      <a:pt x="16" y="7"/>
                      <a:pt x="25" y="0"/>
                      <a:pt x="35" y="0"/>
                    </a:cubicBezTo>
                    <a:lnTo>
                      <a:pt x="384" y="0"/>
                    </a:lnTo>
                    <a:cubicBezTo>
                      <a:pt x="393" y="0"/>
                      <a:pt x="402" y="6"/>
                      <a:pt x="406" y="16"/>
                    </a:cubicBezTo>
                    <a:lnTo>
                      <a:pt x="421" y="57"/>
                    </a:lnTo>
                    <a:cubicBezTo>
                      <a:pt x="423" y="62"/>
                      <a:pt x="419" y="67"/>
                      <a:pt x="414" y="67"/>
                    </a:cubicBezTo>
                    <a:close/>
                  </a:path>
                </a:pathLst>
              </a:custGeom>
              <a:solidFill>
                <a:schemeClr val="accent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45" name="Google Shape;745;p27"/>
              <p:cNvSpPr/>
              <p:nvPr/>
            </p:nvSpPr>
            <p:spPr>
              <a:xfrm>
                <a:off x="3299740" y="1130995"/>
                <a:ext cx="163800" cy="179280"/>
              </a:xfrm>
              <a:custGeom>
                <a:avLst/>
                <a:gdLst/>
                <a:ahLst/>
                <a:cxnLst/>
                <a:rect l="l" t="t" r="r" b="b"/>
                <a:pathLst>
                  <a:path w="455" h="498" extrusionOk="0">
                    <a:moveTo>
                      <a:pt x="2" y="249"/>
                    </a:moveTo>
                    <a:cubicBezTo>
                      <a:pt x="2" y="249"/>
                      <a:pt x="-27" y="166"/>
                      <a:pt x="156" y="149"/>
                    </a:cubicBezTo>
                    <a:cubicBezTo>
                      <a:pt x="393" y="127"/>
                      <a:pt x="455" y="0"/>
                      <a:pt x="455" y="0"/>
                    </a:cubicBezTo>
                    <a:lnTo>
                      <a:pt x="451" y="257"/>
                    </a:lnTo>
                    <a:cubicBezTo>
                      <a:pt x="451" y="257"/>
                      <a:pt x="393" y="313"/>
                      <a:pt x="260" y="332"/>
                    </a:cubicBezTo>
                    <a:cubicBezTo>
                      <a:pt x="99" y="355"/>
                      <a:pt x="31" y="498"/>
                      <a:pt x="31" y="498"/>
                    </a:cubicBezTo>
                    <a:lnTo>
                      <a:pt x="2" y="249"/>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46" name="Google Shape;746;p27"/>
              <p:cNvSpPr/>
              <p:nvPr/>
            </p:nvSpPr>
            <p:spPr>
              <a:xfrm>
                <a:off x="3351940" y="1201555"/>
                <a:ext cx="14040" cy="14040"/>
              </a:xfrm>
              <a:custGeom>
                <a:avLst/>
                <a:gdLst/>
                <a:ahLst/>
                <a:cxnLst/>
                <a:rect l="l" t="t" r="r" b="b"/>
                <a:pathLst>
                  <a:path w="39" h="39" extrusionOk="0">
                    <a:moveTo>
                      <a:pt x="39" y="20"/>
                    </a:moveTo>
                    <a:cubicBezTo>
                      <a:pt x="39" y="30"/>
                      <a:pt x="30" y="39"/>
                      <a:pt x="20" y="39"/>
                    </a:cubicBezTo>
                    <a:cubicBezTo>
                      <a:pt x="9" y="39"/>
                      <a:pt x="0" y="30"/>
                      <a:pt x="0" y="20"/>
                    </a:cubicBezTo>
                    <a:cubicBezTo>
                      <a:pt x="0" y="9"/>
                      <a:pt x="9" y="0"/>
                      <a:pt x="20" y="0"/>
                    </a:cubicBezTo>
                    <a:cubicBezTo>
                      <a:pt x="30" y="0"/>
                      <a:pt x="39" y="9"/>
                      <a:pt x="39"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47" name="Google Shape;747;p27"/>
              <p:cNvSpPr/>
              <p:nvPr/>
            </p:nvSpPr>
            <p:spPr>
              <a:xfrm>
                <a:off x="3408100" y="1201555"/>
                <a:ext cx="14040" cy="14040"/>
              </a:xfrm>
              <a:custGeom>
                <a:avLst/>
                <a:gdLst/>
                <a:ahLst/>
                <a:cxnLst/>
                <a:rect l="l" t="t" r="r" b="b"/>
                <a:pathLst>
                  <a:path w="39" h="39" extrusionOk="0">
                    <a:moveTo>
                      <a:pt x="39" y="20"/>
                    </a:moveTo>
                    <a:cubicBezTo>
                      <a:pt x="39" y="30"/>
                      <a:pt x="31" y="39"/>
                      <a:pt x="20" y="39"/>
                    </a:cubicBezTo>
                    <a:cubicBezTo>
                      <a:pt x="9" y="39"/>
                      <a:pt x="0" y="30"/>
                      <a:pt x="0" y="20"/>
                    </a:cubicBezTo>
                    <a:cubicBezTo>
                      <a:pt x="0" y="9"/>
                      <a:pt x="9" y="0"/>
                      <a:pt x="20" y="0"/>
                    </a:cubicBezTo>
                    <a:cubicBezTo>
                      <a:pt x="31" y="0"/>
                      <a:pt x="39" y="9"/>
                      <a:pt x="39"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48" name="Google Shape;748;p27"/>
              <p:cNvSpPr/>
              <p:nvPr/>
            </p:nvSpPr>
            <p:spPr>
              <a:xfrm>
                <a:off x="3374980" y="1219195"/>
                <a:ext cx="25200" cy="12240"/>
              </a:xfrm>
              <a:custGeom>
                <a:avLst/>
                <a:gdLst/>
                <a:ahLst/>
                <a:cxnLst/>
                <a:rect l="l" t="t" r="r" b="b"/>
                <a:pathLst>
                  <a:path w="70" h="34" extrusionOk="0">
                    <a:moveTo>
                      <a:pt x="35" y="34"/>
                    </a:moveTo>
                    <a:cubicBezTo>
                      <a:pt x="15" y="34"/>
                      <a:pt x="0" y="22"/>
                      <a:pt x="0" y="7"/>
                    </a:cubicBezTo>
                    <a:cubicBezTo>
                      <a:pt x="0" y="3"/>
                      <a:pt x="3" y="0"/>
                      <a:pt x="7" y="0"/>
                    </a:cubicBezTo>
                    <a:cubicBezTo>
                      <a:pt x="11" y="0"/>
                      <a:pt x="15" y="3"/>
                      <a:pt x="15" y="7"/>
                    </a:cubicBezTo>
                    <a:cubicBezTo>
                      <a:pt x="15" y="13"/>
                      <a:pt x="23" y="19"/>
                      <a:pt x="35" y="19"/>
                    </a:cubicBezTo>
                    <a:cubicBezTo>
                      <a:pt x="46" y="19"/>
                      <a:pt x="55" y="13"/>
                      <a:pt x="55" y="7"/>
                    </a:cubicBezTo>
                    <a:cubicBezTo>
                      <a:pt x="55" y="3"/>
                      <a:pt x="58" y="0"/>
                      <a:pt x="62" y="0"/>
                    </a:cubicBezTo>
                    <a:cubicBezTo>
                      <a:pt x="66" y="0"/>
                      <a:pt x="70" y="3"/>
                      <a:pt x="70" y="7"/>
                    </a:cubicBezTo>
                    <a:cubicBezTo>
                      <a:pt x="70" y="22"/>
                      <a:pt x="54" y="34"/>
                      <a:pt x="35" y="3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49" name="Google Shape;749;p27"/>
              <p:cNvSpPr/>
              <p:nvPr/>
            </p:nvSpPr>
            <p:spPr>
              <a:xfrm>
                <a:off x="3335020" y="1217035"/>
                <a:ext cx="18360" cy="10440"/>
              </a:xfrm>
              <a:custGeom>
                <a:avLst/>
                <a:gdLst/>
                <a:ahLst/>
                <a:cxnLst/>
                <a:rect l="l" t="t" r="r" b="b"/>
                <a:pathLst>
                  <a:path w="51" h="29" extrusionOk="0">
                    <a:moveTo>
                      <a:pt x="51" y="15"/>
                    </a:moveTo>
                    <a:cubicBezTo>
                      <a:pt x="51" y="23"/>
                      <a:pt x="40" y="29"/>
                      <a:pt x="26" y="29"/>
                    </a:cubicBezTo>
                    <a:cubicBezTo>
                      <a:pt x="11" y="29"/>
                      <a:pt x="0" y="23"/>
                      <a:pt x="0" y="15"/>
                    </a:cubicBezTo>
                    <a:cubicBezTo>
                      <a:pt x="0" y="7"/>
                      <a:pt x="11" y="0"/>
                      <a:pt x="26" y="0"/>
                    </a:cubicBezTo>
                    <a:cubicBezTo>
                      <a:pt x="40" y="0"/>
                      <a:pt x="51" y="7"/>
                      <a:pt x="51" y="15"/>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50" name="Google Shape;750;p27"/>
              <p:cNvSpPr/>
              <p:nvPr/>
            </p:nvSpPr>
            <p:spPr>
              <a:xfrm>
                <a:off x="3422500" y="1217035"/>
                <a:ext cx="18720" cy="10440"/>
              </a:xfrm>
              <a:custGeom>
                <a:avLst/>
                <a:gdLst/>
                <a:ahLst/>
                <a:cxnLst/>
                <a:rect l="l" t="t" r="r" b="b"/>
                <a:pathLst>
                  <a:path w="52" h="29" extrusionOk="0">
                    <a:moveTo>
                      <a:pt x="52" y="15"/>
                    </a:moveTo>
                    <a:cubicBezTo>
                      <a:pt x="52" y="23"/>
                      <a:pt x="40" y="29"/>
                      <a:pt x="26" y="29"/>
                    </a:cubicBezTo>
                    <a:cubicBezTo>
                      <a:pt x="12" y="29"/>
                      <a:pt x="0" y="23"/>
                      <a:pt x="0" y="15"/>
                    </a:cubicBezTo>
                    <a:cubicBezTo>
                      <a:pt x="0" y="7"/>
                      <a:pt x="12" y="0"/>
                      <a:pt x="26" y="0"/>
                    </a:cubicBezTo>
                    <a:cubicBezTo>
                      <a:pt x="40" y="0"/>
                      <a:pt x="52" y="7"/>
                      <a:pt x="52" y="15"/>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sp>
        <p:nvSpPr>
          <p:cNvPr id="751" name="Google Shape;751;p27"/>
          <p:cNvSpPr txBox="1">
            <a:spLocks noGrp="1"/>
          </p:cNvSpPr>
          <p:nvPr>
            <p:ph type="ctrTitle"/>
          </p:nvPr>
        </p:nvSpPr>
        <p:spPr>
          <a:xfrm>
            <a:off x="1346231" y="645833"/>
            <a:ext cx="6450000" cy="1893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800" b="0" dirty="0">
                <a:latin typeface="Arial Rounded MT Bold" panose="020F0704030504030204" pitchFamily="34" charset="0"/>
                <a:ea typeface="Balsamiq Sans" panose="020B0604020202020204" charset="0"/>
                <a:cs typeface="Dreaming Outloud Pro" panose="03050502040302030504" pitchFamily="66" charset="0"/>
              </a:rPr>
              <a:t>Smart Bite</a:t>
            </a:r>
            <a:endParaRPr sz="4800" b="0" dirty="0">
              <a:latin typeface="Arial Rounded MT Bold" panose="020F0704030504030204" pitchFamily="34" charset="0"/>
              <a:ea typeface="Balsamiq Sans" panose="020B0604020202020204" charset="0"/>
              <a:cs typeface="Dreaming Outloud Pro" panose="03050502040302030504" pitchFamily="66" charset="0"/>
            </a:endParaRPr>
          </a:p>
        </p:txBody>
      </p:sp>
      <p:sp>
        <p:nvSpPr>
          <p:cNvPr id="752" name="Google Shape;752;p27"/>
          <p:cNvSpPr txBox="1">
            <a:spLocks noGrp="1"/>
          </p:cNvSpPr>
          <p:nvPr>
            <p:ph type="subTitle" idx="1"/>
          </p:nvPr>
        </p:nvSpPr>
        <p:spPr>
          <a:xfrm>
            <a:off x="3042085" y="2217092"/>
            <a:ext cx="3045182" cy="172951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Mahmoud Samer 231006523</a:t>
            </a:r>
          </a:p>
          <a:p>
            <a:pPr marL="0" lvl="0" indent="0" algn="ctr" rtl="0">
              <a:spcBef>
                <a:spcPts val="0"/>
              </a:spcBef>
              <a:spcAft>
                <a:spcPts val="0"/>
              </a:spcAft>
              <a:buNone/>
            </a:pPr>
            <a:r>
              <a:rPr lang="en-US" dirty="0"/>
              <a:t>Rawan Atef 231005789</a:t>
            </a:r>
          </a:p>
          <a:p>
            <a:pPr marL="0" lvl="0" indent="0" algn="ctr" rtl="0">
              <a:spcBef>
                <a:spcPts val="0"/>
              </a:spcBef>
              <a:spcAft>
                <a:spcPts val="0"/>
              </a:spcAft>
              <a:buNone/>
            </a:pPr>
            <a:r>
              <a:rPr lang="en-US" dirty="0"/>
              <a:t>Retaj Ali 231005689</a:t>
            </a:r>
          </a:p>
          <a:p>
            <a:pPr marL="0" lvl="0" indent="0" algn="ctr" rtl="0">
              <a:spcBef>
                <a:spcPts val="0"/>
              </a:spcBef>
              <a:spcAft>
                <a:spcPts val="0"/>
              </a:spcAft>
              <a:buNone/>
            </a:pPr>
            <a:r>
              <a:rPr lang="en-US" dirty="0"/>
              <a:t>Rokaya Hamdy 231006586</a:t>
            </a:r>
          </a:p>
          <a:p>
            <a:pPr marL="0" lvl="0" indent="0" algn="ctr" rtl="0">
              <a:spcBef>
                <a:spcPts val="0"/>
              </a:spcBef>
              <a:spcAft>
                <a:spcPts val="0"/>
              </a:spcAft>
              <a:buNone/>
            </a:pPr>
            <a:r>
              <a:rPr lang="en-US" dirty="0"/>
              <a:t>Youssef Karim 231014449</a:t>
            </a:r>
          </a:p>
          <a:p>
            <a:pPr marL="0" lvl="0" indent="0" algn="ctr" rtl="0">
              <a:spcBef>
                <a:spcPts val="0"/>
              </a:spcBef>
              <a:spcAft>
                <a:spcPts val="0"/>
              </a:spcAft>
              <a:buNone/>
            </a:pPr>
            <a:r>
              <a:rPr lang="en-US" dirty="0"/>
              <a:t>Youssef Mahmoud 231006058</a:t>
            </a:r>
            <a:endParaRPr dirty="0"/>
          </a:p>
        </p:txBody>
      </p:sp>
      <p:grpSp>
        <p:nvGrpSpPr>
          <p:cNvPr id="753" name="Google Shape;753;p27"/>
          <p:cNvGrpSpPr/>
          <p:nvPr/>
        </p:nvGrpSpPr>
        <p:grpSpPr>
          <a:xfrm rot="-723950">
            <a:off x="862165" y="3441854"/>
            <a:ext cx="1122655" cy="1169883"/>
            <a:chOff x="5986781" y="1108815"/>
            <a:chExt cx="315720" cy="329040"/>
          </a:xfrm>
        </p:grpSpPr>
        <p:sp>
          <p:nvSpPr>
            <p:cNvPr id="754" name="Google Shape;754;p27"/>
            <p:cNvSpPr/>
            <p:nvPr/>
          </p:nvSpPr>
          <p:spPr>
            <a:xfrm>
              <a:off x="5986781" y="1108815"/>
              <a:ext cx="315720" cy="329040"/>
            </a:xfrm>
            <a:custGeom>
              <a:avLst/>
              <a:gdLst/>
              <a:ahLst/>
              <a:cxnLst/>
              <a:rect l="l" t="t" r="r" b="b"/>
              <a:pathLst>
                <a:path w="877" h="914" extrusionOk="0">
                  <a:moveTo>
                    <a:pt x="88" y="380"/>
                  </a:moveTo>
                  <a:cubicBezTo>
                    <a:pt x="88" y="425"/>
                    <a:pt x="89" y="469"/>
                    <a:pt x="89" y="514"/>
                  </a:cubicBezTo>
                  <a:cubicBezTo>
                    <a:pt x="89" y="577"/>
                    <a:pt x="90" y="641"/>
                    <a:pt x="90" y="705"/>
                  </a:cubicBezTo>
                  <a:cubicBezTo>
                    <a:pt x="90" y="762"/>
                    <a:pt x="83" y="822"/>
                    <a:pt x="90" y="878"/>
                  </a:cubicBezTo>
                  <a:cubicBezTo>
                    <a:pt x="90" y="883"/>
                    <a:pt x="91" y="889"/>
                    <a:pt x="94" y="893"/>
                  </a:cubicBezTo>
                  <a:cubicBezTo>
                    <a:pt x="96" y="898"/>
                    <a:pt x="100" y="901"/>
                    <a:pt x="105" y="903"/>
                  </a:cubicBezTo>
                  <a:cubicBezTo>
                    <a:pt x="105" y="904"/>
                    <a:pt x="106" y="904"/>
                    <a:pt x="106" y="904"/>
                  </a:cubicBezTo>
                  <a:cubicBezTo>
                    <a:pt x="107" y="904"/>
                    <a:pt x="108" y="905"/>
                    <a:pt x="109" y="905"/>
                  </a:cubicBezTo>
                  <a:cubicBezTo>
                    <a:pt x="110" y="905"/>
                    <a:pt x="112" y="906"/>
                    <a:pt x="114" y="906"/>
                  </a:cubicBezTo>
                  <a:cubicBezTo>
                    <a:pt x="119" y="907"/>
                    <a:pt x="124" y="908"/>
                    <a:pt x="129" y="908"/>
                  </a:cubicBezTo>
                  <a:cubicBezTo>
                    <a:pt x="132" y="908"/>
                    <a:pt x="135" y="908"/>
                    <a:pt x="138" y="908"/>
                  </a:cubicBezTo>
                  <a:cubicBezTo>
                    <a:pt x="143" y="908"/>
                    <a:pt x="149" y="908"/>
                    <a:pt x="154" y="908"/>
                  </a:cubicBezTo>
                  <a:lnTo>
                    <a:pt x="154" y="908"/>
                  </a:lnTo>
                  <a:cubicBezTo>
                    <a:pt x="157" y="908"/>
                    <a:pt x="160" y="908"/>
                    <a:pt x="163" y="908"/>
                  </a:cubicBezTo>
                  <a:cubicBezTo>
                    <a:pt x="168" y="908"/>
                    <a:pt x="174" y="908"/>
                    <a:pt x="179" y="909"/>
                  </a:cubicBezTo>
                  <a:cubicBezTo>
                    <a:pt x="184" y="909"/>
                    <a:pt x="188" y="909"/>
                    <a:pt x="193" y="909"/>
                  </a:cubicBezTo>
                  <a:cubicBezTo>
                    <a:pt x="198" y="909"/>
                    <a:pt x="203" y="909"/>
                    <a:pt x="208" y="909"/>
                  </a:cubicBezTo>
                  <a:cubicBezTo>
                    <a:pt x="212" y="909"/>
                    <a:pt x="217" y="909"/>
                    <a:pt x="222" y="908"/>
                  </a:cubicBezTo>
                  <a:cubicBezTo>
                    <a:pt x="227" y="908"/>
                    <a:pt x="232" y="909"/>
                    <a:pt x="237" y="909"/>
                  </a:cubicBezTo>
                  <a:cubicBezTo>
                    <a:pt x="270" y="910"/>
                    <a:pt x="304" y="911"/>
                    <a:pt x="338" y="911"/>
                  </a:cubicBezTo>
                  <a:cubicBezTo>
                    <a:pt x="372" y="912"/>
                    <a:pt x="406" y="913"/>
                    <a:pt x="440" y="913"/>
                  </a:cubicBezTo>
                  <a:cubicBezTo>
                    <a:pt x="462" y="913"/>
                    <a:pt x="484" y="914"/>
                    <a:pt x="506" y="914"/>
                  </a:cubicBezTo>
                  <a:cubicBezTo>
                    <a:pt x="528" y="914"/>
                    <a:pt x="550" y="913"/>
                    <a:pt x="571" y="913"/>
                  </a:cubicBezTo>
                  <a:cubicBezTo>
                    <a:pt x="615" y="913"/>
                    <a:pt x="659" y="912"/>
                    <a:pt x="703" y="912"/>
                  </a:cubicBezTo>
                  <a:cubicBezTo>
                    <a:pt x="713" y="911"/>
                    <a:pt x="724" y="912"/>
                    <a:pt x="735" y="912"/>
                  </a:cubicBezTo>
                  <a:cubicBezTo>
                    <a:pt x="738" y="912"/>
                    <a:pt x="741" y="912"/>
                    <a:pt x="744" y="912"/>
                  </a:cubicBezTo>
                  <a:cubicBezTo>
                    <a:pt x="755" y="912"/>
                    <a:pt x="766" y="911"/>
                    <a:pt x="775" y="908"/>
                  </a:cubicBezTo>
                  <a:cubicBezTo>
                    <a:pt x="778" y="908"/>
                    <a:pt x="780" y="907"/>
                    <a:pt x="782" y="906"/>
                  </a:cubicBezTo>
                  <a:cubicBezTo>
                    <a:pt x="789" y="902"/>
                    <a:pt x="795" y="897"/>
                    <a:pt x="799" y="889"/>
                  </a:cubicBezTo>
                  <a:cubicBezTo>
                    <a:pt x="801" y="883"/>
                    <a:pt x="803" y="875"/>
                    <a:pt x="803" y="866"/>
                  </a:cubicBezTo>
                  <a:cubicBezTo>
                    <a:pt x="803" y="844"/>
                    <a:pt x="803" y="823"/>
                    <a:pt x="802" y="801"/>
                  </a:cubicBezTo>
                  <a:cubicBezTo>
                    <a:pt x="802" y="780"/>
                    <a:pt x="801" y="758"/>
                    <a:pt x="801" y="737"/>
                  </a:cubicBezTo>
                  <a:cubicBezTo>
                    <a:pt x="800" y="697"/>
                    <a:pt x="798" y="657"/>
                    <a:pt x="795" y="618"/>
                  </a:cubicBezTo>
                  <a:cubicBezTo>
                    <a:pt x="793" y="578"/>
                    <a:pt x="791" y="538"/>
                    <a:pt x="789" y="499"/>
                  </a:cubicBezTo>
                  <a:cubicBezTo>
                    <a:pt x="788" y="489"/>
                    <a:pt x="788" y="480"/>
                    <a:pt x="787" y="470"/>
                  </a:cubicBezTo>
                  <a:cubicBezTo>
                    <a:pt x="785" y="438"/>
                    <a:pt x="782" y="406"/>
                    <a:pt x="779" y="374"/>
                  </a:cubicBezTo>
                  <a:cubicBezTo>
                    <a:pt x="779" y="372"/>
                    <a:pt x="779" y="369"/>
                    <a:pt x="781" y="368"/>
                  </a:cubicBezTo>
                  <a:cubicBezTo>
                    <a:pt x="782" y="367"/>
                    <a:pt x="783" y="366"/>
                    <a:pt x="784" y="366"/>
                  </a:cubicBezTo>
                  <a:cubicBezTo>
                    <a:pt x="819" y="355"/>
                    <a:pt x="847" y="309"/>
                    <a:pt x="860" y="277"/>
                  </a:cubicBezTo>
                  <a:cubicBezTo>
                    <a:pt x="872" y="249"/>
                    <a:pt x="877" y="219"/>
                    <a:pt x="877" y="189"/>
                  </a:cubicBezTo>
                  <a:lnTo>
                    <a:pt x="877" y="189"/>
                  </a:lnTo>
                  <a:lnTo>
                    <a:pt x="877" y="189"/>
                  </a:lnTo>
                  <a:cubicBezTo>
                    <a:pt x="877" y="187"/>
                    <a:pt x="876" y="184"/>
                    <a:pt x="876" y="182"/>
                  </a:cubicBezTo>
                  <a:cubicBezTo>
                    <a:pt x="876" y="179"/>
                    <a:pt x="876" y="175"/>
                    <a:pt x="876" y="172"/>
                  </a:cubicBezTo>
                  <a:cubicBezTo>
                    <a:pt x="875" y="163"/>
                    <a:pt x="873" y="154"/>
                    <a:pt x="871" y="145"/>
                  </a:cubicBezTo>
                  <a:cubicBezTo>
                    <a:pt x="869" y="136"/>
                    <a:pt x="866" y="128"/>
                    <a:pt x="863" y="119"/>
                  </a:cubicBezTo>
                  <a:cubicBezTo>
                    <a:pt x="856" y="100"/>
                    <a:pt x="845" y="83"/>
                    <a:pt x="833" y="67"/>
                  </a:cubicBezTo>
                  <a:cubicBezTo>
                    <a:pt x="832" y="67"/>
                    <a:pt x="832" y="67"/>
                    <a:pt x="832" y="66"/>
                  </a:cubicBezTo>
                  <a:cubicBezTo>
                    <a:pt x="830" y="64"/>
                    <a:pt x="828" y="62"/>
                    <a:pt x="827" y="60"/>
                  </a:cubicBezTo>
                  <a:cubicBezTo>
                    <a:pt x="826" y="60"/>
                    <a:pt x="826" y="59"/>
                    <a:pt x="825" y="59"/>
                  </a:cubicBezTo>
                  <a:cubicBezTo>
                    <a:pt x="822" y="56"/>
                    <a:pt x="819" y="53"/>
                    <a:pt x="816" y="50"/>
                  </a:cubicBezTo>
                  <a:cubicBezTo>
                    <a:pt x="815" y="49"/>
                    <a:pt x="814" y="48"/>
                    <a:pt x="812" y="46"/>
                  </a:cubicBezTo>
                  <a:cubicBezTo>
                    <a:pt x="811" y="45"/>
                    <a:pt x="809" y="44"/>
                    <a:pt x="808" y="43"/>
                  </a:cubicBezTo>
                  <a:cubicBezTo>
                    <a:pt x="806" y="41"/>
                    <a:pt x="804" y="39"/>
                    <a:pt x="802" y="38"/>
                  </a:cubicBezTo>
                  <a:cubicBezTo>
                    <a:pt x="800" y="37"/>
                    <a:pt x="799" y="36"/>
                    <a:pt x="797" y="35"/>
                  </a:cubicBezTo>
                  <a:cubicBezTo>
                    <a:pt x="795" y="33"/>
                    <a:pt x="793" y="32"/>
                    <a:pt x="790" y="30"/>
                  </a:cubicBezTo>
                  <a:cubicBezTo>
                    <a:pt x="789" y="29"/>
                    <a:pt x="788" y="29"/>
                    <a:pt x="787" y="28"/>
                  </a:cubicBezTo>
                  <a:cubicBezTo>
                    <a:pt x="783" y="26"/>
                    <a:pt x="780" y="24"/>
                    <a:pt x="777" y="23"/>
                  </a:cubicBezTo>
                  <a:cubicBezTo>
                    <a:pt x="776" y="22"/>
                    <a:pt x="776" y="22"/>
                    <a:pt x="776" y="22"/>
                  </a:cubicBezTo>
                  <a:cubicBezTo>
                    <a:pt x="772" y="20"/>
                    <a:pt x="769" y="19"/>
                    <a:pt x="766" y="17"/>
                  </a:cubicBezTo>
                  <a:cubicBezTo>
                    <a:pt x="765" y="17"/>
                    <a:pt x="764" y="17"/>
                    <a:pt x="762" y="16"/>
                  </a:cubicBezTo>
                  <a:cubicBezTo>
                    <a:pt x="759" y="15"/>
                    <a:pt x="755" y="13"/>
                    <a:pt x="751" y="12"/>
                  </a:cubicBezTo>
                  <a:cubicBezTo>
                    <a:pt x="737" y="8"/>
                    <a:pt x="723" y="5"/>
                    <a:pt x="709" y="3"/>
                  </a:cubicBezTo>
                  <a:cubicBezTo>
                    <a:pt x="704" y="3"/>
                    <a:pt x="700" y="2"/>
                    <a:pt x="695" y="2"/>
                  </a:cubicBezTo>
                  <a:cubicBezTo>
                    <a:pt x="685" y="1"/>
                    <a:pt x="676" y="0"/>
                    <a:pt x="666" y="0"/>
                  </a:cubicBezTo>
                  <a:cubicBezTo>
                    <a:pt x="656" y="0"/>
                    <a:pt x="647" y="0"/>
                    <a:pt x="638" y="1"/>
                  </a:cubicBezTo>
                  <a:cubicBezTo>
                    <a:pt x="618" y="2"/>
                    <a:pt x="598" y="5"/>
                    <a:pt x="578" y="10"/>
                  </a:cubicBezTo>
                  <a:cubicBezTo>
                    <a:pt x="568" y="13"/>
                    <a:pt x="558" y="16"/>
                    <a:pt x="548" y="19"/>
                  </a:cubicBezTo>
                  <a:cubicBezTo>
                    <a:pt x="543" y="21"/>
                    <a:pt x="538" y="22"/>
                    <a:pt x="533" y="24"/>
                  </a:cubicBezTo>
                  <a:cubicBezTo>
                    <a:pt x="524" y="28"/>
                    <a:pt x="514" y="33"/>
                    <a:pt x="505" y="38"/>
                  </a:cubicBezTo>
                  <a:cubicBezTo>
                    <a:pt x="478" y="52"/>
                    <a:pt x="454" y="72"/>
                    <a:pt x="437" y="97"/>
                  </a:cubicBezTo>
                  <a:cubicBezTo>
                    <a:pt x="435" y="101"/>
                    <a:pt x="432" y="105"/>
                    <a:pt x="430" y="110"/>
                  </a:cubicBezTo>
                  <a:cubicBezTo>
                    <a:pt x="426" y="106"/>
                    <a:pt x="422" y="102"/>
                    <a:pt x="418" y="99"/>
                  </a:cubicBezTo>
                  <a:cubicBezTo>
                    <a:pt x="418" y="98"/>
                    <a:pt x="417" y="98"/>
                    <a:pt x="417" y="97"/>
                  </a:cubicBezTo>
                  <a:cubicBezTo>
                    <a:pt x="416" y="97"/>
                    <a:pt x="416" y="96"/>
                    <a:pt x="416" y="96"/>
                  </a:cubicBezTo>
                  <a:cubicBezTo>
                    <a:pt x="412" y="93"/>
                    <a:pt x="409" y="90"/>
                    <a:pt x="405" y="87"/>
                  </a:cubicBezTo>
                  <a:cubicBezTo>
                    <a:pt x="405" y="86"/>
                    <a:pt x="404" y="86"/>
                    <a:pt x="404" y="85"/>
                  </a:cubicBezTo>
                  <a:cubicBezTo>
                    <a:pt x="403" y="85"/>
                    <a:pt x="403" y="85"/>
                    <a:pt x="403" y="85"/>
                  </a:cubicBezTo>
                  <a:cubicBezTo>
                    <a:pt x="402" y="84"/>
                    <a:pt x="402" y="84"/>
                    <a:pt x="401" y="83"/>
                  </a:cubicBezTo>
                  <a:cubicBezTo>
                    <a:pt x="397" y="80"/>
                    <a:pt x="393" y="76"/>
                    <a:pt x="388" y="73"/>
                  </a:cubicBezTo>
                  <a:cubicBezTo>
                    <a:pt x="388" y="73"/>
                    <a:pt x="387" y="72"/>
                    <a:pt x="386" y="72"/>
                  </a:cubicBezTo>
                  <a:cubicBezTo>
                    <a:pt x="382" y="68"/>
                    <a:pt x="378" y="65"/>
                    <a:pt x="373" y="62"/>
                  </a:cubicBezTo>
                  <a:cubicBezTo>
                    <a:pt x="373" y="61"/>
                    <a:pt x="372" y="61"/>
                    <a:pt x="372" y="61"/>
                  </a:cubicBezTo>
                  <a:cubicBezTo>
                    <a:pt x="367" y="58"/>
                    <a:pt x="362" y="54"/>
                    <a:pt x="358" y="52"/>
                  </a:cubicBezTo>
                  <a:cubicBezTo>
                    <a:pt x="357" y="51"/>
                    <a:pt x="357" y="51"/>
                    <a:pt x="357" y="51"/>
                  </a:cubicBezTo>
                  <a:cubicBezTo>
                    <a:pt x="347" y="45"/>
                    <a:pt x="337" y="39"/>
                    <a:pt x="326" y="34"/>
                  </a:cubicBezTo>
                  <a:lnTo>
                    <a:pt x="326" y="34"/>
                  </a:lnTo>
                  <a:cubicBezTo>
                    <a:pt x="321" y="32"/>
                    <a:pt x="315" y="30"/>
                    <a:pt x="310" y="27"/>
                  </a:cubicBezTo>
                  <a:lnTo>
                    <a:pt x="309" y="27"/>
                  </a:lnTo>
                  <a:cubicBezTo>
                    <a:pt x="304" y="25"/>
                    <a:pt x="299" y="23"/>
                    <a:pt x="294" y="21"/>
                  </a:cubicBezTo>
                  <a:cubicBezTo>
                    <a:pt x="293" y="21"/>
                    <a:pt x="293" y="21"/>
                    <a:pt x="293" y="21"/>
                  </a:cubicBezTo>
                  <a:cubicBezTo>
                    <a:pt x="287" y="19"/>
                    <a:pt x="282" y="18"/>
                    <a:pt x="277" y="17"/>
                  </a:cubicBezTo>
                  <a:cubicBezTo>
                    <a:pt x="276" y="17"/>
                    <a:pt x="276" y="17"/>
                    <a:pt x="276" y="16"/>
                  </a:cubicBezTo>
                  <a:cubicBezTo>
                    <a:pt x="254" y="11"/>
                    <a:pt x="230" y="9"/>
                    <a:pt x="207" y="10"/>
                  </a:cubicBezTo>
                  <a:lnTo>
                    <a:pt x="206" y="10"/>
                  </a:lnTo>
                  <a:cubicBezTo>
                    <a:pt x="200" y="11"/>
                    <a:pt x="195" y="11"/>
                    <a:pt x="189" y="12"/>
                  </a:cubicBezTo>
                  <a:lnTo>
                    <a:pt x="188" y="12"/>
                  </a:lnTo>
                  <a:cubicBezTo>
                    <a:pt x="182" y="13"/>
                    <a:pt x="176" y="14"/>
                    <a:pt x="170" y="16"/>
                  </a:cubicBezTo>
                  <a:lnTo>
                    <a:pt x="170" y="16"/>
                  </a:lnTo>
                  <a:cubicBezTo>
                    <a:pt x="161" y="18"/>
                    <a:pt x="152" y="21"/>
                    <a:pt x="142" y="24"/>
                  </a:cubicBezTo>
                  <a:cubicBezTo>
                    <a:pt x="72" y="49"/>
                    <a:pt x="15" y="108"/>
                    <a:pt x="4" y="183"/>
                  </a:cubicBezTo>
                  <a:cubicBezTo>
                    <a:pt x="-8" y="260"/>
                    <a:pt x="8" y="347"/>
                    <a:pt x="88" y="38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755" name="Google Shape;755;p27"/>
            <p:cNvGrpSpPr/>
            <p:nvPr/>
          </p:nvGrpSpPr>
          <p:grpSpPr>
            <a:xfrm>
              <a:off x="5986781" y="1108995"/>
              <a:ext cx="315720" cy="328680"/>
              <a:chOff x="6064920" y="1695240"/>
              <a:chExt cx="315720" cy="328680"/>
            </a:xfrm>
          </p:grpSpPr>
          <p:sp>
            <p:nvSpPr>
              <p:cNvPr id="756" name="Google Shape;756;p27"/>
              <p:cNvSpPr/>
              <p:nvPr/>
            </p:nvSpPr>
            <p:spPr>
              <a:xfrm>
                <a:off x="6064920" y="1695240"/>
                <a:ext cx="315720" cy="328680"/>
              </a:xfrm>
              <a:custGeom>
                <a:avLst/>
                <a:gdLst/>
                <a:ahLst/>
                <a:cxnLst/>
                <a:rect l="l" t="t" r="r" b="b"/>
                <a:pathLst>
                  <a:path w="877" h="913" extrusionOk="0">
                    <a:moveTo>
                      <a:pt x="440" y="913"/>
                    </a:moveTo>
                    <a:cubicBezTo>
                      <a:pt x="528" y="914"/>
                      <a:pt x="615" y="913"/>
                      <a:pt x="703" y="911"/>
                    </a:cubicBezTo>
                    <a:cubicBezTo>
                      <a:pt x="743" y="910"/>
                      <a:pt x="803" y="924"/>
                      <a:pt x="803" y="866"/>
                    </a:cubicBezTo>
                    <a:cubicBezTo>
                      <a:pt x="803" y="822"/>
                      <a:pt x="802" y="779"/>
                      <a:pt x="801" y="736"/>
                    </a:cubicBezTo>
                    <a:cubicBezTo>
                      <a:pt x="798" y="657"/>
                      <a:pt x="793" y="578"/>
                      <a:pt x="789" y="498"/>
                    </a:cubicBezTo>
                    <a:cubicBezTo>
                      <a:pt x="787" y="457"/>
                      <a:pt x="783" y="415"/>
                      <a:pt x="779" y="374"/>
                    </a:cubicBezTo>
                    <a:cubicBezTo>
                      <a:pt x="779" y="372"/>
                      <a:pt x="779" y="369"/>
                      <a:pt x="781" y="367"/>
                    </a:cubicBezTo>
                    <a:cubicBezTo>
                      <a:pt x="782" y="366"/>
                      <a:pt x="783" y="366"/>
                      <a:pt x="784" y="366"/>
                    </a:cubicBezTo>
                    <a:cubicBezTo>
                      <a:pt x="818" y="354"/>
                      <a:pt x="847" y="308"/>
                      <a:pt x="860" y="276"/>
                    </a:cubicBezTo>
                    <a:cubicBezTo>
                      <a:pt x="874" y="243"/>
                      <a:pt x="879" y="207"/>
                      <a:pt x="876" y="171"/>
                    </a:cubicBezTo>
                    <a:cubicBezTo>
                      <a:pt x="868" y="98"/>
                      <a:pt x="822" y="34"/>
                      <a:pt x="751" y="12"/>
                    </a:cubicBezTo>
                    <a:cubicBezTo>
                      <a:pt x="715" y="1"/>
                      <a:pt x="675" y="-2"/>
                      <a:pt x="638" y="1"/>
                    </a:cubicBezTo>
                    <a:cubicBezTo>
                      <a:pt x="561" y="6"/>
                      <a:pt x="467" y="38"/>
                      <a:pt x="430" y="109"/>
                    </a:cubicBezTo>
                    <a:cubicBezTo>
                      <a:pt x="351" y="30"/>
                      <a:pt x="251" y="-15"/>
                      <a:pt x="142" y="24"/>
                    </a:cubicBezTo>
                    <a:cubicBezTo>
                      <a:pt x="72" y="49"/>
                      <a:pt x="15" y="108"/>
                      <a:pt x="4" y="183"/>
                    </a:cubicBezTo>
                    <a:cubicBezTo>
                      <a:pt x="-8" y="260"/>
                      <a:pt x="8" y="347"/>
                      <a:pt x="88" y="380"/>
                    </a:cubicBezTo>
                    <a:cubicBezTo>
                      <a:pt x="88" y="424"/>
                      <a:pt x="89" y="469"/>
                      <a:pt x="89" y="513"/>
                    </a:cubicBezTo>
                    <a:cubicBezTo>
                      <a:pt x="89" y="577"/>
                      <a:pt x="90" y="641"/>
                      <a:pt x="90" y="705"/>
                    </a:cubicBezTo>
                    <a:cubicBezTo>
                      <a:pt x="90" y="761"/>
                      <a:pt x="83" y="822"/>
                      <a:pt x="90" y="877"/>
                    </a:cubicBezTo>
                    <a:cubicBezTo>
                      <a:pt x="90" y="883"/>
                      <a:pt x="91" y="888"/>
                      <a:pt x="94" y="893"/>
                    </a:cubicBezTo>
                    <a:cubicBezTo>
                      <a:pt x="98" y="900"/>
                      <a:pt x="106" y="904"/>
                      <a:pt x="114" y="906"/>
                    </a:cubicBezTo>
                    <a:cubicBezTo>
                      <a:pt x="134" y="909"/>
                      <a:pt x="158" y="907"/>
                      <a:pt x="179" y="908"/>
                    </a:cubicBezTo>
                    <a:cubicBezTo>
                      <a:pt x="198" y="909"/>
                      <a:pt x="217" y="908"/>
                      <a:pt x="236" y="908"/>
                    </a:cubicBezTo>
                    <a:cubicBezTo>
                      <a:pt x="304" y="911"/>
                      <a:pt x="372" y="912"/>
                      <a:pt x="440" y="91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57" name="Google Shape;757;p27"/>
              <p:cNvSpPr/>
              <p:nvPr/>
            </p:nvSpPr>
            <p:spPr>
              <a:xfrm>
                <a:off x="6089760" y="1715400"/>
                <a:ext cx="270360" cy="294120"/>
              </a:xfrm>
              <a:custGeom>
                <a:avLst/>
                <a:gdLst/>
                <a:ahLst/>
                <a:cxnLst/>
                <a:rect l="l" t="t" r="r" b="b"/>
                <a:pathLst>
                  <a:path w="751" h="817" extrusionOk="0">
                    <a:moveTo>
                      <a:pt x="373" y="817"/>
                    </a:moveTo>
                    <a:cubicBezTo>
                      <a:pt x="449" y="817"/>
                      <a:pt x="526" y="817"/>
                      <a:pt x="602" y="815"/>
                    </a:cubicBezTo>
                    <a:cubicBezTo>
                      <a:pt x="637" y="815"/>
                      <a:pt x="690" y="826"/>
                      <a:pt x="689" y="775"/>
                    </a:cubicBezTo>
                    <a:cubicBezTo>
                      <a:pt x="689" y="737"/>
                      <a:pt x="688" y="706"/>
                      <a:pt x="687" y="668"/>
                    </a:cubicBezTo>
                    <a:cubicBezTo>
                      <a:pt x="685" y="578"/>
                      <a:pt x="682" y="486"/>
                      <a:pt x="673" y="397"/>
                    </a:cubicBezTo>
                    <a:cubicBezTo>
                      <a:pt x="669" y="358"/>
                      <a:pt x="664" y="319"/>
                      <a:pt x="670" y="280"/>
                    </a:cubicBezTo>
                    <a:cubicBezTo>
                      <a:pt x="697" y="271"/>
                      <a:pt x="718" y="251"/>
                      <a:pt x="730" y="225"/>
                    </a:cubicBezTo>
                    <a:cubicBezTo>
                      <a:pt x="742" y="200"/>
                      <a:pt x="754" y="167"/>
                      <a:pt x="751" y="139"/>
                    </a:cubicBezTo>
                    <a:cubicBezTo>
                      <a:pt x="747" y="89"/>
                      <a:pt x="728" y="48"/>
                      <a:pt x="683" y="24"/>
                    </a:cubicBezTo>
                    <a:cubicBezTo>
                      <a:pt x="648" y="6"/>
                      <a:pt x="607" y="-1"/>
                      <a:pt x="568" y="0"/>
                    </a:cubicBezTo>
                    <a:cubicBezTo>
                      <a:pt x="486" y="2"/>
                      <a:pt x="404" y="40"/>
                      <a:pt x="364" y="115"/>
                    </a:cubicBezTo>
                    <a:cubicBezTo>
                      <a:pt x="296" y="46"/>
                      <a:pt x="209" y="-9"/>
                      <a:pt x="114" y="26"/>
                    </a:cubicBezTo>
                    <a:cubicBezTo>
                      <a:pt x="65" y="43"/>
                      <a:pt x="21" y="87"/>
                      <a:pt x="7" y="138"/>
                    </a:cubicBezTo>
                    <a:cubicBezTo>
                      <a:pt x="-9" y="191"/>
                      <a:pt x="2" y="263"/>
                      <a:pt x="66" y="273"/>
                    </a:cubicBezTo>
                    <a:cubicBezTo>
                      <a:pt x="64" y="332"/>
                      <a:pt x="67" y="391"/>
                      <a:pt x="67" y="450"/>
                    </a:cubicBezTo>
                    <a:cubicBezTo>
                      <a:pt x="68" y="507"/>
                      <a:pt x="68" y="563"/>
                      <a:pt x="68" y="619"/>
                    </a:cubicBezTo>
                    <a:cubicBezTo>
                      <a:pt x="69" y="669"/>
                      <a:pt x="63" y="736"/>
                      <a:pt x="68" y="785"/>
                    </a:cubicBezTo>
                    <a:cubicBezTo>
                      <a:pt x="69" y="790"/>
                      <a:pt x="69" y="795"/>
                      <a:pt x="72" y="799"/>
                    </a:cubicBezTo>
                    <a:cubicBezTo>
                      <a:pt x="75" y="806"/>
                      <a:pt x="82" y="809"/>
                      <a:pt x="89" y="810"/>
                    </a:cubicBezTo>
                    <a:cubicBezTo>
                      <a:pt x="106" y="813"/>
                      <a:pt x="128" y="812"/>
                      <a:pt x="146" y="812"/>
                    </a:cubicBezTo>
                    <a:cubicBezTo>
                      <a:pt x="162" y="813"/>
                      <a:pt x="179" y="812"/>
                      <a:pt x="196" y="813"/>
                    </a:cubicBezTo>
                    <a:cubicBezTo>
                      <a:pt x="255" y="815"/>
                      <a:pt x="314" y="816"/>
                      <a:pt x="373" y="817"/>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58" name="Google Shape;758;p27"/>
              <p:cNvSpPr/>
              <p:nvPr/>
            </p:nvSpPr>
            <p:spPr>
              <a:xfrm>
                <a:off x="6163920" y="1832400"/>
                <a:ext cx="20160" cy="21240"/>
              </a:xfrm>
              <a:custGeom>
                <a:avLst/>
                <a:gdLst/>
                <a:ahLst/>
                <a:cxnLst/>
                <a:rect l="l" t="t" r="r" b="b"/>
                <a:pathLst>
                  <a:path w="56" h="59" extrusionOk="0">
                    <a:moveTo>
                      <a:pt x="28" y="59"/>
                    </a:moveTo>
                    <a:cubicBezTo>
                      <a:pt x="66" y="59"/>
                      <a:pt x="66" y="1"/>
                      <a:pt x="29" y="0"/>
                    </a:cubicBezTo>
                    <a:cubicBezTo>
                      <a:pt x="-9" y="0"/>
                      <a:pt x="-10" y="58"/>
                      <a:pt x="28" y="5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59" name="Google Shape;759;p27"/>
              <p:cNvSpPr/>
              <p:nvPr/>
            </p:nvSpPr>
            <p:spPr>
              <a:xfrm>
                <a:off x="6265440" y="1833840"/>
                <a:ext cx="20520" cy="21240"/>
              </a:xfrm>
              <a:custGeom>
                <a:avLst/>
                <a:gdLst/>
                <a:ahLst/>
                <a:cxnLst/>
                <a:rect l="l" t="t" r="r" b="b"/>
                <a:pathLst>
                  <a:path w="57" h="59" extrusionOk="0">
                    <a:moveTo>
                      <a:pt x="28" y="59"/>
                    </a:moveTo>
                    <a:cubicBezTo>
                      <a:pt x="66" y="60"/>
                      <a:pt x="67" y="1"/>
                      <a:pt x="29" y="0"/>
                    </a:cubicBezTo>
                    <a:cubicBezTo>
                      <a:pt x="-9" y="0"/>
                      <a:pt x="-9" y="58"/>
                      <a:pt x="28" y="5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60" name="Google Shape;760;p27"/>
              <p:cNvSpPr/>
              <p:nvPr/>
            </p:nvSpPr>
            <p:spPr>
              <a:xfrm>
                <a:off x="6193800" y="1843560"/>
                <a:ext cx="61920" cy="37080"/>
              </a:xfrm>
              <a:custGeom>
                <a:avLst/>
                <a:gdLst/>
                <a:ahLst/>
                <a:cxnLst/>
                <a:rect l="l" t="t" r="r" b="b"/>
                <a:pathLst>
                  <a:path w="172" h="103" extrusionOk="0">
                    <a:moveTo>
                      <a:pt x="1" y="0"/>
                    </a:moveTo>
                    <a:cubicBezTo>
                      <a:pt x="1" y="2"/>
                      <a:pt x="0" y="4"/>
                      <a:pt x="0" y="6"/>
                    </a:cubicBezTo>
                    <a:cubicBezTo>
                      <a:pt x="0" y="59"/>
                      <a:pt x="37" y="103"/>
                      <a:pt x="85" y="103"/>
                    </a:cubicBezTo>
                    <a:cubicBezTo>
                      <a:pt x="132" y="104"/>
                      <a:pt x="172" y="61"/>
                      <a:pt x="172" y="8"/>
                    </a:cubicBezTo>
                    <a:cubicBezTo>
                      <a:pt x="172" y="6"/>
                      <a:pt x="172" y="4"/>
                      <a:pt x="172" y="2"/>
                    </a:cubicBezTo>
                    <a:lnTo>
                      <a:pt x="1"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61" name="Google Shape;761;p27"/>
              <p:cNvSpPr/>
              <p:nvPr/>
            </p:nvSpPr>
            <p:spPr>
              <a:xfrm>
                <a:off x="6203160" y="1861200"/>
                <a:ext cx="45720" cy="19440"/>
              </a:xfrm>
              <a:custGeom>
                <a:avLst/>
                <a:gdLst/>
                <a:ahLst/>
                <a:cxnLst/>
                <a:rect l="l" t="t" r="r" b="b"/>
                <a:pathLst>
                  <a:path w="127" h="54" extrusionOk="0">
                    <a:moveTo>
                      <a:pt x="127" y="19"/>
                    </a:moveTo>
                    <a:cubicBezTo>
                      <a:pt x="105" y="4"/>
                      <a:pt x="77" y="-3"/>
                      <a:pt x="51" y="1"/>
                    </a:cubicBezTo>
                    <a:cubicBezTo>
                      <a:pt x="32" y="5"/>
                      <a:pt x="14" y="14"/>
                      <a:pt x="0" y="26"/>
                    </a:cubicBezTo>
                    <a:cubicBezTo>
                      <a:pt x="15" y="43"/>
                      <a:pt x="36" y="54"/>
                      <a:pt x="59" y="54"/>
                    </a:cubicBezTo>
                    <a:cubicBezTo>
                      <a:pt x="86" y="55"/>
                      <a:pt x="111" y="41"/>
                      <a:pt x="127" y="1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62" name="Google Shape;762;p27"/>
              <p:cNvSpPr/>
              <p:nvPr/>
            </p:nvSpPr>
            <p:spPr>
              <a:xfrm>
                <a:off x="6154920" y="1861200"/>
                <a:ext cx="32760" cy="23760"/>
              </a:xfrm>
              <a:custGeom>
                <a:avLst/>
                <a:gdLst/>
                <a:ahLst/>
                <a:cxnLst/>
                <a:rect l="l" t="t" r="r" b="b"/>
                <a:pathLst>
                  <a:path w="91" h="66" extrusionOk="0">
                    <a:moveTo>
                      <a:pt x="91" y="34"/>
                    </a:moveTo>
                    <a:cubicBezTo>
                      <a:pt x="91" y="52"/>
                      <a:pt x="70" y="66"/>
                      <a:pt x="45" y="66"/>
                    </a:cubicBezTo>
                    <a:cubicBezTo>
                      <a:pt x="20" y="65"/>
                      <a:pt x="-1" y="51"/>
                      <a:pt x="0" y="32"/>
                    </a:cubicBezTo>
                    <a:cubicBezTo>
                      <a:pt x="0" y="14"/>
                      <a:pt x="21" y="0"/>
                      <a:pt x="46" y="0"/>
                    </a:cubicBezTo>
                    <a:cubicBezTo>
                      <a:pt x="71" y="1"/>
                      <a:pt x="91" y="16"/>
                      <a:pt x="91" y="34"/>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63" name="Google Shape;763;p27"/>
              <p:cNvSpPr/>
              <p:nvPr/>
            </p:nvSpPr>
            <p:spPr>
              <a:xfrm>
                <a:off x="6258960" y="1863360"/>
                <a:ext cx="32760" cy="23400"/>
              </a:xfrm>
              <a:custGeom>
                <a:avLst/>
                <a:gdLst/>
                <a:ahLst/>
                <a:cxnLst/>
                <a:rect l="l" t="t" r="r" b="b"/>
                <a:pathLst>
                  <a:path w="91" h="65" extrusionOk="0">
                    <a:moveTo>
                      <a:pt x="91" y="33"/>
                    </a:moveTo>
                    <a:cubicBezTo>
                      <a:pt x="91" y="51"/>
                      <a:pt x="70" y="66"/>
                      <a:pt x="45" y="65"/>
                    </a:cubicBezTo>
                    <a:cubicBezTo>
                      <a:pt x="20" y="65"/>
                      <a:pt x="0" y="50"/>
                      <a:pt x="0" y="32"/>
                    </a:cubicBezTo>
                    <a:cubicBezTo>
                      <a:pt x="0" y="14"/>
                      <a:pt x="21" y="-1"/>
                      <a:pt x="46" y="0"/>
                    </a:cubicBezTo>
                    <a:cubicBezTo>
                      <a:pt x="71" y="0"/>
                      <a:pt x="92" y="15"/>
                      <a:pt x="91" y="3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64" name="Google Shape;764;p27"/>
              <p:cNvSpPr/>
              <p:nvPr/>
            </p:nvSpPr>
            <p:spPr>
              <a:xfrm>
                <a:off x="6123240" y="1695240"/>
                <a:ext cx="257400" cy="124200"/>
              </a:xfrm>
              <a:custGeom>
                <a:avLst/>
                <a:gdLst/>
                <a:ahLst/>
                <a:cxnLst/>
                <a:rect l="l" t="t" r="r" b="b"/>
                <a:pathLst>
                  <a:path w="715" h="345" extrusionOk="0">
                    <a:moveTo>
                      <a:pt x="715" y="188"/>
                    </a:moveTo>
                    <a:cubicBezTo>
                      <a:pt x="714" y="183"/>
                      <a:pt x="714" y="177"/>
                      <a:pt x="714" y="171"/>
                    </a:cubicBezTo>
                    <a:cubicBezTo>
                      <a:pt x="706" y="98"/>
                      <a:pt x="660" y="34"/>
                      <a:pt x="589" y="12"/>
                    </a:cubicBezTo>
                    <a:cubicBezTo>
                      <a:pt x="553" y="1"/>
                      <a:pt x="513" y="-2"/>
                      <a:pt x="476" y="1"/>
                    </a:cubicBezTo>
                    <a:cubicBezTo>
                      <a:pt x="399" y="6"/>
                      <a:pt x="305" y="38"/>
                      <a:pt x="268" y="109"/>
                    </a:cubicBezTo>
                    <a:cubicBezTo>
                      <a:pt x="196" y="37"/>
                      <a:pt x="106" y="-7"/>
                      <a:pt x="8" y="15"/>
                    </a:cubicBezTo>
                    <a:cubicBezTo>
                      <a:pt x="3" y="33"/>
                      <a:pt x="-1" y="51"/>
                      <a:pt x="1" y="70"/>
                    </a:cubicBezTo>
                    <a:cubicBezTo>
                      <a:pt x="3" y="100"/>
                      <a:pt x="22" y="132"/>
                      <a:pt x="51" y="139"/>
                    </a:cubicBezTo>
                    <a:cubicBezTo>
                      <a:pt x="71" y="144"/>
                      <a:pt x="93" y="137"/>
                      <a:pt x="112" y="144"/>
                    </a:cubicBezTo>
                    <a:cubicBezTo>
                      <a:pt x="141" y="156"/>
                      <a:pt x="148" y="193"/>
                      <a:pt x="157" y="223"/>
                    </a:cubicBezTo>
                    <a:cubicBezTo>
                      <a:pt x="171" y="270"/>
                      <a:pt x="200" y="314"/>
                      <a:pt x="244" y="334"/>
                    </a:cubicBezTo>
                    <a:cubicBezTo>
                      <a:pt x="288" y="355"/>
                      <a:pt x="347" y="345"/>
                      <a:pt x="374" y="304"/>
                    </a:cubicBezTo>
                    <a:cubicBezTo>
                      <a:pt x="389" y="281"/>
                      <a:pt x="403" y="129"/>
                      <a:pt x="454" y="172"/>
                    </a:cubicBezTo>
                    <a:cubicBezTo>
                      <a:pt x="466" y="183"/>
                      <a:pt x="471" y="199"/>
                      <a:pt x="478" y="214"/>
                    </a:cubicBezTo>
                    <a:cubicBezTo>
                      <a:pt x="487" y="234"/>
                      <a:pt x="501" y="253"/>
                      <a:pt x="520" y="263"/>
                    </a:cubicBezTo>
                    <a:cubicBezTo>
                      <a:pt x="540" y="273"/>
                      <a:pt x="564" y="275"/>
                      <a:pt x="583" y="263"/>
                    </a:cubicBezTo>
                    <a:cubicBezTo>
                      <a:pt x="608" y="247"/>
                      <a:pt x="616" y="214"/>
                      <a:pt x="616" y="184"/>
                    </a:cubicBezTo>
                    <a:cubicBezTo>
                      <a:pt x="616" y="177"/>
                      <a:pt x="616" y="170"/>
                      <a:pt x="621" y="166"/>
                    </a:cubicBezTo>
                    <a:cubicBezTo>
                      <a:pt x="629" y="160"/>
                      <a:pt x="639" y="167"/>
                      <a:pt x="647" y="173"/>
                    </a:cubicBezTo>
                    <a:cubicBezTo>
                      <a:pt x="667" y="186"/>
                      <a:pt x="691" y="191"/>
                      <a:pt x="715" y="188"/>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65" name="Google Shape;765;p27"/>
              <p:cNvSpPr/>
              <p:nvPr/>
            </p:nvSpPr>
            <p:spPr>
              <a:xfrm>
                <a:off x="6272640" y="1757160"/>
                <a:ext cx="2160" cy="2520"/>
              </a:xfrm>
              <a:custGeom>
                <a:avLst/>
                <a:gdLst/>
                <a:ahLst/>
                <a:cxnLst/>
                <a:rect l="l" t="t" r="r" b="b"/>
                <a:pathLst>
                  <a:path w="6" h="7" extrusionOk="0">
                    <a:moveTo>
                      <a:pt x="0" y="5"/>
                    </a:moveTo>
                    <a:lnTo>
                      <a:pt x="1" y="7"/>
                    </a:lnTo>
                    <a:cubicBezTo>
                      <a:pt x="2" y="4"/>
                      <a:pt x="4" y="2"/>
                      <a:pt x="6" y="0"/>
                    </a:cubicBezTo>
                    <a:cubicBezTo>
                      <a:pt x="4" y="2"/>
                      <a:pt x="2" y="3"/>
                      <a:pt x="0" y="5"/>
                    </a:cubicBezTo>
                    <a:close/>
                  </a:path>
                </a:pathLst>
              </a:custGeom>
              <a:solidFill>
                <a:srgbClr val="F2517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nvGrpSpPr>
          <p:cNvPr id="766" name="Google Shape;766;p27"/>
          <p:cNvGrpSpPr/>
          <p:nvPr/>
        </p:nvGrpSpPr>
        <p:grpSpPr>
          <a:xfrm rot="1214611">
            <a:off x="6691223" y="3909912"/>
            <a:ext cx="1681497" cy="840710"/>
            <a:chOff x="7994073" y="1133270"/>
            <a:chExt cx="407520" cy="203760"/>
          </a:xfrm>
        </p:grpSpPr>
        <p:sp>
          <p:nvSpPr>
            <p:cNvPr id="767" name="Google Shape;767;p27"/>
            <p:cNvSpPr/>
            <p:nvPr/>
          </p:nvSpPr>
          <p:spPr>
            <a:xfrm>
              <a:off x="7994073" y="1133450"/>
              <a:ext cx="407520" cy="203400"/>
            </a:xfrm>
            <a:custGeom>
              <a:avLst/>
              <a:gdLst/>
              <a:ahLst/>
              <a:cxnLst/>
              <a:rect l="l" t="t" r="r" b="b"/>
              <a:pathLst>
                <a:path w="1132" h="565" extrusionOk="0">
                  <a:moveTo>
                    <a:pt x="608" y="517"/>
                  </a:moveTo>
                  <a:cubicBezTo>
                    <a:pt x="672" y="495"/>
                    <a:pt x="601" y="407"/>
                    <a:pt x="594" y="399"/>
                  </a:cubicBezTo>
                  <a:lnTo>
                    <a:pt x="594" y="399"/>
                  </a:lnTo>
                  <a:cubicBezTo>
                    <a:pt x="602" y="401"/>
                    <a:pt x="660" y="417"/>
                    <a:pt x="694" y="385"/>
                  </a:cubicBezTo>
                  <a:lnTo>
                    <a:pt x="1007" y="385"/>
                  </a:lnTo>
                  <a:cubicBezTo>
                    <a:pt x="1007" y="385"/>
                    <a:pt x="1066" y="489"/>
                    <a:pt x="1116" y="444"/>
                  </a:cubicBezTo>
                  <a:cubicBezTo>
                    <a:pt x="1166" y="400"/>
                    <a:pt x="1076" y="325"/>
                    <a:pt x="1076" y="325"/>
                  </a:cubicBezTo>
                  <a:cubicBezTo>
                    <a:pt x="1076" y="325"/>
                    <a:pt x="1161" y="265"/>
                    <a:pt x="1116" y="190"/>
                  </a:cubicBezTo>
                  <a:cubicBezTo>
                    <a:pt x="1071" y="115"/>
                    <a:pt x="1007" y="264"/>
                    <a:pt x="1007" y="264"/>
                  </a:cubicBezTo>
                  <a:lnTo>
                    <a:pt x="669" y="264"/>
                  </a:lnTo>
                  <a:cubicBezTo>
                    <a:pt x="685" y="238"/>
                    <a:pt x="708" y="188"/>
                    <a:pt x="690" y="145"/>
                  </a:cubicBezTo>
                  <a:cubicBezTo>
                    <a:pt x="668" y="93"/>
                    <a:pt x="595" y="143"/>
                    <a:pt x="571" y="160"/>
                  </a:cubicBezTo>
                  <a:cubicBezTo>
                    <a:pt x="490" y="70"/>
                    <a:pt x="347" y="5"/>
                    <a:pt x="257" y="1"/>
                  </a:cubicBezTo>
                  <a:cubicBezTo>
                    <a:pt x="124" y="-6"/>
                    <a:pt x="9" y="114"/>
                    <a:pt x="1" y="270"/>
                  </a:cubicBezTo>
                  <a:cubicBezTo>
                    <a:pt x="-7" y="426"/>
                    <a:pt x="94" y="558"/>
                    <a:pt x="228" y="565"/>
                  </a:cubicBezTo>
                  <a:cubicBezTo>
                    <a:pt x="309" y="569"/>
                    <a:pt x="440" y="528"/>
                    <a:pt x="530" y="460"/>
                  </a:cubicBezTo>
                  <a:cubicBezTo>
                    <a:pt x="551" y="497"/>
                    <a:pt x="578" y="528"/>
                    <a:pt x="608" y="517"/>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768" name="Google Shape;768;p27"/>
            <p:cNvGrpSpPr/>
            <p:nvPr/>
          </p:nvGrpSpPr>
          <p:grpSpPr>
            <a:xfrm>
              <a:off x="7994073" y="1133270"/>
              <a:ext cx="407520" cy="203760"/>
              <a:chOff x="6932880" y="2509920"/>
              <a:chExt cx="407520" cy="203760"/>
            </a:xfrm>
          </p:grpSpPr>
          <p:sp>
            <p:nvSpPr>
              <p:cNvPr id="769" name="Google Shape;769;p27"/>
              <p:cNvSpPr/>
              <p:nvPr/>
            </p:nvSpPr>
            <p:spPr>
              <a:xfrm>
                <a:off x="7115760" y="2571120"/>
                <a:ext cx="224640" cy="102960"/>
              </a:xfrm>
              <a:custGeom>
                <a:avLst/>
                <a:gdLst/>
                <a:ahLst/>
                <a:cxnLst/>
                <a:rect l="l" t="t" r="r" b="b"/>
                <a:pathLst>
                  <a:path w="624" h="286" extrusionOk="0">
                    <a:moveTo>
                      <a:pt x="568" y="155"/>
                    </a:moveTo>
                    <a:cubicBezTo>
                      <a:pt x="568" y="155"/>
                      <a:pt x="653" y="95"/>
                      <a:pt x="608" y="21"/>
                    </a:cubicBezTo>
                    <a:cubicBezTo>
                      <a:pt x="563" y="-54"/>
                      <a:pt x="499" y="95"/>
                      <a:pt x="499" y="95"/>
                    </a:cubicBezTo>
                    <a:lnTo>
                      <a:pt x="0" y="95"/>
                    </a:lnTo>
                    <a:lnTo>
                      <a:pt x="0" y="216"/>
                    </a:lnTo>
                    <a:lnTo>
                      <a:pt x="499" y="216"/>
                    </a:lnTo>
                    <a:cubicBezTo>
                      <a:pt x="499" y="216"/>
                      <a:pt x="558" y="320"/>
                      <a:pt x="608" y="275"/>
                    </a:cubicBezTo>
                    <a:cubicBezTo>
                      <a:pt x="658" y="230"/>
                      <a:pt x="568" y="155"/>
                      <a:pt x="568" y="155"/>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70" name="Google Shape;770;p27"/>
              <p:cNvSpPr/>
              <p:nvPr/>
            </p:nvSpPr>
            <p:spPr>
              <a:xfrm>
                <a:off x="6932880" y="2509920"/>
                <a:ext cx="258480" cy="203760"/>
              </a:xfrm>
              <a:custGeom>
                <a:avLst/>
                <a:gdLst/>
                <a:ahLst/>
                <a:cxnLst/>
                <a:rect l="l" t="t" r="r" b="b"/>
                <a:pathLst>
                  <a:path w="718" h="566" extrusionOk="0">
                    <a:moveTo>
                      <a:pt x="655" y="284"/>
                    </a:moveTo>
                    <a:cubicBezTo>
                      <a:pt x="655" y="284"/>
                      <a:pt x="715" y="208"/>
                      <a:pt x="689" y="146"/>
                    </a:cubicBezTo>
                    <a:cubicBezTo>
                      <a:pt x="667" y="94"/>
                      <a:pt x="594" y="143"/>
                      <a:pt x="570" y="161"/>
                    </a:cubicBezTo>
                    <a:cubicBezTo>
                      <a:pt x="489" y="71"/>
                      <a:pt x="347" y="6"/>
                      <a:pt x="257" y="1"/>
                    </a:cubicBezTo>
                    <a:cubicBezTo>
                      <a:pt x="124" y="-6"/>
                      <a:pt x="9" y="115"/>
                      <a:pt x="1" y="271"/>
                    </a:cubicBezTo>
                    <a:cubicBezTo>
                      <a:pt x="-7" y="427"/>
                      <a:pt x="94" y="559"/>
                      <a:pt x="228" y="566"/>
                    </a:cubicBezTo>
                    <a:cubicBezTo>
                      <a:pt x="309" y="570"/>
                      <a:pt x="439" y="529"/>
                      <a:pt x="529" y="461"/>
                    </a:cubicBezTo>
                    <a:cubicBezTo>
                      <a:pt x="550" y="498"/>
                      <a:pt x="577" y="528"/>
                      <a:pt x="607" y="518"/>
                    </a:cubicBezTo>
                    <a:cubicBezTo>
                      <a:pt x="671" y="495"/>
                      <a:pt x="600" y="408"/>
                      <a:pt x="593" y="400"/>
                    </a:cubicBezTo>
                    <a:lnTo>
                      <a:pt x="593" y="399"/>
                    </a:lnTo>
                    <a:cubicBezTo>
                      <a:pt x="603" y="402"/>
                      <a:pt x="694" y="427"/>
                      <a:pt x="714" y="348"/>
                    </a:cubicBezTo>
                    <a:cubicBezTo>
                      <a:pt x="736" y="265"/>
                      <a:pt x="655" y="284"/>
                      <a:pt x="655" y="28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71" name="Google Shape;771;p27"/>
              <p:cNvSpPr/>
              <p:nvPr/>
            </p:nvSpPr>
            <p:spPr>
              <a:xfrm>
                <a:off x="6954480" y="2607480"/>
                <a:ext cx="29520" cy="29520"/>
              </a:xfrm>
              <a:custGeom>
                <a:avLst/>
                <a:gdLst/>
                <a:ahLst/>
                <a:cxnLst/>
                <a:rect l="l" t="t" r="r" b="b"/>
                <a:pathLst>
                  <a:path w="82" h="82" extrusionOk="0">
                    <a:moveTo>
                      <a:pt x="82" y="41"/>
                    </a:moveTo>
                    <a:cubicBezTo>
                      <a:pt x="82" y="64"/>
                      <a:pt x="64" y="82"/>
                      <a:pt x="41" y="82"/>
                    </a:cubicBezTo>
                    <a:cubicBezTo>
                      <a:pt x="18" y="82"/>
                      <a:pt x="0" y="64"/>
                      <a:pt x="0" y="41"/>
                    </a:cubicBezTo>
                    <a:cubicBezTo>
                      <a:pt x="0" y="18"/>
                      <a:pt x="18" y="0"/>
                      <a:pt x="41" y="0"/>
                    </a:cubicBezTo>
                    <a:cubicBezTo>
                      <a:pt x="64" y="0"/>
                      <a:pt x="82" y="18"/>
                      <a:pt x="82" y="4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72" name="Google Shape;772;p27"/>
              <p:cNvSpPr/>
              <p:nvPr/>
            </p:nvSpPr>
            <p:spPr>
              <a:xfrm>
                <a:off x="7066800" y="2607480"/>
                <a:ext cx="29520" cy="29520"/>
              </a:xfrm>
              <a:custGeom>
                <a:avLst/>
                <a:gdLst/>
                <a:ahLst/>
                <a:cxnLst/>
                <a:rect l="l" t="t" r="r" b="b"/>
                <a:pathLst>
                  <a:path w="82" h="82" extrusionOk="0">
                    <a:moveTo>
                      <a:pt x="82" y="41"/>
                    </a:moveTo>
                    <a:cubicBezTo>
                      <a:pt x="82" y="64"/>
                      <a:pt x="64" y="82"/>
                      <a:pt x="42" y="82"/>
                    </a:cubicBezTo>
                    <a:cubicBezTo>
                      <a:pt x="19" y="82"/>
                      <a:pt x="0" y="64"/>
                      <a:pt x="0" y="41"/>
                    </a:cubicBezTo>
                    <a:cubicBezTo>
                      <a:pt x="0" y="18"/>
                      <a:pt x="19" y="0"/>
                      <a:pt x="42" y="0"/>
                    </a:cubicBezTo>
                    <a:cubicBezTo>
                      <a:pt x="64" y="0"/>
                      <a:pt x="82" y="18"/>
                      <a:pt x="82" y="41"/>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73" name="Google Shape;773;p27"/>
              <p:cNvSpPr/>
              <p:nvPr/>
            </p:nvSpPr>
            <p:spPr>
              <a:xfrm>
                <a:off x="6974640" y="2601720"/>
                <a:ext cx="19080" cy="19080"/>
              </a:xfrm>
              <a:custGeom>
                <a:avLst/>
                <a:gdLst/>
                <a:ahLst/>
                <a:cxnLst/>
                <a:rect l="l" t="t" r="r" b="b"/>
                <a:pathLst>
                  <a:path w="53" h="53" extrusionOk="0">
                    <a:moveTo>
                      <a:pt x="53" y="27"/>
                    </a:moveTo>
                    <a:cubicBezTo>
                      <a:pt x="53" y="41"/>
                      <a:pt x="41" y="53"/>
                      <a:pt x="27" y="53"/>
                    </a:cubicBezTo>
                    <a:cubicBezTo>
                      <a:pt x="12" y="53"/>
                      <a:pt x="0" y="41"/>
                      <a:pt x="0" y="27"/>
                    </a:cubicBezTo>
                    <a:cubicBezTo>
                      <a:pt x="0" y="12"/>
                      <a:pt x="12" y="0"/>
                      <a:pt x="27" y="0"/>
                    </a:cubicBezTo>
                    <a:cubicBezTo>
                      <a:pt x="41" y="0"/>
                      <a:pt x="53" y="12"/>
                      <a:pt x="53" y="2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74" name="Google Shape;774;p27"/>
              <p:cNvSpPr/>
              <p:nvPr/>
            </p:nvSpPr>
            <p:spPr>
              <a:xfrm>
                <a:off x="7057440" y="2601720"/>
                <a:ext cx="19080" cy="19080"/>
              </a:xfrm>
              <a:custGeom>
                <a:avLst/>
                <a:gdLst/>
                <a:ahLst/>
                <a:cxnLst/>
                <a:rect l="l" t="t" r="r" b="b"/>
                <a:pathLst>
                  <a:path w="53" h="53" extrusionOk="0">
                    <a:moveTo>
                      <a:pt x="53" y="27"/>
                    </a:moveTo>
                    <a:cubicBezTo>
                      <a:pt x="53" y="41"/>
                      <a:pt x="41" y="53"/>
                      <a:pt x="26" y="53"/>
                    </a:cubicBezTo>
                    <a:cubicBezTo>
                      <a:pt x="12" y="53"/>
                      <a:pt x="0" y="41"/>
                      <a:pt x="0" y="27"/>
                    </a:cubicBezTo>
                    <a:cubicBezTo>
                      <a:pt x="0" y="12"/>
                      <a:pt x="12" y="0"/>
                      <a:pt x="26" y="0"/>
                    </a:cubicBezTo>
                    <a:cubicBezTo>
                      <a:pt x="41" y="0"/>
                      <a:pt x="53" y="12"/>
                      <a:pt x="53" y="2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75" name="Google Shape;775;p27"/>
              <p:cNvSpPr/>
              <p:nvPr/>
            </p:nvSpPr>
            <p:spPr>
              <a:xfrm>
                <a:off x="7008120" y="2613600"/>
                <a:ext cx="35640" cy="9000"/>
              </a:xfrm>
              <a:custGeom>
                <a:avLst/>
                <a:gdLst/>
                <a:ahLst/>
                <a:cxnLst/>
                <a:rect l="l" t="t" r="r" b="b"/>
                <a:pathLst>
                  <a:path w="99" h="25" extrusionOk="0">
                    <a:moveTo>
                      <a:pt x="51" y="25"/>
                    </a:moveTo>
                    <a:cubicBezTo>
                      <a:pt x="17" y="25"/>
                      <a:pt x="2" y="11"/>
                      <a:pt x="2" y="11"/>
                    </a:cubicBezTo>
                    <a:cubicBezTo>
                      <a:pt x="0" y="9"/>
                      <a:pt x="0" y="5"/>
                      <a:pt x="2" y="3"/>
                    </a:cubicBezTo>
                    <a:cubicBezTo>
                      <a:pt x="4" y="0"/>
                      <a:pt x="8" y="0"/>
                      <a:pt x="10" y="2"/>
                    </a:cubicBezTo>
                    <a:cubicBezTo>
                      <a:pt x="10" y="3"/>
                      <a:pt x="22" y="13"/>
                      <a:pt x="51" y="13"/>
                    </a:cubicBezTo>
                    <a:cubicBezTo>
                      <a:pt x="79" y="13"/>
                      <a:pt x="89" y="3"/>
                      <a:pt x="89" y="3"/>
                    </a:cubicBezTo>
                    <a:cubicBezTo>
                      <a:pt x="92" y="0"/>
                      <a:pt x="95" y="0"/>
                      <a:pt x="98" y="2"/>
                    </a:cubicBezTo>
                    <a:cubicBezTo>
                      <a:pt x="100" y="4"/>
                      <a:pt x="100" y="8"/>
                      <a:pt x="98" y="10"/>
                    </a:cubicBezTo>
                    <a:cubicBezTo>
                      <a:pt x="98" y="11"/>
                      <a:pt x="85" y="25"/>
                      <a:pt x="51" y="2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nvGrpSpPr>
          <p:cNvPr id="777" name="Google Shape;777;p27"/>
          <p:cNvGrpSpPr/>
          <p:nvPr/>
        </p:nvGrpSpPr>
        <p:grpSpPr>
          <a:xfrm>
            <a:off x="7730666" y="1621363"/>
            <a:ext cx="1179266" cy="891306"/>
            <a:chOff x="7368130" y="1618200"/>
            <a:chExt cx="990397" cy="748619"/>
          </a:xfrm>
        </p:grpSpPr>
        <p:grpSp>
          <p:nvGrpSpPr>
            <p:cNvPr id="778" name="Google Shape;778;p27"/>
            <p:cNvGrpSpPr/>
            <p:nvPr/>
          </p:nvGrpSpPr>
          <p:grpSpPr>
            <a:xfrm>
              <a:off x="7368130" y="1618200"/>
              <a:ext cx="990397" cy="748619"/>
              <a:chOff x="7076159" y="1160990"/>
              <a:chExt cx="303840" cy="229680"/>
            </a:xfrm>
          </p:grpSpPr>
          <p:sp>
            <p:nvSpPr>
              <p:cNvPr id="779" name="Google Shape;779;p27"/>
              <p:cNvSpPr/>
              <p:nvPr/>
            </p:nvSpPr>
            <p:spPr>
              <a:xfrm>
                <a:off x="7076159" y="1160990"/>
                <a:ext cx="303840" cy="229680"/>
              </a:xfrm>
              <a:custGeom>
                <a:avLst/>
                <a:gdLst/>
                <a:ahLst/>
                <a:cxnLst/>
                <a:rect l="l" t="t" r="r" b="b"/>
                <a:pathLst>
                  <a:path w="844" h="638" extrusionOk="0">
                    <a:moveTo>
                      <a:pt x="73" y="504"/>
                    </a:moveTo>
                    <a:cubicBezTo>
                      <a:pt x="111" y="601"/>
                      <a:pt x="195" y="658"/>
                      <a:pt x="417" y="631"/>
                    </a:cubicBezTo>
                    <a:cubicBezTo>
                      <a:pt x="606" y="609"/>
                      <a:pt x="657" y="513"/>
                      <a:pt x="667" y="418"/>
                    </a:cubicBezTo>
                    <a:cubicBezTo>
                      <a:pt x="714" y="429"/>
                      <a:pt x="775" y="413"/>
                      <a:pt x="813" y="333"/>
                    </a:cubicBezTo>
                    <a:cubicBezTo>
                      <a:pt x="883" y="187"/>
                      <a:pt x="823" y="95"/>
                      <a:pt x="744" y="86"/>
                    </a:cubicBezTo>
                    <a:cubicBezTo>
                      <a:pt x="711" y="82"/>
                      <a:pt x="683" y="95"/>
                      <a:pt x="660" y="114"/>
                    </a:cubicBezTo>
                    <a:cubicBezTo>
                      <a:pt x="640" y="40"/>
                      <a:pt x="545" y="-31"/>
                      <a:pt x="286" y="14"/>
                    </a:cubicBezTo>
                    <a:cubicBezTo>
                      <a:pt x="77" y="50"/>
                      <a:pt x="-21" y="115"/>
                      <a:pt x="3" y="225"/>
                    </a:cubicBezTo>
                    <a:cubicBezTo>
                      <a:pt x="18" y="295"/>
                      <a:pt x="47" y="438"/>
                      <a:pt x="73" y="504"/>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780" name="Google Shape;780;p27"/>
              <p:cNvGrpSpPr/>
              <p:nvPr/>
            </p:nvGrpSpPr>
            <p:grpSpPr>
              <a:xfrm>
                <a:off x="7076159" y="1160990"/>
                <a:ext cx="303840" cy="229680"/>
                <a:chOff x="8562960" y="1706760"/>
                <a:chExt cx="303840" cy="229680"/>
              </a:xfrm>
            </p:grpSpPr>
            <p:sp>
              <p:nvSpPr>
                <p:cNvPr id="781" name="Google Shape;781;p27"/>
                <p:cNvSpPr/>
                <p:nvPr/>
              </p:nvSpPr>
              <p:spPr>
                <a:xfrm>
                  <a:off x="8562960" y="1706760"/>
                  <a:ext cx="241200" cy="229680"/>
                </a:xfrm>
                <a:custGeom>
                  <a:avLst/>
                  <a:gdLst/>
                  <a:ahLst/>
                  <a:cxnLst/>
                  <a:rect l="l" t="t" r="r" b="b"/>
                  <a:pathLst>
                    <a:path w="670" h="638" extrusionOk="0">
                      <a:moveTo>
                        <a:pt x="286" y="14"/>
                      </a:moveTo>
                      <a:cubicBezTo>
                        <a:pt x="77" y="50"/>
                        <a:pt x="-21" y="116"/>
                        <a:pt x="3" y="225"/>
                      </a:cubicBezTo>
                      <a:cubicBezTo>
                        <a:pt x="18" y="296"/>
                        <a:pt x="47" y="439"/>
                        <a:pt x="73" y="505"/>
                      </a:cubicBezTo>
                      <a:cubicBezTo>
                        <a:pt x="111" y="601"/>
                        <a:pt x="195" y="658"/>
                        <a:pt x="417" y="632"/>
                      </a:cubicBezTo>
                      <a:cubicBezTo>
                        <a:pt x="615" y="608"/>
                        <a:pt x="662" y="505"/>
                        <a:pt x="668" y="405"/>
                      </a:cubicBezTo>
                      <a:cubicBezTo>
                        <a:pt x="674" y="305"/>
                        <a:pt x="665" y="193"/>
                        <a:pt x="665" y="146"/>
                      </a:cubicBezTo>
                      <a:cubicBezTo>
                        <a:pt x="663" y="62"/>
                        <a:pt x="580" y="-37"/>
                        <a:pt x="286" y="14"/>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82" name="Google Shape;782;p27"/>
                <p:cNvSpPr/>
                <p:nvPr/>
              </p:nvSpPr>
              <p:spPr>
                <a:xfrm>
                  <a:off x="8781120" y="1737720"/>
                  <a:ext cx="85680" cy="120960"/>
                </a:xfrm>
                <a:custGeom>
                  <a:avLst/>
                  <a:gdLst/>
                  <a:ahLst/>
                  <a:cxnLst/>
                  <a:rect l="l" t="t" r="r" b="b"/>
                  <a:pathLst>
                    <a:path w="238" h="336" extrusionOk="0">
                      <a:moveTo>
                        <a:pt x="138" y="1"/>
                      </a:moveTo>
                      <a:cubicBezTo>
                        <a:pt x="217" y="10"/>
                        <a:pt x="277" y="102"/>
                        <a:pt x="207" y="248"/>
                      </a:cubicBezTo>
                      <a:cubicBezTo>
                        <a:pt x="161" y="344"/>
                        <a:pt x="83" y="348"/>
                        <a:pt x="33" y="322"/>
                      </a:cubicBezTo>
                      <a:cubicBezTo>
                        <a:pt x="-16" y="296"/>
                        <a:pt x="-7" y="220"/>
                        <a:pt x="60" y="255"/>
                      </a:cubicBezTo>
                      <a:cubicBezTo>
                        <a:pt x="152" y="303"/>
                        <a:pt x="205" y="88"/>
                        <a:pt x="132" y="83"/>
                      </a:cubicBezTo>
                      <a:cubicBezTo>
                        <a:pt x="59" y="78"/>
                        <a:pt x="68" y="175"/>
                        <a:pt x="14" y="157"/>
                      </a:cubicBezTo>
                      <a:cubicBezTo>
                        <a:pt x="-29" y="143"/>
                        <a:pt x="33" y="-11"/>
                        <a:pt x="138" y="1"/>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83" name="Google Shape;783;p27"/>
                <p:cNvSpPr/>
                <p:nvPr/>
              </p:nvSpPr>
              <p:spPr>
                <a:xfrm>
                  <a:off x="8580600" y="1730160"/>
                  <a:ext cx="194400" cy="46440"/>
                </a:xfrm>
                <a:custGeom>
                  <a:avLst/>
                  <a:gdLst/>
                  <a:ahLst/>
                  <a:cxnLst/>
                  <a:rect l="l" t="t" r="r" b="b"/>
                  <a:pathLst>
                    <a:path w="540" h="129" extrusionOk="0">
                      <a:moveTo>
                        <a:pt x="265" y="11"/>
                      </a:moveTo>
                      <a:cubicBezTo>
                        <a:pt x="167" y="24"/>
                        <a:pt x="36" y="64"/>
                        <a:pt x="0" y="111"/>
                      </a:cubicBezTo>
                      <a:cubicBezTo>
                        <a:pt x="0" y="111"/>
                        <a:pt x="51" y="149"/>
                        <a:pt x="287" y="116"/>
                      </a:cubicBezTo>
                      <a:cubicBezTo>
                        <a:pt x="477" y="90"/>
                        <a:pt x="510" y="61"/>
                        <a:pt x="540" y="27"/>
                      </a:cubicBezTo>
                      <a:cubicBezTo>
                        <a:pt x="540" y="27"/>
                        <a:pt x="507" y="-21"/>
                        <a:pt x="265" y="11"/>
                      </a:cubicBezTo>
                      <a:close/>
                    </a:path>
                  </a:pathLst>
                </a:custGeom>
                <a:solidFill>
                  <a:schemeClr val="dk1"/>
                </a:solidFill>
                <a:ln>
                  <a:noFill/>
                </a:ln>
              </p:spPr>
              <p:txBody>
                <a:bodyPr spcFirstLastPara="1" wrap="square" lIns="90000" tIns="1425" rIns="90000" bIns="1425"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grpSp>
        <p:grpSp>
          <p:nvGrpSpPr>
            <p:cNvPr id="784" name="Google Shape;784;p27"/>
            <p:cNvGrpSpPr/>
            <p:nvPr/>
          </p:nvGrpSpPr>
          <p:grpSpPr>
            <a:xfrm rot="-395446">
              <a:off x="7584994" y="1909460"/>
              <a:ext cx="400412" cy="166119"/>
              <a:chOff x="6010560" y="3927960"/>
              <a:chExt cx="101520" cy="42120"/>
            </a:xfrm>
          </p:grpSpPr>
          <p:sp>
            <p:nvSpPr>
              <p:cNvPr id="785" name="Google Shape;785;p27"/>
              <p:cNvSpPr/>
              <p:nvPr/>
            </p:nvSpPr>
            <p:spPr>
              <a:xfrm>
                <a:off x="6017400" y="3927960"/>
                <a:ext cx="16200" cy="16920"/>
              </a:xfrm>
              <a:custGeom>
                <a:avLst/>
                <a:gdLst/>
                <a:ahLst/>
                <a:cxnLst/>
                <a:rect l="l" t="t" r="r" b="b"/>
                <a:pathLst>
                  <a:path w="45" h="47" extrusionOk="0">
                    <a:moveTo>
                      <a:pt x="23" y="47"/>
                    </a:moveTo>
                    <a:cubicBezTo>
                      <a:pt x="53" y="47"/>
                      <a:pt x="53" y="0"/>
                      <a:pt x="23" y="0"/>
                    </a:cubicBezTo>
                    <a:cubicBezTo>
                      <a:pt x="-7" y="0"/>
                      <a:pt x="-7" y="47"/>
                      <a:pt x="23" y="4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86" name="Google Shape;786;p27"/>
              <p:cNvSpPr/>
              <p:nvPr/>
            </p:nvSpPr>
            <p:spPr>
              <a:xfrm>
                <a:off x="6085440" y="3927960"/>
                <a:ext cx="16560" cy="16920"/>
              </a:xfrm>
              <a:custGeom>
                <a:avLst/>
                <a:gdLst/>
                <a:ahLst/>
                <a:cxnLst/>
                <a:rect l="l" t="t" r="r" b="b"/>
                <a:pathLst>
                  <a:path w="46" h="47" extrusionOk="0">
                    <a:moveTo>
                      <a:pt x="23" y="47"/>
                    </a:moveTo>
                    <a:cubicBezTo>
                      <a:pt x="54" y="47"/>
                      <a:pt x="54" y="0"/>
                      <a:pt x="23" y="0"/>
                    </a:cubicBezTo>
                    <a:cubicBezTo>
                      <a:pt x="-7" y="0"/>
                      <a:pt x="-7" y="47"/>
                      <a:pt x="23" y="4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87" name="Google Shape;787;p27"/>
              <p:cNvSpPr/>
              <p:nvPr/>
            </p:nvSpPr>
            <p:spPr>
              <a:xfrm>
                <a:off x="6040080" y="3939120"/>
                <a:ext cx="40680" cy="24480"/>
              </a:xfrm>
              <a:custGeom>
                <a:avLst/>
                <a:gdLst/>
                <a:ahLst/>
                <a:cxnLst/>
                <a:rect l="l" t="t" r="r" b="b"/>
                <a:pathLst>
                  <a:path w="113" h="68" extrusionOk="0">
                    <a:moveTo>
                      <a:pt x="0" y="0"/>
                    </a:moveTo>
                    <a:cubicBezTo>
                      <a:pt x="0" y="2"/>
                      <a:pt x="0" y="3"/>
                      <a:pt x="0" y="4"/>
                    </a:cubicBezTo>
                    <a:cubicBezTo>
                      <a:pt x="0" y="39"/>
                      <a:pt x="25" y="68"/>
                      <a:pt x="57" y="68"/>
                    </a:cubicBezTo>
                    <a:cubicBezTo>
                      <a:pt x="88" y="68"/>
                      <a:pt x="113" y="39"/>
                      <a:pt x="113" y="4"/>
                    </a:cubicBezTo>
                    <a:cubicBezTo>
                      <a:pt x="113" y="3"/>
                      <a:pt x="113" y="2"/>
                      <a:pt x="113" y="0"/>
                    </a:cubicBez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88" name="Google Shape;788;p27"/>
              <p:cNvSpPr/>
              <p:nvPr/>
            </p:nvSpPr>
            <p:spPr>
              <a:xfrm>
                <a:off x="6046200" y="3950640"/>
                <a:ext cx="30240" cy="12960"/>
              </a:xfrm>
              <a:custGeom>
                <a:avLst/>
                <a:gdLst/>
                <a:ahLst/>
                <a:cxnLst/>
                <a:rect l="l" t="t" r="r" b="b"/>
                <a:pathLst>
                  <a:path w="84" h="36" extrusionOk="0">
                    <a:moveTo>
                      <a:pt x="84" y="12"/>
                    </a:moveTo>
                    <a:cubicBezTo>
                      <a:pt x="69" y="2"/>
                      <a:pt x="51" y="-2"/>
                      <a:pt x="34" y="1"/>
                    </a:cubicBezTo>
                    <a:cubicBezTo>
                      <a:pt x="21" y="3"/>
                      <a:pt x="10" y="10"/>
                      <a:pt x="0" y="18"/>
                    </a:cubicBezTo>
                    <a:cubicBezTo>
                      <a:pt x="10" y="29"/>
                      <a:pt x="24" y="36"/>
                      <a:pt x="40" y="36"/>
                    </a:cubicBezTo>
                    <a:cubicBezTo>
                      <a:pt x="58" y="36"/>
                      <a:pt x="73" y="27"/>
                      <a:pt x="84" y="1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89" name="Google Shape;789;p27"/>
              <p:cNvSpPr/>
              <p:nvPr/>
            </p:nvSpPr>
            <p:spPr>
              <a:xfrm>
                <a:off x="6010560" y="3951360"/>
                <a:ext cx="26640" cy="18720"/>
              </a:xfrm>
              <a:custGeom>
                <a:avLst/>
                <a:gdLst/>
                <a:ahLst/>
                <a:cxnLst/>
                <a:rect l="l" t="t" r="r" b="b"/>
                <a:pathLst>
                  <a:path w="74" h="52" extrusionOk="0">
                    <a:moveTo>
                      <a:pt x="74" y="26"/>
                    </a:moveTo>
                    <a:cubicBezTo>
                      <a:pt x="74" y="41"/>
                      <a:pt x="57" y="52"/>
                      <a:pt x="37" y="52"/>
                    </a:cubicBezTo>
                    <a:cubicBezTo>
                      <a:pt x="17" y="52"/>
                      <a:pt x="0" y="41"/>
                      <a:pt x="0" y="26"/>
                    </a:cubicBezTo>
                    <a:cubicBezTo>
                      <a:pt x="0" y="12"/>
                      <a:pt x="17" y="0"/>
                      <a:pt x="37" y="0"/>
                    </a:cubicBezTo>
                    <a:cubicBezTo>
                      <a:pt x="57" y="0"/>
                      <a:pt x="74" y="12"/>
                      <a:pt x="74" y="2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90" name="Google Shape;790;p27"/>
              <p:cNvSpPr/>
              <p:nvPr/>
            </p:nvSpPr>
            <p:spPr>
              <a:xfrm>
                <a:off x="6085800" y="3951360"/>
                <a:ext cx="26280" cy="18720"/>
              </a:xfrm>
              <a:custGeom>
                <a:avLst/>
                <a:gdLst/>
                <a:ahLst/>
                <a:cxnLst/>
                <a:rect l="l" t="t" r="r" b="b"/>
                <a:pathLst>
                  <a:path w="73" h="52" extrusionOk="0">
                    <a:moveTo>
                      <a:pt x="73" y="26"/>
                    </a:moveTo>
                    <a:cubicBezTo>
                      <a:pt x="73" y="41"/>
                      <a:pt x="57" y="52"/>
                      <a:pt x="36" y="52"/>
                    </a:cubicBezTo>
                    <a:cubicBezTo>
                      <a:pt x="16" y="52"/>
                      <a:pt x="0" y="41"/>
                      <a:pt x="0" y="26"/>
                    </a:cubicBezTo>
                    <a:cubicBezTo>
                      <a:pt x="0" y="12"/>
                      <a:pt x="16" y="0"/>
                      <a:pt x="36" y="0"/>
                    </a:cubicBezTo>
                    <a:cubicBezTo>
                      <a:pt x="57" y="0"/>
                      <a:pt x="73" y="12"/>
                      <a:pt x="73" y="2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sp>
        <p:nvSpPr>
          <p:cNvPr id="791" name="Google Shape;791;p27"/>
          <p:cNvSpPr/>
          <p:nvPr/>
        </p:nvSpPr>
        <p:spPr>
          <a:xfrm>
            <a:off x="5561175" y="791125"/>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92" name="Google Shape;792;p27"/>
          <p:cNvSpPr/>
          <p:nvPr/>
        </p:nvSpPr>
        <p:spPr>
          <a:xfrm>
            <a:off x="8301980" y="304635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93" name="Google Shape;793;p27"/>
          <p:cNvSpPr/>
          <p:nvPr/>
        </p:nvSpPr>
        <p:spPr>
          <a:xfrm>
            <a:off x="2484250" y="436325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794" name="Google Shape;794;p27"/>
          <p:cNvSpPr/>
          <p:nvPr/>
        </p:nvSpPr>
        <p:spPr>
          <a:xfrm>
            <a:off x="584430" y="211685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30"/>
          <p:cNvSpPr txBox="1">
            <a:spLocks noGrp="1"/>
          </p:cNvSpPr>
          <p:nvPr>
            <p:ph type="subTitle" idx="1"/>
          </p:nvPr>
        </p:nvSpPr>
        <p:spPr>
          <a:xfrm>
            <a:off x="796217" y="1500475"/>
            <a:ext cx="7551565" cy="2362957"/>
          </a:xfrm>
          <a:prstGeom prst="rect">
            <a:avLst/>
          </a:prstGeom>
        </p:spPr>
        <p:txBody>
          <a:bodyPr spcFirstLastPara="1" wrap="square" lIns="91425" tIns="91425" rIns="91425" bIns="91425" anchor="t" anchorCtr="0">
            <a:noAutofit/>
          </a:bodyPr>
          <a:lstStyle/>
          <a:p>
            <a:r>
              <a:rPr lang="en-US" sz="1600" dirty="0"/>
              <a:t>Many users struggle with daily meal decisions due to limited cooking knowledge, difficulty matching recipes to the ingredients they already have, time constraints, rising food costs, and the need for healthier eating habits. This often leads to food waste, dependence on eating out, and inefficient meal planning. Smart Bite addresses these challenges by using AI and camera-based ingredient detection to transform available kitchen items into practical, cost-effective, and nutritious meals—helping students, busy individuals, and families cook smarter with what they already have.</a:t>
            </a:r>
          </a:p>
        </p:txBody>
      </p:sp>
      <p:sp>
        <p:nvSpPr>
          <p:cNvPr id="869" name="Google Shape;869;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Arial Rounded MT Bold" panose="020F0704030504030204" pitchFamily="34" charset="0"/>
              </a:rPr>
              <a:t>Problem Statement</a:t>
            </a:r>
            <a:endParaRPr dirty="0">
              <a:latin typeface="Arial Rounded MT Bold" panose="020F0704030504030204" pitchFamily="34" charset="0"/>
            </a:endParaRPr>
          </a:p>
        </p:txBody>
      </p:sp>
      <p:sp>
        <p:nvSpPr>
          <p:cNvPr id="871" name="Google Shape;871;p30"/>
          <p:cNvSpPr/>
          <p:nvPr/>
        </p:nvSpPr>
        <p:spPr>
          <a:xfrm rot="-723950">
            <a:off x="3321853" y="4103129"/>
            <a:ext cx="7681" cy="8960"/>
          </a:xfrm>
          <a:custGeom>
            <a:avLst/>
            <a:gdLst/>
            <a:ahLst/>
            <a:cxnLst/>
            <a:rect l="l" t="t" r="r" b="b"/>
            <a:pathLst>
              <a:path w="6" h="7" extrusionOk="0">
                <a:moveTo>
                  <a:pt x="0" y="5"/>
                </a:moveTo>
                <a:lnTo>
                  <a:pt x="1" y="7"/>
                </a:lnTo>
                <a:cubicBezTo>
                  <a:pt x="2" y="4"/>
                  <a:pt x="4" y="2"/>
                  <a:pt x="6" y="0"/>
                </a:cubicBezTo>
                <a:cubicBezTo>
                  <a:pt x="4" y="2"/>
                  <a:pt x="2" y="3"/>
                  <a:pt x="0" y="5"/>
                </a:cubicBezTo>
                <a:close/>
              </a:path>
            </a:pathLst>
          </a:custGeom>
          <a:solidFill>
            <a:srgbClr val="F2517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72" name="Google Shape;872;p30"/>
          <p:cNvSpPr/>
          <p:nvPr/>
        </p:nvSpPr>
        <p:spPr>
          <a:xfrm>
            <a:off x="7371055" y="3863432"/>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Arial Rounded MT Bold" panose="020F0704030504030204" pitchFamily="34" charset="0"/>
              </a:rPr>
              <a:t>Stakeholders</a:t>
            </a:r>
            <a:endParaRPr dirty="0">
              <a:latin typeface="Arial Rounded MT Bold" panose="020F0704030504030204" pitchFamily="34" charset="0"/>
            </a:endParaRPr>
          </a:p>
        </p:txBody>
      </p:sp>
      <p:graphicFrame>
        <p:nvGraphicFramePr>
          <p:cNvPr id="801" name="Google Shape;801;p28"/>
          <p:cNvGraphicFramePr/>
          <p:nvPr>
            <p:extLst>
              <p:ext uri="{D42A27DB-BD31-4B8C-83A1-F6EECF244321}">
                <p14:modId xmlns:p14="http://schemas.microsoft.com/office/powerpoint/2010/main" val="3546888049"/>
              </p:ext>
            </p:extLst>
          </p:nvPr>
        </p:nvGraphicFramePr>
        <p:xfrm>
          <a:off x="720000" y="1272055"/>
          <a:ext cx="7704000" cy="2967640"/>
        </p:xfrm>
        <a:graphic>
          <a:graphicData uri="http://schemas.openxmlformats.org/drawingml/2006/table">
            <a:tbl>
              <a:tblPr>
                <a:noFill/>
                <a:tableStyleId>{285E90EB-4941-4D4C-A069-7364C67DAF49}</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593528">
                <a:tc>
                  <a:txBody>
                    <a:bodyPr/>
                    <a:lstStyle/>
                    <a:p>
                      <a:pPr marL="0" lvl="0" indent="0" algn="ctr" rtl="0">
                        <a:spcBef>
                          <a:spcPts val="0"/>
                        </a:spcBef>
                        <a:spcAft>
                          <a:spcPts val="0"/>
                        </a:spcAft>
                        <a:buNone/>
                      </a:pPr>
                      <a:r>
                        <a:rPr lang="en" sz="1400" b="1" u="sng" dirty="0">
                          <a:solidFill>
                            <a:schemeClr val="dk1"/>
                          </a:solidFill>
                          <a:latin typeface="Nunito"/>
                          <a:ea typeface="Nunito"/>
                          <a:cs typeface="Nunito"/>
                          <a:sym typeface="Nunito"/>
                        </a:rPr>
                        <a:t>End Users</a:t>
                      </a:r>
                      <a:endParaRPr sz="1400" b="1" u="sng"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1600"/>
                        </a:spcAft>
                        <a:buNone/>
                      </a:pPr>
                      <a:r>
                        <a:rPr lang="en-GB" sz="1400" dirty="0">
                          <a:solidFill>
                            <a:schemeClr val="dk1"/>
                          </a:solidFill>
                          <a:latin typeface="Nunito"/>
                          <a:ea typeface="Nunito"/>
                          <a:cs typeface="Nunito"/>
                          <a:sym typeface="Nunito"/>
                        </a:rPr>
                        <a:t>Use the app to input ingredients, browse recipes, save favourites, manage subscriptions</a:t>
                      </a:r>
                      <a:endParaRPr sz="1400"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93528">
                <a:tc>
                  <a:txBody>
                    <a:bodyPr/>
                    <a:lstStyle/>
                    <a:p>
                      <a:pPr marL="0" lvl="0" indent="0" algn="ctr" rtl="0">
                        <a:spcBef>
                          <a:spcPts val="0"/>
                        </a:spcBef>
                        <a:spcAft>
                          <a:spcPts val="0"/>
                        </a:spcAft>
                        <a:buNone/>
                      </a:pPr>
                      <a:r>
                        <a:rPr lang="en-US" sz="1400" b="1" u="sng" dirty="0">
                          <a:solidFill>
                            <a:schemeClr val="dk1"/>
                          </a:solidFill>
                          <a:latin typeface="Nunito"/>
                          <a:ea typeface="Nunito"/>
                          <a:cs typeface="Nunito"/>
                          <a:sym typeface="Nunito"/>
                        </a:rPr>
                        <a:t>Investors</a:t>
                      </a:r>
                      <a:endParaRPr sz="1400" b="1" u="sng"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1600"/>
                        </a:spcAft>
                        <a:buNone/>
                      </a:pPr>
                      <a:r>
                        <a:rPr lang="en-GB" sz="1400" dirty="0">
                          <a:solidFill>
                            <a:schemeClr val="dk1"/>
                          </a:solidFill>
                          <a:latin typeface="Nunito"/>
                          <a:ea typeface="Nunito"/>
                          <a:cs typeface="Nunito"/>
                          <a:sym typeface="Nunito"/>
                        </a:rPr>
                        <a:t>Provide funding, monitor project progress</a:t>
                      </a:r>
                      <a:endParaRPr sz="1400"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93528">
                <a:tc>
                  <a:txBody>
                    <a:bodyPr/>
                    <a:lstStyle/>
                    <a:p>
                      <a:pPr marL="0" lvl="0" indent="0" algn="ctr" rtl="0">
                        <a:spcBef>
                          <a:spcPts val="0"/>
                        </a:spcBef>
                        <a:spcAft>
                          <a:spcPts val="0"/>
                        </a:spcAft>
                        <a:buNone/>
                      </a:pPr>
                      <a:r>
                        <a:rPr lang="en-US" sz="1400" b="1" u="sng" dirty="0">
                          <a:solidFill>
                            <a:schemeClr val="dk1"/>
                          </a:solidFill>
                          <a:latin typeface="Nunito"/>
                          <a:ea typeface="Nunito"/>
                          <a:cs typeface="Nunito"/>
                          <a:sym typeface="Nunito"/>
                        </a:rPr>
                        <a:t>Recipe database</a:t>
                      </a:r>
                      <a:endParaRPr sz="1400" b="1" u="sng"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1600"/>
                        </a:spcAft>
                        <a:buNone/>
                      </a:pPr>
                      <a:r>
                        <a:rPr lang="en-GB" sz="1400" dirty="0">
                          <a:solidFill>
                            <a:schemeClr val="dk1"/>
                          </a:solidFill>
                          <a:latin typeface="Nunito"/>
                          <a:ea typeface="Nunito"/>
                          <a:cs typeface="Nunito"/>
                          <a:sym typeface="Nunito"/>
                        </a:rPr>
                        <a:t>Store and organize recipes, provide data to AI for suggestions</a:t>
                      </a:r>
                      <a:endParaRPr sz="1400"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93528">
                <a:tc>
                  <a:txBody>
                    <a:bodyPr/>
                    <a:lstStyle/>
                    <a:p>
                      <a:pPr marL="0" lvl="0" indent="0" algn="ctr" rtl="0">
                        <a:spcBef>
                          <a:spcPts val="0"/>
                        </a:spcBef>
                        <a:spcAft>
                          <a:spcPts val="0"/>
                        </a:spcAft>
                        <a:buNone/>
                      </a:pPr>
                      <a:r>
                        <a:rPr lang="en-US" sz="1400" b="1" u="sng" dirty="0">
                          <a:solidFill>
                            <a:schemeClr val="dk1"/>
                          </a:solidFill>
                          <a:latin typeface="Nunito"/>
                          <a:ea typeface="Nunito"/>
                          <a:cs typeface="Nunito"/>
                          <a:sym typeface="Nunito"/>
                        </a:rPr>
                        <a:t>Advertisers</a:t>
                      </a:r>
                      <a:endParaRPr sz="1400" b="1" u="sng"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1600"/>
                        </a:spcAft>
                        <a:buNone/>
                      </a:pPr>
                      <a:r>
                        <a:rPr lang="en-GB" sz="1400" dirty="0">
                          <a:solidFill>
                            <a:schemeClr val="dk1"/>
                          </a:solidFill>
                          <a:latin typeface="Nunito"/>
                          <a:ea typeface="Nunito"/>
                          <a:cs typeface="Nunito"/>
                          <a:sym typeface="Nunito"/>
                        </a:rPr>
                        <a:t>Display targeted ads to users, generate revenue</a:t>
                      </a:r>
                      <a:endParaRPr sz="1400"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93528">
                <a:tc>
                  <a:txBody>
                    <a:bodyPr/>
                    <a:lstStyle/>
                    <a:p>
                      <a:pPr marL="0" lvl="0" indent="0" algn="ctr" rtl="0">
                        <a:spcBef>
                          <a:spcPts val="0"/>
                        </a:spcBef>
                        <a:spcAft>
                          <a:spcPts val="0"/>
                        </a:spcAft>
                        <a:buNone/>
                      </a:pPr>
                      <a:r>
                        <a:rPr lang="en-US" sz="1400" b="1" u="sng" dirty="0">
                          <a:solidFill>
                            <a:schemeClr val="dk1"/>
                          </a:solidFill>
                          <a:latin typeface="Nunito"/>
                          <a:ea typeface="Nunito"/>
                          <a:cs typeface="Nunito"/>
                          <a:sym typeface="Nunito"/>
                        </a:rPr>
                        <a:t>AI Model</a:t>
                      </a:r>
                      <a:endParaRPr sz="1400" b="1" u="sng"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sz="1400" dirty="0">
                          <a:solidFill>
                            <a:schemeClr val="dk1"/>
                          </a:solidFill>
                          <a:latin typeface="Nunito"/>
                          <a:ea typeface="Nunito"/>
                          <a:cs typeface="Nunito"/>
                          <a:sym typeface="Nunito"/>
                        </a:rPr>
                        <a:t>Process user input, generate personalized recipe suggestions</a:t>
                      </a:r>
                      <a:endParaRPr sz="1400" dirty="0">
                        <a:solidFill>
                          <a:schemeClr val="dk1"/>
                        </a:solidFill>
                        <a:latin typeface="Nunito"/>
                        <a:ea typeface="Nunito"/>
                        <a:cs typeface="Nunito"/>
                        <a:sym typeface="Nuni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804" name="Google Shape;804;p28"/>
          <p:cNvGrpSpPr/>
          <p:nvPr/>
        </p:nvGrpSpPr>
        <p:grpSpPr>
          <a:xfrm rot="749051">
            <a:off x="7890294" y="3437947"/>
            <a:ext cx="825710" cy="1312119"/>
            <a:chOff x="6484146" y="1256050"/>
            <a:chExt cx="210240" cy="334080"/>
          </a:xfrm>
        </p:grpSpPr>
        <p:sp>
          <p:nvSpPr>
            <p:cNvPr id="805" name="Google Shape;805;p28"/>
            <p:cNvSpPr/>
            <p:nvPr/>
          </p:nvSpPr>
          <p:spPr>
            <a:xfrm>
              <a:off x="6484146" y="1256050"/>
              <a:ext cx="210240" cy="334080"/>
            </a:xfrm>
            <a:custGeom>
              <a:avLst/>
              <a:gdLst/>
              <a:ahLst/>
              <a:cxnLst/>
              <a:rect l="l" t="t" r="r" b="b"/>
              <a:pathLst>
                <a:path w="584" h="928" extrusionOk="0">
                  <a:moveTo>
                    <a:pt x="0" y="341"/>
                  </a:moveTo>
                  <a:lnTo>
                    <a:pt x="198" y="863"/>
                  </a:lnTo>
                  <a:cubicBezTo>
                    <a:pt x="231" y="950"/>
                    <a:pt x="354" y="950"/>
                    <a:pt x="387" y="863"/>
                  </a:cubicBezTo>
                  <a:lnTo>
                    <a:pt x="584" y="341"/>
                  </a:lnTo>
                  <a:lnTo>
                    <a:pt x="580" y="341"/>
                  </a:lnTo>
                  <a:cubicBezTo>
                    <a:pt x="583" y="325"/>
                    <a:pt x="584" y="309"/>
                    <a:pt x="584" y="292"/>
                  </a:cubicBezTo>
                  <a:cubicBezTo>
                    <a:pt x="584" y="131"/>
                    <a:pt x="454" y="0"/>
                    <a:pt x="292" y="0"/>
                  </a:cubicBezTo>
                  <a:cubicBezTo>
                    <a:pt x="131" y="0"/>
                    <a:pt x="0" y="131"/>
                    <a:pt x="0" y="292"/>
                  </a:cubicBezTo>
                  <a:cubicBezTo>
                    <a:pt x="0" y="309"/>
                    <a:pt x="2" y="325"/>
                    <a:pt x="4" y="341"/>
                  </a:cubicBezTo>
                  <a:lnTo>
                    <a:pt x="0" y="341"/>
                  </a:ln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806" name="Google Shape;806;p28"/>
            <p:cNvGrpSpPr/>
            <p:nvPr/>
          </p:nvGrpSpPr>
          <p:grpSpPr>
            <a:xfrm>
              <a:off x="6484146" y="1256230"/>
              <a:ext cx="210240" cy="333720"/>
              <a:chOff x="6543360" y="1666800"/>
              <a:chExt cx="210240" cy="333720"/>
            </a:xfrm>
          </p:grpSpPr>
          <p:sp>
            <p:nvSpPr>
              <p:cNvPr id="807" name="Google Shape;807;p28"/>
              <p:cNvSpPr/>
              <p:nvPr/>
            </p:nvSpPr>
            <p:spPr>
              <a:xfrm>
                <a:off x="6577200" y="1859400"/>
                <a:ext cx="144000" cy="28440"/>
              </a:xfrm>
              <a:custGeom>
                <a:avLst/>
                <a:gdLst/>
                <a:ahLst/>
                <a:cxnLst/>
                <a:rect l="l" t="t" r="r" b="b"/>
                <a:pathLst>
                  <a:path w="400" h="79" extrusionOk="0">
                    <a:moveTo>
                      <a:pt x="0" y="0"/>
                    </a:moveTo>
                    <a:cubicBezTo>
                      <a:pt x="52" y="49"/>
                      <a:pt x="123" y="79"/>
                      <a:pt x="200" y="79"/>
                    </a:cubicBezTo>
                    <a:cubicBezTo>
                      <a:pt x="277" y="79"/>
                      <a:pt x="348" y="49"/>
                      <a:pt x="400" y="0"/>
                    </a:cubicBezTo>
                    <a:lnTo>
                      <a:pt x="0" y="0"/>
                    </a:lnTo>
                    <a:close/>
                  </a:path>
                </a:pathLst>
              </a:custGeom>
              <a:solidFill>
                <a:srgbClr val="FB766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08" name="Google Shape;808;p28"/>
              <p:cNvSpPr/>
              <p:nvPr/>
            </p:nvSpPr>
            <p:spPr>
              <a:xfrm>
                <a:off x="6543360" y="1666800"/>
                <a:ext cx="210240" cy="123840"/>
              </a:xfrm>
              <a:custGeom>
                <a:avLst/>
                <a:gdLst/>
                <a:ahLst/>
                <a:cxnLst/>
                <a:rect l="l" t="t" r="r" b="b"/>
                <a:pathLst>
                  <a:path w="584" h="344" extrusionOk="0">
                    <a:moveTo>
                      <a:pt x="580" y="344"/>
                    </a:moveTo>
                    <a:cubicBezTo>
                      <a:pt x="583" y="327"/>
                      <a:pt x="584" y="310"/>
                      <a:pt x="584" y="292"/>
                    </a:cubicBezTo>
                    <a:cubicBezTo>
                      <a:pt x="584" y="130"/>
                      <a:pt x="454" y="0"/>
                      <a:pt x="292" y="0"/>
                    </a:cubicBezTo>
                    <a:cubicBezTo>
                      <a:pt x="131" y="0"/>
                      <a:pt x="0" y="130"/>
                      <a:pt x="0" y="292"/>
                    </a:cubicBezTo>
                    <a:cubicBezTo>
                      <a:pt x="0" y="310"/>
                      <a:pt x="2" y="327"/>
                      <a:pt x="5" y="344"/>
                    </a:cubicBezTo>
                    <a:lnTo>
                      <a:pt x="580" y="344"/>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09" name="Google Shape;809;p28"/>
              <p:cNvSpPr/>
              <p:nvPr/>
            </p:nvSpPr>
            <p:spPr>
              <a:xfrm>
                <a:off x="6543360" y="1789560"/>
                <a:ext cx="210240" cy="210960"/>
              </a:xfrm>
              <a:custGeom>
                <a:avLst/>
                <a:gdLst/>
                <a:ahLst/>
                <a:cxnLst/>
                <a:rect l="l" t="t" r="r" b="b"/>
                <a:pathLst>
                  <a:path w="584" h="586" extrusionOk="0">
                    <a:moveTo>
                      <a:pt x="387" y="521"/>
                    </a:moveTo>
                    <a:lnTo>
                      <a:pt x="584" y="0"/>
                    </a:lnTo>
                    <a:lnTo>
                      <a:pt x="0" y="0"/>
                    </a:lnTo>
                    <a:lnTo>
                      <a:pt x="198" y="521"/>
                    </a:lnTo>
                    <a:cubicBezTo>
                      <a:pt x="231" y="608"/>
                      <a:pt x="354" y="608"/>
                      <a:pt x="387" y="521"/>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10" name="Google Shape;810;p28"/>
              <p:cNvSpPr/>
              <p:nvPr/>
            </p:nvSpPr>
            <p:spPr>
              <a:xfrm>
                <a:off x="6573600" y="1734120"/>
                <a:ext cx="31320" cy="31320"/>
              </a:xfrm>
              <a:custGeom>
                <a:avLst/>
                <a:gdLst/>
                <a:ahLst/>
                <a:cxnLst/>
                <a:rect l="l" t="t" r="r" b="b"/>
                <a:pathLst>
                  <a:path w="87" h="87" extrusionOk="0">
                    <a:moveTo>
                      <a:pt x="87" y="44"/>
                    </a:moveTo>
                    <a:cubicBezTo>
                      <a:pt x="87" y="68"/>
                      <a:pt x="68" y="87"/>
                      <a:pt x="43" y="87"/>
                    </a:cubicBezTo>
                    <a:cubicBezTo>
                      <a:pt x="19" y="87"/>
                      <a:pt x="0" y="68"/>
                      <a:pt x="0" y="44"/>
                    </a:cubicBezTo>
                    <a:cubicBezTo>
                      <a:pt x="0" y="19"/>
                      <a:pt x="19" y="0"/>
                      <a:pt x="43" y="0"/>
                    </a:cubicBezTo>
                    <a:cubicBezTo>
                      <a:pt x="68" y="0"/>
                      <a:pt x="87" y="19"/>
                      <a:pt x="87" y="44"/>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11" name="Google Shape;811;p28"/>
              <p:cNvSpPr/>
              <p:nvPr/>
            </p:nvSpPr>
            <p:spPr>
              <a:xfrm>
                <a:off x="6692040" y="1734120"/>
                <a:ext cx="31680" cy="31320"/>
              </a:xfrm>
              <a:custGeom>
                <a:avLst/>
                <a:gdLst/>
                <a:ahLst/>
                <a:cxnLst/>
                <a:rect l="l" t="t" r="r" b="b"/>
                <a:pathLst>
                  <a:path w="88" h="87" extrusionOk="0">
                    <a:moveTo>
                      <a:pt x="88" y="44"/>
                    </a:moveTo>
                    <a:cubicBezTo>
                      <a:pt x="88" y="68"/>
                      <a:pt x="68" y="87"/>
                      <a:pt x="44" y="87"/>
                    </a:cubicBezTo>
                    <a:cubicBezTo>
                      <a:pt x="20" y="87"/>
                      <a:pt x="0" y="68"/>
                      <a:pt x="0" y="44"/>
                    </a:cubicBezTo>
                    <a:cubicBezTo>
                      <a:pt x="0" y="19"/>
                      <a:pt x="20" y="0"/>
                      <a:pt x="44" y="0"/>
                    </a:cubicBezTo>
                    <a:cubicBezTo>
                      <a:pt x="68" y="0"/>
                      <a:pt x="88" y="19"/>
                      <a:pt x="88" y="44"/>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12" name="Google Shape;812;p28"/>
              <p:cNvSpPr/>
              <p:nvPr/>
            </p:nvSpPr>
            <p:spPr>
              <a:xfrm>
                <a:off x="6594840" y="1728360"/>
                <a:ext cx="20160" cy="19800"/>
              </a:xfrm>
              <a:custGeom>
                <a:avLst/>
                <a:gdLst/>
                <a:ahLst/>
                <a:cxnLst/>
                <a:rect l="l" t="t" r="r" b="b"/>
                <a:pathLst>
                  <a:path w="56" h="55" extrusionOk="0">
                    <a:moveTo>
                      <a:pt x="56" y="28"/>
                    </a:moveTo>
                    <a:cubicBezTo>
                      <a:pt x="56" y="43"/>
                      <a:pt x="44" y="55"/>
                      <a:pt x="28" y="55"/>
                    </a:cubicBezTo>
                    <a:cubicBezTo>
                      <a:pt x="13" y="55"/>
                      <a:pt x="0" y="43"/>
                      <a:pt x="0" y="28"/>
                    </a:cubicBezTo>
                    <a:cubicBezTo>
                      <a:pt x="0" y="12"/>
                      <a:pt x="13" y="0"/>
                      <a:pt x="28" y="0"/>
                    </a:cubicBezTo>
                    <a:cubicBezTo>
                      <a:pt x="44" y="0"/>
                      <a:pt x="56" y="12"/>
                      <a:pt x="56" y="2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13" name="Google Shape;813;p28"/>
              <p:cNvSpPr/>
              <p:nvPr/>
            </p:nvSpPr>
            <p:spPr>
              <a:xfrm>
                <a:off x="6682320" y="1728360"/>
                <a:ext cx="19800" cy="19800"/>
              </a:xfrm>
              <a:custGeom>
                <a:avLst/>
                <a:gdLst/>
                <a:ahLst/>
                <a:cxnLst/>
                <a:rect l="l" t="t" r="r" b="b"/>
                <a:pathLst>
                  <a:path w="55" h="55" extrusionOk="0">
                    <a:moveTo>
                      <a:pt x="55" y="28"/>
                    </a:moveTo>
                    <a:cubicBezTo>
                      <a:pt x="55" y="43"/>
                      <a:pt x="43" y="55"/>
                      <a:pt x="27" y="55"/>
                    </a:cubicBezTo>
                    <a:cubicBezTo>
                      <a:pt x="12" y="55"/>
                      <a:pt x="0" y="43"/>
                      <a:pt x="0" y="28"/>
                    </a:cubicBezTo>
                    <a:cubicBezTo>
                      <a:pt x="0" y="12"/>
                      <a:pt x="12" y="0"/>
                      <a:pt x="27" y="0"/>
                    </a:cubicBezTo>
                    <a:cubicBezTo>
                      <a:pt x="43" y="0"/>
                      <a:pt x="55" y="12"/>
                      <a:pt x="55" y="2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14" name="Google Shape;814;p28"/>
              <p:cNvSpPr/>
              <p:nvPr/>
            </p:nvSpPr>
            <p:spPr>
              <a:xfrm>
                <a:off x="6630120" y="1740960"/>
                <a:ext cx="37800" cy="9360"/>
              </a:xfrm>
              <a:custGeom>
                <a:avLst/>
                <a:gdLst/>
                <a:ahLst/>
                <a:cxnLst/>
                <a:rect l="l" t="t" r="r" b="b"/>
                <a:pathLst>
                  <a:path w="105" h="26" extrusionOk="0">
                    <a:moveTo>
                      <a:pt x="54" y="26"/>
                    </a:moveTo>
                    <a:cubicBezTo>
                      <a:pt x="18" y="26"/>
                      <a:pt x="3" y="11"/>
                      <a:pt x="2" y="11"/>
                    </a:cubicBezTo>
                    <a:cubicBezTo>
                      <a:pt x="0" y="8"/>
                      <a:pt x="0" y="5"/>
                      <a:pt x="2" y="2"/>
                    </a:cubicBezTo>
                    <a:cubicBezTo>
                      <a:pt x="4" y="0"/>
                      <a:pt x="8" y="0"/>
                      <a:pt x="11" y="2"/>
                    </a:cubicBezTo>
                    <a:cubicBezTo>
                      <a:pt x="11" y="2"/>
                      <a:pt x="24" y="14"/>
                      <a:pt x="54" y="14"/>
                    </a:cubicBezTo>
                    <a:cubicBezTo>
                      <a:pt x="84" y="14"/>
                      <a:pt x="94" y="2"/>
                      <a:pt x="95" y="2"/>
                    </a:cubicBezTo>
                    <a:cubicBezTo>
                      <a:pt x="97" y="0"/>
                      <a:pt x="101" y="0"/>
                      <a:pt x="103" y="2"/>
                    </a:cubicBezTo>
                    <a:cubicBezTo>
                      <a:pt x="105" y="4"/>
                      <a:pt x="106" y="8"/>
                      <a:pt x="104" y="10"/>
                    </a:cubicBezTo>
                    <a:cubicBezTo>
                      <a:pt x="103" y="11"/>
                      <a:pt x="90" y="26"/>
                      <a:pt x="54" y="2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nvGrpSpPr>
              <p:cNvPr id="815" name="Google Shape;815;p28"/>
              <p:cNvGrpSpPr/>
              <p:nvPr/>
            </p:nvGrpSpPr>
            <p:grpSpPr>
              <a:xfrm>
                <a:off x="6588720" y="1809720"/>
                <a:ext cx="116280" cy="113760"/>
                <a:chOff x="6588720" y="1809720"/>
                <a:chExt cx="116280" cy="113760"/>
              </a:xfrm>
            </p:grpSpPr>
            <p:sp>
              <p:nvSpPr>
                <p:cNvPr id="816" name="Google Shape;816;p28"/>
                <p:cNvSpPr/>
                <p:nvPr/>
              </p:nvSpPr>
              <p:spPr>
                <a:xfrm>
                  <a:off x="6588720" y="1809720"/>
                  <a:ext cx="73440" cy="53640"/>
                </a:xfrm>
                <a:custGeom>
                  <a:avLst/>
                  <a:gdLst/>
                  <a:ahLst/>
                  <a:cxnLst/>
                  <a:rect l="l" t="t" r="r" b="b"/>
                  <a:pathLst>
                    <a:path w="204" h="149" extrusionOk="0">
                      <a:moveTo>
                        <a:pt x="11" y="149"/>
                      </a:moveTo>
                      <a:cubicBezTo>
                        <a:pt x="8" y="149"/>
                        <a:pt x="5" y="147"/>
                        <a:pt x="2" y="144"/>
                      </a:cubicBezTo>
                      <a:cubicBezTo>
                        <a:pt x="-1" y="139"/>
                        <a:pt x="0" y="133"/>
                        <a:pt x="5" y="129"/>
                      </a:cubicBezTo>
                      <a:lnTo>
                        <a:pt x="188" y="2"/>
                      </a:lnTo>
                      <a:cubicBezTo>
                        <a:pt x="193" y="-1"/>
                        <a:pt x="199" y="0"/>
                        <a:pt x="203" y="5"/>
                      </a:cubicBezTo>
                      <a:cubicBezTo>
                        <a:pt x="206" y="10"/>
                        <a:pt x="205" y="17"/>
                        <a:pt x="200" y="20"/>
                      </a:cubicBezTo>
                      <a:lnTo>
                        <a:pt x="17" y="147"/>
                      </a:lnTo>
                      <a:cubicBezTo>
                        <a:pt x="15" y="148"/>
                        <a:pt x="13" y="149"/>
                        <a:pt x="11" y="149"/>
                      </a:cubicBezTo>
                      <a:close/>
                    </a:path>
                  </a:pathLst>
                </a:custGeom>
                <a:solidFill>
                  <a:schemeClr val="l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17" name="Google Shape;817;p28"/>
                <p:cNvSpPr/>
                <p:nvPr/>
              </p:nvSpPr>
              <p:spPr>
                <a:xfrm>
                  <a:off x="6629400" y="1869840"/>
                  <a:ext cx="73440" cy="53640"/>
                </a:xfrm>
                <a:custGeom>
                  <a:avLst/>
                  <a:gdLst/>
                  <a:ahLst/>
                  <a:cxnLst/>
                  <a:rect l="l" t="t" r="r" b="b"/>
                  <a:pathLst>
                    <a:path w="204" h="149" extrusionOk="0">
                      <a:moveTo>
                        <a:pt x="11" y="149"/>
                      </a:moveTo>
                      <a:cubicBezTo>
                        <a:pt x="8" y="149"/>
                        <a:pt x="5" y="147"/>
                        <a:pt x="3" y="144"/>
                      </a:cubicBezTo>
                      <a:cubicBezTo>
                        <a:pt x="-1" y="139"/>
                        <a:pt x="0" y="132"/>
                        <a:pt x="5" y="129"/>
                      </a:cubicBezTo>
                      <a:lnTo>
                        <a:pt x="188" y="2"/>
                      </a:lnTo>
                      <a:cubicBezTo>
                        <a:pt x="193" y="-1"/>
                        <a:pt x="200" y="0"/>
                        <a:pt x="203" y="5"/>
                      </a:cubicBezTo>
                      <a:cubicBezTo>
                        <a:pt x="206" y="10"/>
                        <a:pt x="205" y="16"/>
                        <a:pt x="200" y="20"/>
                      </a:cubicBezTo>
                      <a:lnTo>
                        <a:pt x="18" y="147"/>
                      </a:lnTo>
                      <a:cubicBezTo>
                        <a:pt x="16" y="148"/>
                        <a:pt x="14" y="149"/>
                        <a:pt x="11" y="149"/>
                      </a:cubicBezTo>
                      <a:close/>
                    </a:path>
                  </a:pathLst>
                </a:custGeom>
                <a:solidFill>
                  <a:schemeClr val="l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18" name="Google Shape;818;p28"/>
                <p:cNvSpPr/>
                <p:nvPr/>
              </p:nvSpPr>
              <p:spPr>
                <a:xfrm>
                  <a:off x="6601680" y="1822320"/>
                  <a:ext cx="103320" cy="74160"/>
                </a:xfrm>
                <a:custGeom>
                  <a:avLst/>
                  <a:gdLst/>
                  <a:ahLst/>
                  <a:cxnLst/>
                  <a:rect l="l" t="t" r="r" b="b"/>
                  <a:pathLst>
                    <a:path w="287" h="206" extrusionOk="0">
                      <a:moveTo>
                        <a:pt x="11" y="206"/>
                      </a:moveTo>
                      <a:cubicBezTo>
                        <a:pt x="8" y="206"/>
                        <a:pt x="4" y="204"/>
                        <a:pt x="2" y="201"/>
                      </a:cubicBezTo>
                      <a:cubicBezTo>
                        <a:pt x="-1" y="197"/>
                        <a:pt x="0" y="190"/>
                        <a:pt x="5" y="187"/>
                      </a:cubicBezTo>
                      <a:lnTo>
                        <a:pt x="270" y="2"/>
                      </a:lnTo>
                      <a:cubicBezTo>
                        <a:pt x="275" y="-1"/>
                        <a:pt x="282" y="0"/>
                        <a:pt x="285" y="5"/>
                      </a:cubicBezTo>
                      <a:cubicBezTo>
                        <a:pt x="289" y="10"/>
                        <a:pt x="287" y="16"/>
                        <a:pt x="283" y="20"/>
                      </a:cubicBezTo>
                      <a:lnTo>
                        <a:pt x="17" y="204"/>
                      </a:lnTo>
                      <a:cubicBezTo>
                        <a:pt x="15" y="205"/>
                        <a:pt x="13" y="206"/>
                        <a:pt x="11" y="206"/>
                      </a:cubicBezTo>
                      <a:close/>
                    </a:path>
                  </a:pathLst>
                </a:custGeom>
                <a:solidFill>
                  <a:schemeClr val="lt2"/>
                </a:solidFill>
                <a:ln>
                  <a:noFill/>
                </a:ln>
              </p:spPr>
              <p:txBody>
                <a:bodyPr spcFirstLastPara="1" wrap="square" lIns="90000" tIns="29150" rIns="90000" bIns="291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19" name="Google Shape;819;p28"/>
                <p:cNvSpPr/>
                <p:nvPr/>
              </p:nvSpPr>
              <p:spPr>
                <a:xfrm>
                  <a:off x="6631200" y="1809720"/>
                  <a:ext cx="73800" cy="53640"/>
                </a:xfrm>
                <a:custGeom>
                  <a:avLst/>
                  <a:gdLst/>
                  <a:ahLst/>
                  <a:cxnLst/>
                  <a:rect l="l" t="t" r="r" b="b"/>
                  <a:pathLst>
                    <a:path w="205" h="149" extrusionOk="0">
                      <a:moveTo>
                        <a:pt x="194" y="149"/>
                      </a:moveTo>
                      <a:cubicBezTo>
                        <a:pt x="192" y="149"/>
                        <a:pt x="190" y="148"/>
                        <a:pt x="188" y="147"/>
                      </a:cubicBezTo>
                      <a:lnTo>
                        <a:pt x="5" y="20"/>
                      </a:lnTo>
                      <a:cubicBezTo>
                        <a:pt x="1" y="17"/>
                        <a:pt x="-1" y="10"/>
                        <a:pt x="3" y="5"/>
                      </a:cubicBezTo>
                      <a:cubicBezTo>
                        <a:pt x="6" y="0"/>
                        <a:pt x="13" y="-1"/>
                        <a:pt x="18" y="2"/>
                      </a:cubicBezTo>
                      <a:lnTo>
                        <a:pt x="201" y="129"/>
                      </a:lnTo>
                      <a:cubicBezTo>
                        <a:pt x="205" y="133"/>
                        <a:pt x="207" y="139"/>
                        <a:pt x="203" y="144"/>
                      </a:cubicBezTo>
                      <a:cubicBezTo>
                        <a:pt x="201" y="147"/>
                        <a:pt x="198" y="149"/>
                        <a:pt x="194" y="149"/>
                      </a:cubicBezTo>
                      <a:close/>
                    </a:path>
                  </a:pathLst>
                </a:custGeom>
                <a:solidFill>
                  <a:schemeClr val="l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20" name="Google Shape;820;p28"/>
                <p:cNvSpPr/>
                <p:nvPr/>
              </p:nvSpPr>
              <p:spPr>
                <a:xfrm>
                  <a:off x="6590520" y="1869840"/>
                  <a:ext cx="73440" cy="53640"/>
                </a:xfrm>
                <a:custGeom>
                  <a:avLst/>
                  <a:gdLst/>
                  <a:ahLst/>
                  <a:cxnLst/>
                  <a:rect l="l" t="t" r="r" b="b"/>
                  <a:pathLst>
                    <a:path w="204" h="149" extrusionOk="0">
                      <a:moveTo>
                        <a:pt x="194" y="149"/>
                      </a:moveTo>
                      <a:cubicBezTo>
                        <a:pt x="192" y="149"/>
                        <a:pt x="190" y="148"/>
                        <a:pt x="188" y="147"/>
                      </a:cubicBezTo>
                      <a:lnTo>
                        <a:pt x="5" y="20"/>
                      </a:lnTo>
                      <a:cubicBezTo>
                        <a:pt x="0" y="16"/>
                        <a:pt x="-1" y="10"/>
                        <a:pt x="3" y="5"/>
                      </a:cubicBezTo>
                      <a:cubicBezTo>
                        <a:pt x="6" y="0"/>
                        <a:pt x="13" y="-1"/>
                        <a:pt x="18" y="2"/>
                      </a:cubicBezTo>
                      <a:lnTo>
                        <a:pt x="200" y="129"/>
                      </a:lnTo>
                      <a:cubicBezTo>
                        <a:pt x="205" y="132"/>
                        <a:pt x="206" y="139"/>
                        <a:pt x="203" y="144"/>
                      </a:cubicBezTo>
                      <a:cubicBezTo>
                        <a:pt x="201" y="147"/>
                        <a:pt x="198" y="149"/>
                        <a:pt x="194" y="149"/>
                      </a:cubicBezTo>
                      <a:close/>
                    </a:path>
                  </a:pathLst>
                </a:custGeom>
                <a:solidFill>
                  <a:schemeClr val="lt2"/>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21" name="Google Shape;821;p28"/>
                <p:cNvSpPr/>
                <p:nvPr/>
              </p:nvSpPr>
              <p:spPr>
                <a:xfrm>
                  <a:off x="6588720" y="1822320"/>
                  <a:ext cx="103320" cy="74160"/>
                </a:xfrm>
                <a:custGeom>
                  <a:avLst/>
                  <a:gdLst/>
                  <a:ahLst/>
                  <a:cxnLst/>
                  <a:rect l="l" t="t" r="r" b="b"/>
                  <a:pathLst>
                    <a:path w="287" h="206" extrusionOk="0">
                      <a:moveTo>
                        <a:pt x="277" y="206"/>
                      </a:moveTo>
                      <a:cubicBezTo>
                        <a:pt x="275" y="206"/>
                        <a:pt x="272" y="205"/>
                        <a:pt x="271" y="204"/>
                      </a:cubicBezTo>
                      <a:lnTo>
                        <a:pt x="5" y="20"/>
                      </a:lnTo>
                      <a:cubicBezTo>
                        <a:pt x="0" y="16"/>
                        <a:pt x="-1" y="10"/>
                        <a:pt x="2" y="5"/>
                      </a:cubicBezTo>
                      <a:cubicBezTo>
                        <a:pt x="6" y="0"/>
                        <a:pt x="13" y="-1"/>
                        <a:pt x="17" y="2"/>
                      </a:cubicBezTo>
                      <a:lnTo>
                        <a:pt x="283" y="187"/>
                      </a:lnTo>
                      <a:cubicBezTo>
                        <a:pt x="288" y="190"/>
                        <a:pt x="289" y="197"/>
                        <a:pt x="285" y="201"/>
                      </a:cubicBezTo>
                      <a:cubicBezTo>
                        <a:pt x="283" y="204"/>
                        <a:pt x="280" y="206"/>
                        <a:pt x="277" y="206"/>
                      </a:cubicBezTo>
                      <a:close/>
                    </a:path>
                  </a:pathLst>
                </a:custGeom>
                <a:solidFill>
                  <a:schemeClr val="lt2"/>
                </a:solidFill>
                <a:ln>
                  <a:noFill/>
                </a:ln>
              </p:spPr>
              <p:txBody>
                <a:bodyPr spcFirstLastPara="1" wrap="square" lIns="90000" tIns="29150" rIns="90000" bIns="291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grpSp>
        <p:nvGrpSpPr>
          <p:cNvPr id="822" name="Google Shape;822;p28"/>
          <p:cNvGrpSpPr/>
          <p:nvPr/>
        </p:nvGrpSpPr>
        <p:grpSpPr>
          <a:xfrm rot="-543556">
            <a:off x="80018" y="817708"/>
            <a:ext cx="839103" cy="1082933"/>
            <a:chOff x="3929413" y="953105"/>
            <a:chExt cx="244083" cy="315000"/>
          </a:xfrm>
        </p:grpSpPr>
        <p:sp>
          <p:nvSpPr>
            <p:cNvPr id="823" name="Google Shape;823;p28"/>
            <p:cNvSpPr/>
            <p:nvPr/>
          </p:nvSpPr>
          <p:spPr>
            <a:xfrm>
              <a:off x="3929413" y="953105"/>
              <a:ext cx="244080" cy="315000"/>
            </a:xfrm>
            <a:custGeom>
              <a:avLst/>
              <a:gdLst/>
              <a:ahLst/>
              <a:cxnLst/>
              <a:rect l="l" t="t" r="r" b="b"/>
              <a:pathLst>
                <a:path w="678" h="875" extrusionOk="0">
                  <a:moveTo>
                    <a:pt x="209" y="4"/>
                  </a:moveTo>
                  <a:cubicBezTo>
                    <a:pt x="204" y="4"/>
                    <a:pt x="199" y="5"/>
                    <a:pt x="194" y="5"/>
                  </a:cubicBezTo>
                  <a:cubicBezTo>
                    <a:pt x="192" y="5"/>
                    <a:pt x="191" y="5"/>
                    <a:pt x="190" y="6"/>
                  </a:cubicBezTo>
                  <a:cubicBezTo>
                    <a:pt x="186" y="6"/>
                    <a:pt x="181" y="6"/>
                    <a:pt x="177" y="7"/>
                  </a:cubicBezTo>
                  <a:cubicBezTo>
                    <a:pt x="175" y="7"/>
                    <a:pt x="172" y="7"/>
                    <a:pt x="169" y="8"/>
                  </a:cubicBezTo>
                  <a:cubicBezTo>
                    <a:pt x="166" y="8"/>
                    <a:pt x="163" y="8"/>
                    <a:pt x="160" y="9"/>
                  </a:cubicBezTo>
                  <a:cubicBezTo>
                    <a:pt x="154" y="10"/>
                    <a:pt x="148" y="10"/>
                    <a:pt x="142" y="11"/>
                  </a:cubicBezTo>
                  <a:cubicBezTo>
                    <a:pt x="127" y="14"/>
                    <a:pt x="-4" y="44"/>
                    <a:pt x="0" y="62"/>
                  </a:cubicBezTo>
                  <a:cubicBezTo>
                    <a:pt x="10" y="121"/>
                    <a:pt x="16" y="179"/>
                    <a:pt x="25" y="238"/>
                  </a:cubicBezTo>
                  <a:cubicBezTo>
                    <a:pt x="34" y="304"/>
                    <a:pt x="43" y="371"/>
                    <a:pt x="53" y="437"/>
                  </a:cubicBezTo>
                  <a:cubicBezTo>
                    <a:pt x="55" y="452"/>
                    <a:pt x="57" y="467"/>
                    <a:pt x="59" y="483"/>
                  </a:cubicBezTo>
                  <a:cubicBezTo>
                    <a:pt x="59" y="484"/>
                    <a:pt x="59" y="485"/>
                    <a:pt x="59" y="487"/>
                  </a:cubicBezTo>
                  <a:cubicBezTo>
                    <a:pt x="61" y="499"/>
                    <a:pt x="62" y="511"/>
                    <a:pt x="64" y="524"/>
                  </a:cubicBezTo>
                  <a:cubicBezTo>
                    <a:pt x="77" y="628"/>
                    <a:pt x="88" y="734"/>
                    <a:pt x="112" y="836"/>
                  </a:cubicBezTo>
                  <a:cubicBezTo>
                    <a:pt x="114" y="844"/>
                    <a:pt x="144" y="852"/>
                    <a:pt x="178" y="858"/>
                  </a:cubicBezTo>
                  <a:lnTo>
                    <a:pt x="178" y="858"/>
                  </a:lnTo>
                  <a:lnTo>
                    <a:pt x="178" y="858"/>
                  </a:lnTo>
                  <a:cubicBezTo>
                    <a:pt x="210" y="864"/>
                    <a:pt x="246" y="869"/>
                    <a:pt x="258" y="870"/>
                  </a:cubicBezTo>
                  <a:cubicBezTo>
                    <a:pt x="259" y="870"/>
                    <a:pt x="259" y="870"/>
                    <a:pt x="260" y="871"/>
                  </a:cubicBezTo>
                  <a:cubicBezTo>
                    <a:pt x="284" y="874"/>
                    <a:pt x="309" y="875"/>
                    <a:pt x="333" y="875"/>
                  </a:cubicBezTo>
                  <a:cubicBezTo>
                    <a:pt x="349" y="875"/>
                    <a:pt x="366" y="875"/>
                    <a:pt x="382" y="874"/>
                  </a:cubicBezTo>
                  <a:cubicBezTo>
                    <a:pt x="406" y="872"/>
                    <a:pt x="431" y="869"/>
                    <a:pt x="455" y="866"/>
                  </a:cubicBezTo>
                  <a:cubicBezTo>
                    <a:pt x="458" y="865"/>
                    <a:pt x="464" y="865"/>
                    <a:pt x="471" y="864"/>
                  </a:cubicBezTo>
                  <a:cubicBezTo>
                    <a:pt x="474" y="864"/>
                    <a:pt x="476" y="863"/>
                    <a:pt x="479" y="863"/>
                  </a:cubicBezTo>
                  <a:cubicBezTo>
                    <a:pt x="481" y="863"/>
                    <a:pt x="482" y="863"/>
                    <a:pt x="483" y="863"/>
                  </a:cubicBezTo>
                  <a:cubicBezTo>
                    <a:pt x="489" y="862"/>
                    <a:pt x="495" y="861"/>
                    <a:pt x="501" y="860"/>
                  </a:cubicBezTo>
                  <a:cubicBezTo>
                    <a:pt x="503" y="860"/>
                    <a:pt x="504" y="860"/>
                    <a:pt x="506" y="860"/>
                  </a:cubicBezTo>
                  <a:cubicBezTo>
                    <a:pt x="531" y="856"/>
                    <a:pt x="557" y="850"/>
                    <a:pt x="564" y="840"/>
                  </a:cubicBezTo>
                  <a:cubicBezTo>
                    <a:pt x="565" y="838"/>
                    <a:pt x="566" y="837"/>
                    <a:pt x="566" y="836"/>
                  </a:cubicBezTo>
                  <a:cubicBezTo>
                    <a:pt x="597" y="705"/>
                    <a:pt x="607" y="570"/>
                    <a:pt x="625" y="437"/>
                  </a:cubicBezTo>
                  <a:cubicBezTo>
                    <a:pt x="635" y="371"/>
                    <a:pt x="644" y="304"/>
                    <a:pt x="653" y="238"/>
                  </a:cubicBezTo>
                  <a:cubicBezTo>
                    <a:pt x="661" y="179"/>
                    <a:pt x="668" y="121"/>
                    <a:pt x="678" y="62"/>
                  </a:cubicBezTo>
                  <a:cubicBezTo>
                    <a:pt x="678" y="62"/>
                    <a:pt x="678" y="61"/>
                    <a:pt x="678" y="60"/>
                  </a:cubicBezTo>
                  <a:lnTo>
                    <a:pt x="678" y="60"/>
                  </a:lnTo>
                  <a:cubicBezTo>
                    <a:pt x="677" y="59"/>
                    <a:pt x="677" y="58"/>
                    <a:pt x="676" y="58"/>
                  </a:cubicBezTo>
                  <a:lnTo>
                    <a:pt x="676" y="57"/>
                  </a:lnTo>
                  <a:cubicBezTo>
                    <a:pt x="675" y="56"/>
                    <a:pt x="674" y="56"/>
                    <a:pt x="673" y="55"/>
                  </a:cubicBezTo>
                  <a:lnTo>
                    <a:pt x="673" y="54"/>
                  </a:lnTo>
                  <a:cubicBezTo>
                    <a:pt x="672" y="54"/>
                    <a:pt x="671" y="53"/>
                    <a:pt x="670" y="52"/>
                  </a:cubicBezTo>
                  <a:cubicBezTo>
                    <a:pt x="669" y="52"/>
                    <a:pt x="669" y="52"/>
                    <a:pt x="668" y="52"/>
                  </a:cubicBezTo>
                  <a:cubicBezTo>
                    <a:pt x="667" y="51"/>
                    <a:pt x="665" y="50"/>
                    <a:pt x="664" y="49"/>
                  </a:cubicBezTo>
                  <a:lnTo>
                    <a:pt x="663" y="49"/>
                  </a:lnTo>
                  <a:cubicBezTo>
                    <a:pt x="662" y="48"/>
                    <a:pt x="660" y="47"/>
                    <a:pt x="658" y="47"/>
                  </a:cubicBezTo>
                  <a:cubicBezTo>
                    <a:pt x="658" y="46"/>
                    <a:pt x="657" y="46"/>
                    <a:pt x="656" y="46"/>
                  </a:cubicBezTo>
                  <a:cubicBezTo>
                    <a:pt x="655" y="45"/>
                    <a:pt x="653" y="44"/>
                    <a:pt x="651" y="44"/>
                  </a:cubicBezTo>
                  <a:cubicBezTo>
                    <a:pt x="651" y="43"/>
                    <a:pt x="650" y="43"/>
                    <a:pt x="650" y="43"/>
                  </a:cubicBezTo>
                  <a:cubicBezTo>
                    <a:pt x="648" y="42"/>
                    <a:pt x="646" y="41"/>
                    <a:pt x="643" y="41"/>
                  </a:cubicBezTo>
                  <a:cubicBezTo>
                    <a:pt x="643" y="40"/>
                    <a:pt x="642" y="40"/>
                    <a:pt x="641" y="40"/>
                  </a:cubicBezTo>
                  <a:cubicBezTo>
                    <a:pt x="640" y="39"/>
                    <a:pt x="638" y="39"/>
                    <a:pt x="636" y="38"/>
                  </a:cubicBezTo>
                  <a:cubicBezTo>
                    <a:pt x="635" y="38"/>
                    <a:pt x="634" y="38"/>
                    <a:pt x="634" y="37"/>
                  </a:cubicBezTo>
                  <a:cubicBezTo>
                    <a:pt x="631" y="36"/>
                    <a:pt x="629" y="36"/>
                    <a:pt x="626" y="35"/>
                  </a:cubicBezTo>
                  <a:lnTo>
                    <a:pt x="625" y="35"/>
                  </a:lnTo>
                  <a:cubicBezTo>
                    <a:pt x="623" y="34"/>
                    <a:pt x="620" y="33"/>
                    <a:pt x="618" y="32"/>
                  </a:cubicBezTo>
                  <a:cubicBezTo>
                    <a:pt x="617" y="32"/>
                    <a:pt x="617" y="32"/>
                    <a:pt x="616" y="32"/>
                  </a:cubicBezTo>
                  <a:cubicBezTo>
                    <a:pt x="610" y="30"/>
                    <a:pt x="605" y="28"/>
                    <a:pt x="599" y="27"/>
                  </a:cubicBezTo>
                  <a:lnTo>
                    <a:pt x="598" y="27"/>
                  </a:lnTo>
                  <a:cubicBezTo>
                    <a:pt x="595" y="26"/>
                    <a:pt x="593" y="25"/>
                    <a:pt x="590" y="24"/>
                  </a:cubicBezTo>
                  <a:lnTo>
                    <a:pt x="590" y="24"/>
                  </a:lnTo>
                  <a:cubicBezTo>
                    <a:pt x="564" y="17"/>
                    <a:pt x="541" y="12"/>
                    <a:pt x="536" y="11"/>
                  </a:cubicBezTo>
                  <a:cubicBezTo>
                    <a:pt x="484" y="3"/>
                    <a:pt x="429" y="1"/>
                    <a:pt x="376" y="0"/>
                  </a:cubicBezTo>
                  <a:cubicBezTo>
                    <a:pt x="364" y="0"/>
                    <a:pt x="351" y="0"/>
                    <a:pt x="339" y="0"/>
                  </a:cubicBezTo>
                  <a:cubicBezTo>
                    <a:pt x="327" y="0"/>
                    <a:pt x="314" y="0"/>
                    <a:pt x="302" y="0"/>
                  </a:cubicBezTo>
                  <a:cubicBezTo>
                    <a:pt x="271" y="1"/>
                    <a:pt x="240" y="2"/>
                    <a:pt x="209" y="4"/>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824" name="Google Shape;824;p28"/>
            <p:cNvGrpSpPr/>
            <p:nvPr/>
          </p:nvGrpSpPr>
          <p:grpSpPr>
            <a:xfrm>
              <a:off x="3929415" y="953280"/>
              <a:ext cx="244080" cy="314640"/>
              <a:chOff x="4241140" y="953280"/>
              <a:chExt cx="244080" cy="314640"/>
            </a:xfrm>
          </p:grpSpPr>
          <p:sp>
            <p:nvSpPr>
              <p:cNvPr id="825" name="Google Shape;825;p28"/>
              <p:cNvSpPr/>
              <p:nvPr/>
            </p:nvSpPr>
            <p:spPr>
              <a:xfrm>
                <a:off x="4241140" y="953280"/>
                <a:ext cx="244080" cy="314640"/>
              </a:xfrm>
              <a:custGeom>
                <a:avLst/>
                <a:gdLst/>
                <a:ahLst/>
                <a:cxnLst/>
                <a:rect l="l" t="t" r="r" b="b"/>
                <a:pathLst>
                  <a:path w="678" h="874" extrusionOk="0">
                    <a:moveTo>
                      <a:pt x="536" y="11"/>
                    </a:moveTo>
                    <a:cubicBezTo>
                      <a:pt x="484" y="3"/>
                      <a:pt x="429" y="1"/>
                      <a:pt x="376" y="0"/>
                    </a:cubicBezTo>
                    <a:cubicBezTo>
                      <a:pt x="364" y="0"/>
                      <a:pt x="351" y="0"/>
                      <a:pt x="339" y="0"/>
                    </a:cubicBezTo>
                    <a:cubicBezTo>
                      <a:pt x="327" y="0"/>
                      <a:pt x="314" y="0"/>
                      <a:pt x="302" y="0"/>
                    </a:cubicBezTo>
                    <a:cubicBezTo>
                      <a:pt x="249" y="1"/>
                      <a:pt x="194" y="3"/>
                      <a:pt x="142" y="11"/>
                    </a:cubicBezTo>
                    <a:cubicBezTo>
                      <a:pt x="127" y="13"/>
                      <a:pt x="-4" y="44"/>
                      <a:pt x="0" y="62"/>
                    </a:cubicBezTo>
                    <a:cubicBezTo>
                      <a:pt x="10" y="120"/>
                      <a:pt x="16" y="179"/>
                      <a:pt x="25" y="238"/>
                    </a:cubicBezTo>
                    <a:cubicBezTo>
                      <a:pt x="34" y="304"/>
                      <a:pt x="43" y="370"/>
                      <a:pt x="53" y="437"/>
                    </a:cubicBezTo>
                    <a:cubicBezTo>
                      <a:pt x="71" y="569"/>
                      <a:pt x="81" y="705"/>
                      <a:pt x="112" y="835"/>
                    </a:cubicBezTo>
                    <a:cubicBezTo>
                      <a:pt x="116" y="853"/>
                      <a:pt x="242" y="868"/>
                      <a:pt x="260" y="870"/>
                    </a:cubicBezTo>
                    <a:cubicBezTo>
                      <a:pt x="325" y="879"/>
                      <a:pt x="390" y="874"/>
                      <a:pt x="455" y="865"/>
                    </a:cubicBezTo>
                    <a:cubicBezTo>
                      <a:pt x="473" y="863"/>
                      <a:pt x="561" y="858"/>
                      <a:pt x="566" y="835"/>
                    </a:cubicBezTo>
                    <a:cubicBezTo>
                      <a:pt x="597" y="705"/>
                      <a:pt x="607" y="569"/>
                      <a:pt x="625" y="437"/>
                    </a:cubicBezTo>
                    <a:cubicBezTo>
                      <a:pt x="634" y="370"/>
                      <a:pt x="644" y="304"/>
                      <a:pt x="653" y="238"/>
                    </a:cubicBezTo>
                    <a:cubicBezTo>
                      <a:pt x="661" y="179"/>
                      <a:pt x="668" y="120"/>
                      <a:pt x="678" y="62"/>
                    </a:cubicBezTo>
                    <a:cubicBezTo>
                      <a:pt x="682" y="44"/>
                      <a:pt x="551" y="13"/>
                      <a:pt x="536" y="11"/>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26" name="Google Shape;826;p28"/>
              <p:cNvSpPr/>
              <p:nvPr/>
            </p:nvSpPr>
            <p:spPr>
              <a:xfrm>
                <a:off x="4252660" y="962640"/>
                <a:ext cx="220320" cy="33120"/>
              </a:xfrm>
              <a:custGeom>
                <a:avLst/>
                <a:gdLst/>
                <a:ahLst/>
                <a:cxnLst/>
                <a:rect l="l" t="t" r="r" b="b"/>
                <a:pathLst>
                  <a:path w="612" h="92" extrusionOk="0">
                    <a:moveTo>
                      <a:pt x="325" y="92"/>
                    </a:moveTo>
                    <a:cubicBezTo>
                      <a:pt x="267" y="93"/>
                      <a:pt x="209" y="90"/>
                      <a:pt x="152" y="84"/>
                    </a:cubicBezTo>
                    <a:cubicBezTo>
                      <a:pt x="110" y="79"/>
                      <a:pt x="64" y="76"/>
                      <a:pt x="23" y="62"/>
                    </a:cubicBezTo>
                    <a:cubicBezTo>
                      <a:pt x="16" y="60"/>
                      <a:pt x="6" y="55"/>
                      <a:pt x="0" y="50"/>
                    </a:cubicBezTo>
                    <a:cubicBezTo>
                      <a:pt x="10" y="41"/>
                      <a:pt x="32" y="36"/>
                      <a:pt x="45" y="32"/>
                    </a:cubicBezTo>
                    <a:cubicBezTo>
                      <a:pt x="87" y="20"/>
                      <a:pt x="130" y="12"/>
                      <a:pt x="174" y="8"/>
                    </a:cubicBezTo>
                    <a:cubicBezTo>
                      <a:pt x="321" y="-6"/>
                      <a:pt x="472" y="-7"/>
                      <a:pt x="612" y="44"/>
                    </a:cubicBezTo>
                    <a:cubicBezTo>
                      <a:pt x="610" y="49"/>
                      <a:pt x="605" y="52"/>
                      <a:pt x="600" y="55"/>
                    </a:cubicBezTo>
                    <a:cubicBezTo>
                      <a:pt x="550" y="80"/>
                      <a:pt x="486" y="84"/>
                      <a:pt x="431" y="87"/>
                    </a:cubicBezTo>
                    <a:cubicBezTo>
                      <a:pt x="396" y="89"/>
                      <a:pt x="360" y="91"/>
                      <a:pt x="325" y="92"/>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27" name="Google Shape;827;p28"/>
              <p:cNvSpPr/>
              <p:nvPr/>
            </p:nvSpPr>
            <p:spPr>
              <a:xfrm>
                <a:off x="4268500" y="1066320"/>
                <a:ext cx="187920" cy="26280"/>
              </a:xfrm>
              <a:custGeom>
                <a:avLst/>
                <a:gdLst/>
                <a:ahLst/>
                <a:cxnLst/>
                <a:rect l="l" t="t" r="r" b="b"/>
                <a:pathLst>
                  <a:path w="522" h="73" extrusionOk="0">
                    <a:moveTo>
                      <a:pt x="352" y="71"/>
                    </a:moveTo>
                    <a:cubicBezTo>
                      <a:pt x="405" y="67"/>
                      <a:pt x="463" y="60"/>
                      <a:pt x="517" y="43"/>
                    </a:cubicBezTo>
                    <a:cubicBezTo>
                      <a:pt x="519" y="41"/>
                      <a:pt x="521" y="39"/>
                      <a:pt x="522" y="36"/>
                    </a:cubicBezTo>
                    <a:cubicBezTo>
                      <a:pt x="396" y="1"/>
                      <a:pt x="271" y="-6"/>
                      <a:pt x="141" y="6"/>
                    </a:cubicBezTo>
                    <a:cubicBezTo>
                      <a:pt x="96" y="10"/>
                      <a:pt x="42" y="15"/>
                      <a:pt x="0" y="33"/>
                    </a:cubicBezTo>
                    <a:cubicBezTo>
                      <a:pt x="-1" y="34"/>
                      <a:pt x="1" y="36"/>
                      <a:pt x="4" y="38"/>
                    </a:cubicBezTo>
                    <a:cubicBezTo>
                      <a:pt x="40" y="47"/>
                      <a:pt x="78" y="51"/>
                      <a:pt x="114" y="56"/>
                    </a:cubicBezTo>
                    <a:cubicBezTo>
                      <a:pt x="194" y="69"/>
                      <a:pt x="271" y="77"/>
                      <a:pt x="352" y="71"/>
                    </a:cubicBezTo>
                    <a:close/>
                  </a:path>
                </a:pathLst>
              </a:custGeom>
              <a:solidFill>
                <a:schemeClr val="l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28" name="Google Shape;828;p28"/>
              <p:cNvSpPr/>
              <p:nvPr/>
            </p:nvSpPr>
            <p:spPr>
              <a:xfrm>
                <a:off x="4269220" y="1079640"/>
                <a:ext cx="187200" cy="170640"/>
              </a:xfrm>
              <a:custGeom>
                <a:avLst/>
                <a:gdLst/>
                <a:ahLst/>
                <a:cxnLst/>
                <a:rect l="l" t="t" r="r" b="b"/>
                <a:pathLst>
                  <a:path w="520" h="474" extrusionOk="0">
                    <a:moveTo>
                      <a:pt x="484" y="286"/>
                    </a:moveTo>
                    <a:cubicBezTo>
                      <a:pt x="490" y="224"/>
                      <a:pt x="497" y="162"/>
                      <a:pt x="506" y="100"/>
                    </a:cubicBezTo>
                    <a:cubicBezTo>
                      <a:pt x="509" y="75"/>
                      <a:pt x="512" y="50"/>
                      <a:pt x="516" y="25"/>
                    </a:cubicBezTo>
                    <a:cubicBezTo>
                      <a:pt x="517" y="18"/>
                      <a:pt x="519" y="12"/>
                      <a:pt x="520" y="5"/>
                    </a:cubicBezTo>
                    <a:lnTo>
                      <a:pt x="520" y="4"/>
                    </a:lnTo>
                    <a:cubicBezTo>
                      <a:pt x="465" y="22"/>
                      <a:pt x="405" y="30"/>
                      <a:pt x="350" y="34"/>
                    </a:cubicBezTo>
                    <a:cubicBezTo>
                      <a:pt x="269" y="41"/>
                      <a:pt x="192" y="32"/>
                      <a:pt x="112" y="19"/>
                    </a:cubicBezTo>
                    <a:cubicBezTo>
                      <a:pt x="75" y="14"/>
                      <a:pt x="37" y="10"/>
                      <a:pt x="0" y="0"/>
                    </a:cubicBezTo>
                    <a:cubicBezTo>
                      <a:pt x="2" y="16"/>
                      <a:pt x="3" y="32"/>
                      <a:pt x="4" y="48"/>
                    </a:cubicBezTo>
                    <a:cubicBezTo>
                      <a:pt x="5" y="54"/>
                      <a:pt x="5" y="59"/>
                      <a:pt x="6" y="64"/>
                    </a:cubicBezTo>
                    <a:cubicBezTo>
                      <a:pt x="11" y="104"/>
                      <a:pt x="17" y="143"/>
                      <a:pt x="22" y="183"/>
                    </a:cubicBezTo>
                    <a:cubicBezTo>
                      <a:pt x="33" y="240"/>
                      <a:pt x="39" y="298"/>
                      <a:pt x="45" y="356"/>
                    </a:cubicBezTo>
                    <a:cubicBezTo>
                      <a:pt x="46" y="361"/>
                      <a:pt x="47" y="366"/>
                      <a:pt x="47" y="372"/>
                    </a:cubicBezTo>
                    <a:cubicBezTo>
                      <a:pt x="51" y="394"/>
                      <a:pt x="54" y="416"/>
                      <a:pt x="56" y="438"/>
                    </a:cubicBezTo>
                    <a:cubicBezTo>
                      <a:pt x="110" y="462"/>
                      <a:pt x="168" y="471"/>
                      <a:pt x="227" y="474"/>
                    </a:cubicBezTo>
                    <a:cubicBezTo>
                      <a:pt x="284" y="476"/>
                      <a:pt x="340" y="474"/>
                      <a:pt x="398" y="468"/>
                    </a:cubicBezTo>
                    <a:cubicBezTo>
                      <a:pt x="419" y="465"/>
                      <a:pt x="440" y="462"/>
                      <a:pt x="458" y="451"/>
                    </a:cubicBezTo>
                    <a:cubicBezTo>
                      <a:pt x="459" y="450"/>
                      <a:pt x="461" y="448"/>
                      <a:pt x="462" y="447"/>
                    </a:cubicBezTo>
                    <a:cubicBezTo>
                      <a:pt x="464" y="445"/>
                      <a:pt x="464" y="442"/>
                      <a:pt x="465" y="440"/>
                    </a:cubicBezTo>
                    <a:cubicBezTo>
                      <a:pt x="473" y="389"/>
                      <a:pt x="480" y="338"/>
                      <a:pt x="484" y="286"/>
                    </a:cubicBez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29" name="Google Shape;829;p28"/>
              <p:cNvSpPr/>
              <p:nvPr/>
            </p:nvSpPr>
            <p:spPr>
              <a:xfrm>
                <a:off x="4317100" y="1122480"/>
                <a:ext cx="16920" cy="17280"/>
              </a:xfrm>
              <a:custGeom>
                <a:avLst/>
                <a:gdLst/>
                <a:ahLst/>
                <a:cxnLst/>
                <a:rect l="l" t="t" r="r" b="b"/>
                <a:pathLst>
                  <a:path w="47" h="48" extrusionOk="0">
                    <a:moveTo>
                      <a:pt x="23" y="48"/>
                    </a:moveTo>
                    <a:cubicBezTo>
                      <a:pt x="54" y="49"/>
                      <a:pt x="55" y="1"/>
                      <a:pt x="24" y="0"/>
                    </a:cubicBezTo>
                    <a:cubicBezTo>
                      <a:pt x="-7" y="0"/>
                      <a:pt x="-8" y="48"/>
                      <a:pt x="23" y="4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30" name="Google Shape;830;p28"/>
              <p:cNvSpPr/>
              <p:nvPr/>
            </p:nvSpPr>
            <p:spPr>
              <a:xfrm>
                <a:off x="4394500" y="1123920"/>
                <a:ext cx="16560" cy="17280"/>
              </a:xfrm>
              <a:custGeom>
                <a:avLst/>
                <a:gdLst/>
                <a:ahLst/>
                <a:cxnLst/>
                <a:rect l="l" t="t" r="r" b="b"/>
                <a:pathLst>
                  <a:path w="46" h="48" extrusionOk="0">
                    <a:moveTo>
                      <a:pt x="23" y="48"/>
                    </a:moveTo>
                    <a:cubicBezTo>
                      <a:pt x="54" y="48"/>
                      <a:pt x="54" y="0"/>
                      <a:pt x="23" y="0"/>
                    </a:cubicBezTo>
                    <a:cubicBezTo>
                      <a:pt x="-8" y="-1"/>
                      <a:pt x="-8" y="47"/>
                      <a:pt x="23" y="4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31" name="Google Shape;831;p28"/>
              <p:cNvSpPr/>
              <p:nvPr/>
            </p:nvSpPr>
            <p:spPr>
              <a:xfrm>
                <a:off x="4317100" y="1145160"/>
                <a:ext cx="21960" cy="15480"/>
              </a:xfrm>
              <a:custGeom>
                <a:avLst/>
                <a:gdLst/>
                <a:ahLst/>
                <a:cxnLst/>
                <a:rect l="l" t="t" r="r" b="b"/>
                <a:pathLst>
                  <a:path w="61" h="43" extrusionOk="0">
                    <a:moveTo>
                      <a:pt x="61" y="22"/>
                    </a:moveTo>
                    <a:cubicBezTo>
                      <a:pt x="60" y="34"/>
                      <a:pt x="47" y="44"/>
                      <a:pt x="30" y="43"/>
                    </a:cubicBezTo>
                    <a:cubicBezTo>
                      <a:pt x="13" y="43"/>
                      <a:pt x="0" y="33"/>
                      <a:pt x="0" y="21"/>
                    </a:cubicBezTo>
                    <a:cubicBezTo>
                      <a:pt x="0" y="9"/>
                      <a:pt x="14" y="0"/>
                      <a:pt x="31" y="0"/>
                    </a:cubicBezTo>
                    <a:cubicBezTo>
                      <a:pt x="47" y="0"/>
                      <a:pt x="61" y="10"/>
                      <a:pt x="61" y="2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32" name="Google Shape;832;p28"/>
              <p:cNvSpPr/>
              <p:nvPr/>
            </p:nvSpPr>
            <p:spPr>
              <a:xfrm>
                <a:off x="4386940" y="1146600"/>
                <a:ext cx="21600" cy="15480"/>
              </a:xfrm>
              <a:custGeom>
                <a:avLst/>
                <a:gdLst/>
                <a:ahLst/>
                <a:cxnLst/>
                <a:rect l="l" t="t" r="r" b="b"/>
                <a:pathLst>
                  <a:path w="60" h="43" extrusionOk="0">
                    <a:moveTo>
                      <a:pt x="60" y="22"/>
                    </a:moveTo>
                    <a:cubicBezTo>
                      <a:pt x="60" y="34"/>
                      <a:pt x="47" y="43"/>
                      <a:pt x="30" y="43"/>
                    </a:cubicBezTo>
                    <a:cubicBezTo>
                      <a:pt x="13" y="43"/>
                      <a:pt x="0" y="33"/>
                      <a:pt x="0" y="21"/>
                    </a:cubicBezTo>
                    <a:cubicBezTo>
                      <a:pt x="0" y="9"/>
                      <a:pt x="14" y="-1"/>
                      <a:pt x="31" y="0"/>
                    </a:cubicBezTo>
                    <a:cubicBezTo>
                      <a:pt x="47" y="0"/>
                      <a:pt x="61" y="10"/>
                      <a:pt x="60" y="2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33" name="Google Shape;833;p28"/>
              <p:cNvSpPr/>
              <p:nvPr/>
            </p:nvSpPr>
            <p:spPr>
              <a:xfrm>
                <a:off x="4348780" y="1127160"/>
                <a:ext cx="33480" cy="22680"/>
              </a:xfrm>
              <a:custGeom>
                <a:avLst/>
                <a:gdLst/>
                <a:ahLst/>
                <a:cxnLst/>
                <a:rect l="l" t="t" r="r" b="b"/>
                <a:pathLst>
                  <a:path w="93" h="63" extrusionOk="0">
                    <a:moveTo>
                      <a:pt x="0" y="7"/>
                    </a:moveTo>
                    <a:cubicBezTo>
                      <a:pt x="-3" y="36"/>
                      <a:pt x="17" y="62"/>
                      <a:pt x="47" y="63"/>
                    </a:cubicBezTo>
                    <a:cubicBezTo>
                      <a:pt x="79" y="63"/>
                      <a:pt x="90" y="33"/>
                      <a:pt x="93" y="7"/>
                    </a:cubicBezTo>
                    <a:cubicBezTo>
                      <a:pt x="94" y="-1"/>
                      <a:pt x="80" y="-1"/>
                      <a:pt x="79" y="7"/>
                    </a:cubicBezTo>
                    <a:cubicBezTo>
                      <a:pt x="77" y="28"/>
                      <a:pt x="70" y="47"/>
                      <a:pt x="47" y="49"/>
                    </a:cubicBezTo>
                    <a:cubicBezTo>
                      <a:pt x="24" y="51"/>
                      <a:pt x="12" y="26"/>
                      <a:pt x="14" y="7"/>
                    </a:cubicBezTo>
                    <a:cubicBezTo>
                      <a:pt x="14" y="-2"/>
                      <a:pt x="0" y="-2"/>
                      <a:pt x="0" y="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sp>
        <p:nvSpPr>
          <p:cNvPr id="834" name="Google Shape;834;p28"/>
          <p:cNvSpPr/>
          <p:nvPr/>
        </p:nvSpPr>
        <p:spPr>
          <a:xfrm>
            <a:off x="8301980" y="90380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2" name="Google Shape;962;p32"/>
          <p:cNvSpPr txBox="1">
            <a:spLocks noGrp="1"/>
          </p:cNvSpPr>
          <p:nvPr>
            <p:ph type="title"/>
          </p:nvPr>
        </p:nvSpPr>
        <p:spPr>
          <a:xfrm>
            <a:off x="2856359" y="209908"/>
            <a:ext cx="3431281"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Arial Rounded MT Bold" panose="020F0704030504030204" pitchFamily="34" charset="0"/>
              </a:rPr>
              <a:t>Use Case Model</a:t>
            </a:r>
            <a:endParaRPr dirty="0">
              <a:latin typeface="Arial Rounded MT Bold" panose="020F0704030504030204" pitchFamily="34" charset="0"/>
            </a:endParaRPr>
          </a:p>
        </p:txBody>
      </p:sp>
      <p:pic>
        <p:nvPicPr>
          <p:cNvPr id="3" name="Picture 2" descr="A screen shot of a tablet&#10;&#10;AI-generated content may be incorrect.">
            <a:extLst>
              <a:ext uri="{FF2B5EF4-FFF2-40B4-BE49-F238E27FC236}">
                <a16:creationId xmlns:a16="http://schemas.microsoft.com/office/drawing/2014/main" id="{3B087521-0EC7-3D7D-F64A-D32FECBEDB83}"/>
              </a:ext>
            </a:extLst>
          </p:cNvPr>
          <p:cNvPicPr>
            <a:picLocks noChangeAspect="1"/>
          </p:cNvPicPr>
          <p:nvPr/>
        </p:nvPicPr>
        <p:blipFill>
          <a:blip r:embed="rId3"/>
          <a:stretch>
            <a:fillRect/>
          </a:stretch>
        </p:blipFill>
        <p:spPr>
          <a:xfrm>
            <a:off x="2419164" y="782608"/>
            <a:ext cx="4305671" cy="43657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0">
          <a:extLst>
            <a:ext uri="{FF2B5EF4-FFF2-40B4-BE49-F238E27FC236}">
              <a16:creationId xmlns:a16="http://schemas.microsoft.com/office/drawing/2014/main" id="{8081DB82-E703-8668-31A4-FEFA5B952D36}"/>
            </a:ext>
          </a:extLst>
        </p:cNvPr>
        <p:cNvGrpSpPr/>
        <p:nvPr/>
      </p:nvGrpSpPr>
      <p:grpSpPr>
        <a:xfrm>
          <a:off x="0" y="0"/>
          <a:ext cx="0" cy="0"/>
          <a:chOff x="0" y="0"/>
          <a:chExt cx="0" cy="0"/>
        </a:xfrm>
      </p:grpSpPr>
      <p:sp>
        <p:nvSpPr>
          <p:cNvPr id="962" name="Google Shape;962;p32">
            <a:extLst>
              <a:ext uri="{FF2B5EF4-FFF2-40B4-BE49-F238E27FC236}">
                <a16:creationId xmlns:a16="http://schemas.microsoft.com/office/drawing/2014/main" id="{7D355A9F-402C-2EB9-0627-A8CC617EE995}"/>
              </a:ext>
            </a:extLst>
          </p:cNvPr>
          <p:cNvSpPr txBox="1">
            <a:spLocks noGrp="1"/>
          </p:cNvSpPr>
          <p:nvPr>
            <p:ph type="title"/>
          </p:nvPr>
        </p:nvSpPr>
        <p:spPr>
          <a:xfrm>
            <a:off x="393429" y="23221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Domain Model</a:t>
            </a:r>
            <a:endParaRPr dirty="0"/>
          </a:p>
        </p:txBody>
      </p:sp>
      <p:pic>
        <p:nvPicPr>
          <p:cNvPr id="3" name="Picture 2">
            <a:extLst>
              <a:ext uri="{FF2B5EF4-FFF2-40B4-BE49-F238E27FC236}">
                <a16:creationId xmlns:a16="http://schemas.microsoft.com/office/drawing/2014/main" id="{CD888F77-D522-2565-E7B0-477DFC323925}"/>
              </a:ext>
            </a:extLst>
          </p:cNvPr>
          <p:cNvPicPr>
            <a:picLocks noChangeAspect="1"/>
          </p:cNvPicPr>
          <p:nvPr/>
        </p:nvPicPr>
        <p:blipFill>
          <a:blip r:embed="rId3"/>
          <a:stretch>
            <a:fillRect/>
          </a:stretch>
        </p:blipFill>
        <p:spPr>
          <a:xfrm>
            <a:off x="1829571" y="804910"/>
            <a:ext cx="4831715" cy="4290733"/>
          </a:xfrm>
          <a:prstGeom prst="rect">
            <a:avLst/>
          </a:prstGeom>
        </p:spPr>
      </p:pic>
    </p:spTree>
    <p:extLst>
      <p:ext uri="{BB962C8B-B14F-4D97-AF65-F5344CB8AC3E}">
        <p14:creationId xmlns:p14="http://schemas.microsoft.com/office/powerpoint/2010/main" val="3594650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Key Requirements</a:t>
            </a:r>
            <a:endParaRPr dirty="0"/>
          </a:p>
        </p:txBody>
      </p:sp>
      <p:sp>
        <p:nvSpPr>
          <p:cNvPr id="1086" name="Google Shape;1086;p36"/>
          <p:cNvSpPr txBox="1">
            <a:spLocks noGrp="1"/>
          </p:cNvSpPr>
          <p:nvPr>
            <p:ph type="subTitle" idx="1"/>
          </p:nvPr>
        </p:nvSpPr>
        <p:spPr>
          <a:xfrm>
            <a:off x="474173" y="1186961"/>
            <a:ext cx="7305002" cy="445748"/>
          </a:xfrm>
          <a:prstGeom prst="rect">
            <a:avLst/>
          </a:prstGeom>
        </p:spPr>
        <p:txBody>
          <a:bodyPr spcFirstLastPara="1" wrap="square" lIns="91425" tIns="91425" rIns="91425" bIns="91425" anchor="b" anchorCtr="0">
            <a:noAutofit/>
          </a:bodyPr>
          <a:lstStyle/>
          <a:p>
            <a:pPr marL="0" lvl="0" indent="0"/>
            <a:r>
              <a:rPr lang="en-US" sz="1800" b="0" dirty="0">
                <a:latin typeface="Nunito" pitchFamily="2" charset="0"/>
              </a:rPr>
              <a:t>FR-06, The AI photo scanner should generate recipes, High priority</a:t>
            </a:r>
            <a:endParaRPr sz="1800" b="0" dirty="0">
              <a:latin typeface="Nunito" pitchFamily="2" charset="0"/>
            </a:endParaRPr>
          </a:p>
        </p:txBody>
      </p:sp>
      <p:grpSp>
        <p:nvGrpSpPr>
          <p:cNvPr id="1088" name="Google Shape;1088;p36"/>
          <p:cNvGrpSpPr/>
          <p:nvPr/>
        </p:nvGrpSpPr>
        <p:grpSpPr>
          <a:xfrm>
            <a:off x="7944286" y="754143"/>
            <a:ext cx="972996" cy="1086083"/>
            <a:chOff x="7642061" y="754143"/>
            <a:chExt cx="972996" cy="1086083"/>
          </a:xfrm>
        </p:grpSpPr>
        <p:grpSp>
          <p:nvGrpSpPr>
            <p:cNvPr id="1089" name="Google Shape;1089;p36"/>
            <p:cNvGrpSpPr/>
            <p:nvPr/>
          </p:nvGrpSpPr>
          <p:grpSpPr>
            <a:xfrm>
              <a:off x="7642061" y="754143"/>
              <a:ext cx="972996" cy="1086083"/>
              <a:chOff x="5995115" y="826742"/>
              <a:chExt cx="309615" cy="345600"/>
            </a:xfrm>
          </p:grpSpPr>
          <p:sp>
            <p:nvSpPr>
              <p:cNvPr id="1090" name="Google Shape;1090;p36"/>
              <p:cNvSpPr/>
              <p:nvPr/>
            </p:nvSpPr>
            <p:spPr>
              <a:xfrm>
                <a:off x="5995115" y="826915"/>
                <a:ext cx="309600" cy="345240"/>
              </a:xfrm>
              <a:custGeom>
                <a:avLst/>
                <a:gdLst/>
                <a:ahLst/>
                <a:cxnLst/>
                <a:rect l="l" t="t" r="r" b="b"/>
                <a:pathLst>
                  <a:path w="860" h="959" extrusionOk="0">
                    <a:moveTo>
                      <a:pt x="312" y="950"/>
                    </a:moveTo>
                    <a:lnTo>
                      <a:pt x="312" y="950"/>
                    </a:lnTo>
                    <a:cubicBezTo>
                      <a:pt x="314" y="951"/>
                      <a:pt x="315" y="951"/>
                      <a:pt x="317" y="952"/>
                    </a:cubicBezTo>
                    <a:cubicBezTo>
                      <a:pt x="317" y="952"/>
                      <a:pt x="318" y="952"/>
                      <a:pt x="319" y="952"/>
                    </a:cubicBezTo>
                    <a:cubicBezTo>
                      <a:pt x="319" y="953"/>
                      <a:pt x="320" y="953"/>
                      <a:pt x="321" y="953"/>
                    </a:cubicBezTo>
                    <a:cubicBezTo>
                      <a:pt x="325" y="955"/>
                      <a:pt x="329" y="957"/>
                      <a:pt x="333" y="958"/>
                    </a:cubicBezTo>
                    <a:lnTo>
                      <a:pt x="333" y="958"/>
                    </a:lnTo>
                    <a:cubicBezTo>
                      <a:pt x="334" y="958"/>
                      <a:pt x="336" y="958"/>
                      <a:pt x="337" y="959"/>
                    </a:cubicBezTo>
                    <a:lnTo>
                      <a:pt x="337" y="959"/>
                    </a:lnTo>
                    <a:cubicBezTo>
                      <a:pt x="347" y="960"/>
                      <a:pt x="360" y="959"/>
                      <a:pt x="388" y="951"/>
                    </a:cubicBezTo>
                    <a:cubicBezTo>
                      <a:pt x="441" y="936"/>
                      <a:pt x="756" y="833"/>
                      <a:pt x="799" y="818"/>
                    </a:cubicBezTo>
                    <a:cubicBezTo>
                      <a:pt x="842" y="803"/>
                      <a:pt x="863" y="802"/>
                      <a:pt x="859" y="759"/>
                    </a:cubicBezTo>
                    <a:cubicBezTo>
                      <a:pt x="858" y="747"/>
                      <a:pt x="855" y="714"/>
                      <a:pt x="851" y="670"/>
                    </a:cubicBezTo>
                    <a:cubicBezTo>
                      <a:pt x="850" y="665"/>
                      <a:pt x="849" y="660"/>
                      <a:pt x="849" y="654"/>
                    </a:cubicBezTo>
                    <a:cubicBezTo>
                      <a:pt x="849" y="654"/>
                      <a:pt x="849" y="653"/>
                      <a:pt x="849" y="652"/>
                    </a:cubicBezTo>
                    <a:cubicBezTo>
                      <a:pt x="848" y="648"/>
                      <a:pt x="848" y="644"/>
                      <a:pt x="848" y="640"/>
                    </a:cubicBezTo>
                    <a:cubicBezTo>
                      <a:pt x="847" y="638"/>
                      <a:pt x="847" y="636"/>
                      <a:pt x="847" y="634"/>
                    </a:cubicBezTo>
                    <a:cubicBezTo>
                      <a:pt x="846" y="626"/>
                      <a:pt x="845" y="618"/>
                      <a:pt x="845" y="609"/>
                    </a:cubicBezTo>
                    <a:cubicBezTo>
                      <a:pt x="844" y="602"/>
                      <a:pt x="843" y="595"/>
                      <a:pt x="842" y="588"/>
                    </a:cubicBezTo>
                    <a:cubicBezTo>
                      <a:pt x="842" y="584"/>
                      <a:pt x="842" y="580"/>
                      <a:pt x="841" y="576"/>
                    </a:cubicBezTo>
                    <a:cubicBezTo>
                      <a:pt x="841" y="574"/>
                      <a:pt x="841" y="572"/>
                      <a:pt x="841" y="570"/>
                    </a:cubicBezTo>
                    <a:cubicBezTo>
                      <a:pt x="840" y="560"/>
                      <a:pt x="839" y="550"/>
                      <a:pt x="838" y="541"/>
                    </a:cubicBezTo>
                    <a:cubicBezTo>
                      <a:pt x="838" y="540"/>
                      <a:pt x="838" y="539"/>
                      <a:pt x="838" y="538"/>
                    </a:cubicBezTo>
                    <a:cubicBezTo>
                      <a:pt x="837" y="534"/>
                      <a:pt x="837" y="530"/>
                      <a:pt x="836" y="526"/>
                    </a:cubicBezTo>
                    <a:cubicBezTo>
                      <a:pt x="836" y="524"/>
                      <a:pt x="836" y="523"/>
                      <a:pt x="836" y="521"/>
                    </a:cubicBezTo>
                    <a:cubicBezTo>
                      <a:pt x="835" y="516"/>
                      <a:pt x="835" y="511"/>
                      <a:pt x="834" y="506"/>
                    </a:cubicBezTo>
                    <a:cubicBezTo>
                      <a:pt x="834" y="506"/>
                      <a:pt x="834" y="505"/>
                      <a:pt x="834" y="504"/>
                    </a:cubicBezTo>
                    <a:cubicBezTo>
                      <a:pt x="834" y="499"/>
                      <a:pt x="833" y="494"/>
                      <a:pt x="833" y="489"/>
                    </a:cubicBezTo>
                    <a:lnTo>
                      <a:pt x="833" y="488"/>
                    </a:lnTo>
                    <a:cubicBezTo>
                      <a:pt x="831" y="467"/>
                      <a:pt x="829" y="446"/>
                      <a:pt x="827" y="427"/>
                    </a:cubicBezTo>
                    <a:lnTo>
                      <a:pt x="827" y="427"/>
                    </a:lnTo>
                    <a:cubicBezTo>
                      <a:pt x="822" y="375"/>
                      <a:pt x="818" y="336"/>
                      <a:pt x="818" y="328"/>
                    </a:cubicBezTo>
                    <a:cubicBezTo>
                      <a:pt x="817" y="301"/>
                      <a:pt x="810" y="282"/>
                      <a:pt x="781" y="259"/>
                    </a:cubicBezTo>
                    <a:cubicBezTo>
                      <a:pt x="753" y="235"/>
                      <a:pt x="621" y="107"/>
                      <a:pt x="621" y="107"/>
                    </a:cubicBezTo>
                    <a:cubicBezTo>
                      <a:pt x="621" y="107"/>
                      <a:pt x="614" y="61"/>
                      <a:pt x="614" y="40"/>
                    </a:cubicBezTo>
                    <a:cubicBezTo>
                      <a:pt x="613" y="19"/>
                      <a:pt x="595" y="-3"/>
                      <a:pt x="568" y="0"/>
                    </a:cubicBezTo>
                    <a:cubicBezTo>
                      <a:pt x="540" y="3"/>
                      <a:pt x="188" y="54"/>
                      <a:pt x="167" y="59"/>
                    </a:cubicBezTo>
                    <a:cubicBezTo>
                      <a:pt x="147" y="64"/>
                      <a:pt x="135" y="83"/>
                      <a:pt x="136" y="115"/>
                    </a:cubicBezTo>
                    <a:cubicBezTo>
                      <a:pt x="138" y="146"/>
                      <a:pt x="139" y="177"/>
                      <a:pt x="139" y="177"/>
                    </a:cubicBezTo>
                    <a:cubicBezTo>
                      <a:pt x="139" y="177"/>
                      <a:pt x="137" y="179"/>
                      <a:pt x="134" y="183"/>
                    </a:cubicBezTo>
                    <a:cubicBezTo>
                      <a:pt x="133" y="184"/>
                      <a:pt x="131" y="185"/>
                      <a:pt x="130" y="187"/>
                    </a:cubicBezTo>
                    <a:cubicBezTo>
                      <a:pt x="124" y="192"/>
                      <a:pt x="117" y="199"/>
                      <a:pt x="109" y="207"/>
                    </a:cubicBezTo>
                    <a:cubicBezTo>
                      <a:pt x="88" y="227"/>
                      <a:pt x="62" y="255"/>
                      <a:pt x="39" y="283"/>
                    </a:cubicBezTo>
                    <a:cubicBezTo>
                      <a:pt x="11" y="319"/>
                      <a:pt x="2" y="338"/>
                      <a:pt x="0" y="358"/>
                    </a:cubicBezTo>
                    <a:cubicBezTo>
                      <a:pt x="-1" y="367"/>
                      <a:pt x="0" y="376"/>
                      <a:pt x="0" y="388"/>
                    </a:cubicBezTo>
                    <a:cubicBezTo>
                      <a:pt x="1" y="393"/>
                      <a:pt x="2" y="406"/>
                      <a:pt x="3" y="423"/>
                    </a:cubicBezTo>
                    <a:cubicBezTo>
                      <a:pt x="8" y="472"/>
                      <a:pt x="17" y="558"/>
                      <a:pt x="26" y="636"/>
                    </a:cubicBezTo>
                    <a:cubicBezTo>
                      <a:pt x="26" y="641"/>
                      <a:pt x="27" y="647"/>
                      <a:pt x="28" y="652"/>
                    </a:cubicBezTo>
                    <a:cubicBezTo>
                      <a:pt x="30" y="674"/>
                      <a:pt x="32" y="694"/>
                      <a:pt x="34" y="712"/>
                    </a:cubicBezTo>
                    <a:cubicBezTo>
                      <a:pt x="34" y="714"/>
                      <a:pt x="34" y="716"/>
                      <a:pt x="35" y="717"/>
                    </a:cubicBezTo>
                    <a:cubicBezTo>
                      <a:pt x="35" y="723"/>
                      <a:pt x="36" y="729"/>
                      <a:pt x="36" y="735"/>
                    </a:cubicBezTo>
                    <a:cubicBezTo>
                      <a:pt x="37" y="736"/>
                      <a:pt x="37" y="738"/>
                      <a:pt x="37" y="740"/>
                    </a:cubicBezTo>
                    <a:cubicBezTo>
                      <a:pt x="40" y="764"/>
                      <a:pt x="41" y="782"/>
                      <a:pt x="42" y="791"/>
                    </a:cubicBezTo>
                    <a:cubicBezTo>
                      <a:pt x="43" y="793"/>
                      <a:pt x="43" y="796"/>
                      <a:pt x="43" y="799"/>
                    </a:cubicBezTo>
                    <a:cubicBezTo>
                      <a:pt x="46" y="836"/>
                      <a:pt x="43" y="836"/>
                      <a:pt x="87" y="858"/>
                    </a:cubicBezTo>
                    <a:cubicBezTo>
                      <a:pt x="99" y="863"/>
                      <a:pt x="118" y="872"/>
                      <a:pt x="139" y="881"/>
                    </a:cubicBezTo>
                    <a:cubicBezTo>
                      <a:pt x="153" y="887"/>
                      <a:pt x="167" y="893"/>
                      <a:pt x="182" y="899"/>
                    </a:cubicBezTo>
                    <a:cubicBezTo>
                      <a:pt x="238" y="922"/>
                      <a:pt x="298" y="946"/>
                      <a:pt x="312" y="95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sp>
            <p:nvSpPr>
              <p:cNvPr id="1091" name="Google Shape;1091;p36"/>
              <p:cNvSpPr/>
              <p:nvPr/>
            </p:nvSpPr>
            <p:spPr>
              <a:xfrm>
                <a:off x="5995130" y="826742"/>
                <a:ext cx="309600" cy="345240"/>
              </a:xfrm>
              <a:custGeom>
                <a:avLst/>
                <a:gdLst/>
                <a:ahLst/>
                <a:cxnLst/>
                <a:rect l="l" t="t" r="r" b="b"/>
                <a:pathLst>
                  <a:path w="860" h="959" extrusionOk="0">
                    <a:moveTo>
                      <a:pt x="139" y="178"/>
                    </a:moveTo>
                    <a:cubicBezTo>
                      <a:pt x="139" y="178"/>
                      <a:pt x="81" y="231"/>
                      <a:pt x="39" y="283"/>
                    </a:cubicBezTo>
                    <a:cubicBezTo>
                      <a:pt x="-2" y="336"/>
                      <a:pt x="-1" y="353"/>
                      <a:pt x="0" y="388"/>
                    </a:cubicBezTo>
                    <a:cubicBezTo>
                      <a:pt x="2" y="424"/>
                      <a:pt x="38" y="745"/>
                      <a:pt x="42" y="791"/>
                    </a:cubicBezTo>
                    <a:cubicBezTo>
                      <a:pt x="46" y="837"/>
                      <a:pt x="40" y="835"/>
                      <a:pt x="87" y="858"/>
                    </a:cubicBezTo>
                    <a:cubicBezTo>
                      <a:pt x="135" y="881"/>
                      <a:pt x="289" y="943"/>
                      <a:pt x="312" y="951"/>
                    </a:cubicBezTo>
                    <a:cubicBezTo>
                      <a:pt x="335" y="958"/>
                      <a:pt x="334" y="966"/>
                      <a:pt x="388" y="951"/>
                    </a:cubicBezTo>
                    <a:cubicBezTo>
                      <a:pt x="441" y="936"/>
                      <a:pt x="756" y="833"/>
                      <a:pt x="799" y="819"/>
                    </a:cubicBezTo>
                    <a:cubicBezTo>
                      <a:pt x="842" y="804"/>
                      <a:pt x="863" y="803"/>
                      <a:pt x="859" y="759"/>
                    </a:cubicBezTo>
                    <a:cubicBezTo>
                      <a:pt x="855" y="715"/>
                      <a:pt x="819" y="356"/>
                      <a:pt x="818" y="329"/>
                    </a:cubicBezTo>
                    <a:cubicBezTo>
                      <a:pt x="817" y="302"/>
                      <a:pt x="809" y="283"/>
                      <a:pt x="781" y="259"/>
                    </a:cubicBezTo>
                    <a:cubicBezTo>
                      <a:pt x="753" y="235"/>
                      <a:pt x="621" y="107"/>
                      <a:pt x="621" y="107"/>
                    </a:cubicBezTo>
                    <a:cubicBezTo>
                      <a:pt x="621" y="107"/>
                      <a:pt x="614" y="61"/>
                      <a:pt x="613" y="40"/>
                    </a:cubicBezTo>
                    <a:cubicBezTo>
                      <a:pt x="612" y="19"/>
                      <a:pt x="595" y="-3"/>
                      <a:pt x="568" y="1"/>
                    </a:cubicBezTo>
                    <a:cubicBezTo>
                      <a:pt x="540" y="4"/>
                      <a:pt x="188" y="54"/>
                      <a:pt x="167" y="59"/>
                    </a:cubicBezTo>
                    <a:cubicBezTo>
                      <a:pt x="147" y="64"/>
                      <a:pt x="135" y="84"/>
                      <a:pt x="136" y="115"/>
                    </a:cubicBezTo>
                    <a:cubicBezTo>
                      <a:pt x="138" y="147"/>
                      <a:pt x="139" y="178"/>
                      <a:pt x="139" y="178"/>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92" name="Google Shape;1092;p36"/>
              <p:cNvSpPr/>
              <p:nvPr/>
            </p:nvSpPr>
            <p:spPr>
              <a:xfrm>
                <a:off x="5995130" y="890823"/>
                <a:ext cx="124920" cy="281520"/>
              </a:xfrm>
              <a:custGeom>
                <a:avLst/>
                <a:gdLst/>
                <a:ahLst/>
                <a:cxnLst/>
                <a:rect l="l" t="t" r="r" b="b"/>
                <a:pathLst>
                  <a:path w="347" h="782" extrusionOk="0">
                    <a:moveTo>
                      <a:pt x="318" y="581"/>
                    </a:moveTo>
                    <a:cubicBezTo>
                      <a:pt x="299" y="442"/>
                      <a:pt x="276" y="281"/>
                      <a:pt x="275" y="248"/>
                    </a:cubicBezTo>
                    <a:cubicBezTo>
                      <a:pt x="273" y="214"/>
                      <a:pt x="256" y="162"/>
                      <a:pt x="211" y="97"/>
                    </a:cubicBezTo>
                    <a:cubicBezTo>
                      <a:pt x="166" y="32"/>
                      <a:pt x="139" y="0"/>
                      <a:pt x="139" y="0"/>
                    </a:cubicBezTo>
                    <a:cubicBezTo>
                      <a:pt x="139" y="0"/>
                      <a:pt x="81" y="53"/>
                      <a:pt x="39" y="105"/>
                    </a:cubicBezTo>
                    <a:cubicBezTo>
                      <a:pt x="-2" y="158"/>
                      <a:pt x="-1" y="175"/>
                      <a:pt x="0" y="210"/>
                    </a:cubicBezTo>
                    <a:cubicBezTo>
                      <a:pt x="2" y="246"/>
                      <a:pt x="38" y="567"/>
                      <a:pt x="42" y="613"/>
                    </a:cubicBezTo>
                    <a:cubicBezTo>
                      <a:pt x="46" y="659"/>
                      <a:pt x="40" y="657"/>
                      <a:pt x="87" y="680"/>
                    </a:cubicBezTo>
                    <a:cubicBezTo>
                      <a:pt x="135" y="703"/>
                      <a:pt x="289" y="765"/>
                      <a:pt x="312" y="773"/>
                    </a:cubicBezTo>
                    <a:cubicBezTo>
                      <a:pt x="327" y="777"/>
                      <a:pt x="332" y="782"/>
                      <a:pt x="347" y="782"/>
                    </a:cubicBezTo>
                    <a:cubicBezTo>
                      <a:pt x="341" y="746"/>
                      <a:pt x="331" y="675"/>
                      <a:pt x="318" y="581"/>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93" name="Google Shape;1093;p36"/>
              <p:cNvSpPr/>
              <p:nvPr/>
            </p:nvSpPr>
            <p:spPr>
              <a:xfrm>
                <a:off x="6098810" y="980463"/>
                <a:ext cx="203040" cy="141840"/>
              </a:xfrm>
              <a:custGeom>
                <a:avLst/>
                <a:gdLst/>
                <a:ahLst/>
                <a:cxnLst/>
                <a:rect l="l" t="t" r="r" b="b"/>
                <a:pathLst>
                  <a:path w="564" h="394" extrusionOk="0">
                    <a:moveTo>
                      <a:pt x="38" y="394"/>
                    </a:moveTo>
                    <a:lnTo>
                      <a:pt x="564" y="255"/>
                    </a:lnTo>
                    <a:cubicBezTo>
                      <a:pt x="556" y="183"/>
                      <a:pt x="546" y="77"/>
                      <a:pt x="539" y="0"/>
                    </a:cubicBezTo>
                    <a:lnTo>
                      <a:pt x="0" y="116"/>
                    </a:lnTo>
                    <a:cubicBezTo>
                      <a:pt x="9" y="180"/>
                      <a:pt x="20" y="259"/>
                      <a:pt x="30" y="332"/>
                    </a:cubicBezTo>
                    <a:cubicBezTo>
                      <a:pt x="33" y="354"/>
                      <a:pt x="36" y="375"/>
                      <a:pt x="38" y="394"/>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94" name="Google Shape;1094;p36"/>
              <p:cNvSpPr/>
              <p:nvPr/>
            </p:nvSpPr>
            <p:spPr>
              <a:xfrm>
                <a:off x="5999090" y="1007102"/>
                <a:ext cx="113400" cy="115560"/>
              </a:xfrm>
              <a:custGeom>
                <a:avLst/>
                <a:gdLst/>
                <a:ahLst/>
                <a:cxnLst/>
                <a:rect l="l" t="t" r="r" b="b"/>
                <a:pathLst>
                  <a:path w="315" h="321" extrusionOk="0">
                    <a:moveTo>
                      <a:pt x="315" y="320"/>
                    </a:moveTo>
                    <a:cubicBezTo>
                      <a:pt x="313" y="301"/>
                      <a:pt x="310" y="280"/>
                      <a:pt x="307" y="258"/>
                    </a:cubicBezTo>
                    <a:cubicBezTo>
                      <a:pt x="297" y="185"/>
                      <a:pt x="286" y="106"/>
                      <a:pt x="277" y="42"/>
                    </a:cubicBezTo>
                    <a:lnTo>
                      <a:pt x="275" y="43"/>
                    </a:lnTo>
                    <a:lnTo>
                      <a:pt x="0" y="0"/>
                    </a:lnTo>
                    <a:lnTo>
                      <a:pt x="0" y="1"/>
                    </a:lnTo>
                    <a:cubicBezTo>
                      <a:pt x="1" y="3"/>
                      <a:pt x="1" y="6"/>
                      <a:pt x="1" y="9"/>
                    </a:cubicBezTo>
                    <a:cubicBezTo>
                      <a:pt x="1" y="11"/>
                      <a:pt x="2" y="14"/>
                      <a:pt x="2" y="17"/>
                    </a:cubicBezTo>
                    <a:cubicBezTo>
                      <a:pt x="2" y="20"/>
                      <a:pt x="3" y="23"/>
                      <a:pt x="3" y="26"/>
                    </a:cubicBezTo>
                    <a:cubicBezTo>
                      <a:pt x="3" y="28"/>
                      <a:pt x="3" y="30"/>
                      <a:pt x="4" y="31"/>
                    </a:cubicBezTo>
                    <a:cubicBezTo>
                      <a:pt x="4" y="35"/>
                      <a:pt x="4" y="39"/>
                      <a:pt x="5" y="42"/>
                    </a:cubicBezTo>
                    <a:cubicBezTo>
                      <a:pt x="5" y="44"/>
                      <a:pt x="5" y="46"/>
                      <a:pt x="5" y="48"/>
                    </a:cubicBezTo>
                    <a:cubicBezTo>
                      <a:pt x="6" y="51"/>
                      <a:pt x="6" y="54"/>
                      <a:pt x="6" y="57"/>
                    </a:cubicBezTo>
                    <a:cubicBezTo>
                      <a:pt x="7" y="60"/>
                      <a:pt x="7" y="62"/>
                      <a:pt x="7" y="65"/>
                    </a:cubicBezTo>
                    <a:cubicBezTo>
                      <a:pt x="7" y="68"/>
                      <a:pt x="8" y="70"/>
                      <a:pt x="8" y="73"/>
                    </a:cubicBezTo>
                    <a:cubicBezTo>
                      <a:pt x="8" y="76"/>
                      <a:pt x="9" y="78"/>
                      <a:pt x="9" y="81"/>
                    </a:cubicBezTo>
                    <a:cubicBezTo>
                      <a:pt x="9" y="84"/>
                      <a:pt x="10" y="87"/>
                      <a:pt x="10" y="90"/>
                    </a:cubicBezTo>
                    <a:cubicBezTo>
                      <a:pt x="10" y="93"/>
                      <a:pt x="10" y="95"/>
                      <a:pt x="11" y="98"/>
                    </a:cubicBezTo>
                    <a:cubicBezTo>
                      <a:pt x="11" y="100"/>
                      <a:pt x="11" y="103"/>
                      <a:pt x="12" y="106"/>
                    </a:cubicBezTo>
                    <a:cubicBezTo>
                      <a:pt x="17" y="155"/>
                      <a:pt x="22" y="204"/>
                      <a:pt x="26" y="240"/>
                    </a:cubicBezTo>
                    <a:lnTo>
                      <a:pt x="313" y="321"/>
                    </a:lnTo>
                    <a:lnTo>
                      <a:pt x="315" y="320"/>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nvGrpSpPr>
            <p:cNvPr id="1095" name="Google Shape;1095;p36"/>
            <p:cNvGrpSpPr/>
            <p:nvPr/>
          </p:nvGrpSpPr>
          <p:grpSpPr>
            <a:xfrm rot="-731815">
              <a:off x="8061680" y="1358426"/>
              <a:ext cx="476769" cy="197782"/>
              <a:chOff x="6010560" y="3927960"/>
              <a:chExt cx="101520" cy="42120"/>
            </a:xfrm>
          </p:grpSpPr>
          <p:sp>
            <p:nvSpPr>
              <p:cNvPr id="1096" name="Google Shape;1096;p36"/>
              <p:cNvSpPr/>
              <p:nvPr/>
            </p:nvSpPr>
            <p:spPr>
              <a:xfrm>
                <a:off x="6017400" y="3927960"/>
                <a:ext cx="16200" cy="16920"/>
              </a:xfrm>
              <a:custGeom>
                <a:avLst/>
                <a:gdLst/>
                <a:ahLst/>
                <a:cxnLst/>
                <a:rect l="l" t="t" r="r" b="b"/>
                <a:pathLst>
                  <a:path w="45" h="47" extrusionOk="0">
                    <a:moveTo>
                      <a:pt x="23" y="47"/>
                    </a:moveTo>
                    <a:cubicBezTo>
                      <a:pt x="53" y="47"/>
                      <a:pt x="53" y="0"/>
                      <a:pt x="23" y="0"/>
                    </a:cubicBezTo>
                    <a:cubicBezTo>
                      <a:pt x="-7" y="0"/>
                      <a:pt x="-7" y="47"/>
                      <a:pt x="23" y="4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97" name="Google Shape;1097;p36"/>
              <p:cNvSpPr/>
              <p:nvPr/>
            </p:nvSpPr>
            <p:spPr>
              <a:xfrm>
                <a:off x="6085440" y="3927960"/>
                <a:ext cx="16560" cy="16920"/>
              </a:xfrm>
              <a:custGeom>
                <a:avLst/>
                <a:gdLst/>
                <a:ahLst/>
                <a:cxnLst/>
                <a:rect l="l" t="t" r="r" b="b"/>
                <a:pathLst>
                  <a:path w="46" h="47" extrusionOk="0">
                    <a:moveTo>
                      <a:pt x="23" y="47"/>
                    </a:moveTo>
                    <a:cubicBezTo>
                      <a:pt x="54" y="47"/>
                      <a:pt x="54" y="0"/>
                      <a:pt x="23" y="0"/>
                    </a:cubicBezTo>
                    <a:cubicBezTo>
                      <a:pt x="-7" y="0"/>
                      <a:pt x="-7" y="47"/>
                      <a:pt x="23" y="4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98" name="Google Shape;1098;p36"/>
              <p:cNvSpPr/>
              <p:nvPr/>
            </p:nvSpPr>
            <p:spPr>
              <a:xfrm>
                <a:off x="6040080" y="3939120"/>
                <a:ext cx="40680" cy="24480"/>
              </a:xfrm>
              <a:custGeom>
                <a:avLst/>
                <a:gdLst/>
                <a:ahLst/>
                <a:cxnLst/>
                <a:rect l="l" t="t" r="r" b="b"/>
                <a:pathLst>
                  <a:path w="113" h="68" extrusionOk="0">
                    <a:moveTo>
                      <a:pt x="0" y="0"/>
                    </a:moveTo>
                    <a:cubicBezTo>
                      <a:pt x="0" y="2"/>
                      <a:pt x="0" y="3"/>
                      <a:pt x="0" y="4"/>
                    </a:cubicBezTo>
                    <a:cubicBezTo>
                      <a:pt x="0" y="39"/>
                      <a:pt x="25" y="68"/>
                      <a:pt x="57" y="68"/>
                    </a:cubicBezTo>
                    <a:cubicBezTo>
                      <a:pt x="88" y="68"/>
                      <a:pt x="113" y="39"/>
                      <a:pt x="113" y="4"/>
                    </a:cubicBezTo>
                    <a:cubicBezTo>
                      <a:pt x="113" y="3"/>
                      <a:pt x="113" y="2"/>
                      <a:pt x="113" y="0"/>
                    </a:cubicBez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99" name="Google Shape;1099;p36"/>
              <p:cNvSpPr/>
              <p:nvPr/>
            </p:nvSpPr>
            <p:spPr>
              <a:xfrm>
                <a:off x="6046200" y="3950640"/>
                <a:ext cx="30240" cy="12960"/>
              </a:xfrm>
              <a:custGeom>
                <a:avLst/>
                <a:gdLst/>
                <a:ahLst/>
                <a:cxnLst/>
                <a:rect l="l" t="t" r="r" b="b"/>
                <a:pathLst>
                  <a:path w="84" h="36" extrusionOk="0">
                    <a:moveTo>
                      <a:pt x="84" y="12"/>
                    </a:moveTo>
                    <a:cubicBezTo>
                      <a:pt x="69" y="2"/>
                      <a:pt x="51" y="-2"/>
                      <a:pt x="34" y="1"/>
                    </a:cubicBezTo>
                    <a:cubicBezTo>
                      <a:pt x="21" y="3"/>
                      <a:pt x="10" y="10"/>
                      <a:pt x="0" y="18"/>
                    </a:cubicBezTo>
                    <a:cubicBezTo>
                      <a:pt x="10" y="29"/>
                      <a:pt x="24" y="36"/>
                      <a:pt x="40" y="36"/>
                    </a:cubicBezTo>
                    <a:cubicBezTo>
                      <a:pt x="58" y="36"/>
                      <a:pt x="73" y="27"/>
                      <a:pt x="84" y="1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100" name="Google Shape;1100;p36"/>
              <p:cNvSpPr/>
              <p:nvPr/>
            </p:nvSpPr>
            <p:spPr>
              <a:xfrm>
                <a:off x="6010560" y="3951360"/>
                <a:ext cx="26640" cy="18720"/>
              </a:xfrm>
              <a:custGeom>
                <a:avLst/>
                <a:gdLst/>
                <a:ahLst/>
                <a:cxnLst/>
                <a:rect l="l" t="t" r="r" b="b"/>
                <a:pathLst>
                  <a:path w="74" h="52" extrusionOk="0">
                    <a:moveTo>
                      <a:pt x="74" y="26"/>
                    </a:moveTo>
                    <a:cubicBezTo>
                      <a:pt x="74" y="41"/>
                      <a:pt x="57" y="52"/>
                      <a:pt x="37" y="52"/>
                    </a:cubicBezTo>
                    <a:cubicBezTo>
                      <a:pt x="17" y="52"/>
                      <a:pt x="0" y="41"/>
                      <a:pt x="0" y="26"/>
                    </a:cubicBezTo>
                    <a:cubicBezTo>
                      <a:pt x="0" y="12"/>
                      <a:pt x="17" y="0"/>
                      <a:pt x="37" y="0"/>
                    </a:cubicBezTo>
                    <a:cubicBezTo>
                      <a:pt x="57" y="0"/>
                      <a:pt x="74" y="12"/>
                      <a:pt x="74" y="2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101" name="Google Shape;1101;p36"/>
              <p:cNvSpPr/>
              <p:nvPr/>
            </p:nvSpPr>
            <p:spPr>
              <a:xfrm>
                <a:off x="6085800" y="3951360"/>
                <a:ext cx="26280" cy="18720"/>
              </a:xfrm>
              <a:custGeom>
                <a:avLst/>
                <a:gdLst/>
                <a:ahLst/>
                <a:cxnLst/>
                <a:rect l="l" t="t" r="r" b="b"/>
                <a:pathLst>
                  <a:path w="73" h="52" extrusionOk="0">
                    <a:moveTo>
                      <a:pt x="73" y="26"/>
                    </a:moveTo>
                    <a:cubicBezTo>
                      <a:pt x="73" y="41"/>
                      <a:pt x="57" y="52"/>
                      <a:pt x="36" y="52"/>
                    </a:cubicBezTo>
                    <a:cubicBezTo>
                      <a:pt x="16" y="52"/>
                      <a:pt x="0" y="41"/>
                      <a:pt x="0" y="26"/>
                    </a:cubicBezTo>
                    <a:cubicBezTo>
                      <a:pt x="0" y="12"/>
                      <a:pt x="16" y="0"/>
                      <a:pt x="36" y="0"/>
                    </a:cubicBezTo>
                    <a:cubicBezTo>
                      <a:pt x="57" y="0"/>
                      <a:pt x="73" y="12"/>
                      <a:pt x="73" y="2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sp>
        <p:nvSpPr>
          <p:cNvPr id="8" name="Google Shape;1086;p36">
            <a:extLst>
              <a:ext uri="{FF2B5EF4-FFF2-40B4-BE49-F238E27FC236}">
                <a16:creationId xmlns:a16="http://schemas.microsoft.com/office/drawing/2014/main" id="{A549EEB5-B5A2-424A-B1B4-A4D3E65FA2FF}"/>
              </a:ext>
            </a:extLst>
          </p:cNvPr>
          <p:cNvSpPr txBox="1">
            <a:spLocks/>
          </p:cNvSpPr>
          <p:nvPr/>
        </p:nvSpPr>
        <p:spPr>
          <a:xfrm>
            <a:off x="581438" y="1631102"/>
            <a:ext cx="7090472" cy="49107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1" i="0" u="none" strike="noStrike" cap="none">
                <a:solidFill>
                  <a:schemeClr val="dk1"/>
                </a:solidFill>
                <a:latin typeface="Balsamiq Sans"/>
                <a:ea typeface="Balsamiq Sans"/>
                <a:cs typeface="Balsamiq Sans"/>
                <a:sym typeface="Balsamiq Sans"/>
              </a:defRPr>
            </a:lvl1pPr>
            <a:lvl2pPr marL="914400" marR="0" lvl="1"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800" b="0" dirty="0">
                <a:latin typeface="Nunito" pitchFamily="2" charset="0"/>
              </a:rPr>
              <a:t>FR-07, The System should show detail of recipes, Medium Priority</a:t>
            </a:r>
          </a:p>
        </p:txBody>
      </p:sp>
      <p:sp>
        <p:nvSpPr>
          <p:cNvPr id="9" name="Google Shape;1086;p36">
            <a:extLst>
              <a:ext uri="{FF2B5EF4-FFF2-40B4-BE49-F238E27FC236}">
                <a16:creationId xmlns:a16="http://schemas.microsoft.com/office/drawing/2014/main" id="{564E5E4D-DB7B-EB5F-218B-1939F1CF9256}"/>
              </a:ext>
            </a:extLst>
          </p:cNvPr>
          <p:cNvSpPr txBox="1">
            <a:spLocks/>
          </p:cNvSpPr>
          <p:nvPr/>
        </p:nvSpPr>
        <p:spPr>
          <a:xfrm>
            <a:off x="667954" y="2822873"/>
            <a:ext cx="8188232" cy="42905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1" i="0" u="none" strike="noStrike" cap="none">
                <a:solidFill>
                  <a:schemeClr val="dk1"/>
                </a:solidFill>
                <a:latin typeface="Balsamiq Sans"/>
                <a:ea typeface="Balsamiq Sans"/>
                <a:cs typeface="Balsamiq Sans"/>
                <a:sym typeface="Balsamiq Sans"/>
              </a:defRPr>
            </a:lvl1pPr>
            <a:lvl2pPr marL="914400" marR="0" lvl="1"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800" b="0" dirty="0">
                <a:latin typeface="Nunito" pitchFamily="2" charset="0"/>
              </a:rPr>
              <a:t>NFR-02, Performance, The AI recipe generation must be under 10 seconds. </a:t>
            </a:r>
          </a:p>
        </p:txBody>
      </p:sp>
      <p:sp>
        <p:nvSpPr>
          <p:cNvPr id="14" name="Google Shape;1086;p36">
            <a:extLst>
              <a:ext uri="{FF2B5EF4-FFF2-40B4-BE49-F238E27FC236}">
                <a16:creationId xmlns:a16="http://schemas.microsoft.com/office/drawing/2014/main" id="{35E8B062-F200-DF2F-2269-F412AB66ACAB}"/>
              </a:ext>
            </a:extLst>
          </p:cNvPr>
          <p:cNvSpPr txBox="1">
            <a:spLocks/>
          </p:cNvSpPr>
          <p:nvPr/>
        </p:nvSpPr>
        <p:spPr>
          <a:xfrm>
            <a:off x="667954" y="3312344"/>
            <a:ext cx="8188232" cy="73473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1" i="0" u="none" strike="noStrike" cap="none">
                <a:solidFill>
                  <a:schemeClr val="dk1"/>
                </a:solidFill>
                <a:latin typeface="Balsamiq Sans"/>
                <a:ea typeface="Balsamiq Sans"/>
                <a:cs typeface="Balsamiq Sans"/>
                <a:sym typeface="Balsamiq Sans"/>
              </a:defRPr>
            </a:lvl1pPr>
            <a:lvl2pPr marL="914400" marR="0" lvl="1"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800" b="0" dirty="0">
                <a:latin typeface="Nunito" pitchFamily="2" charset="0"/>
              </a:rPr>
              <a:t>NFR-08, Scalability, The System should be able to withstand 5000 Users at once.</a:t>
            </a:r>
          </a:p>
        </p:txBody>
      </p:sp>
      <p:sp>
        <p:nvSpPr>
          <p:cNvPr id="15" name="Google Shape;1086;p36">
            <a:extLst>
              <a:ext uri="{FF2B5EF4-FFF2-40B4-BE49-F238E27FC236}">
                <a16:creationId xmlns:a16="http://schemas.microsoft.com/office/drawing/2014/main" id="{6ADB0536-F6F7-7DDD-03CF-B3EAAF06B76E}"/>
              </a:ext>
            </a:extLst>
          </p:cNvPr>
          <p:cNvSpPr txBox="1">
            <a:spLocks/>
          </p:cNvSpPr>
          <p:nvPr/>
        </p:nvSpPr>
        <p:spPr>
          <a:xfrm>
            <a:off x="1192887" y="3963737"/>
            <a:ext cx="7493272" cy="73473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1" i="0" u="none" strike="noStrike" cap="none">
                <a:solidFill>
                  <a:schemeClr val="dk1"/>
                </a:solidFill>
                <a:latin typeface="Balsamiq Sans"/>
                <a:ea typeface="Balsamiq Sans"/>
                <a:cs typeface="Balsamiq Sans"/>
                <a:sym typeface="Balsamiq Sans"/>
              </a:defRPr>
            </a:lvl1pPr>
            <a:lvl2pPr marL="914400" marR="0" lvl="1"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15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800" b="0" dirty="0">
                <a:latin typeface="Nunito" pitchFamily="2" charset="0"/>
              </a:rPr>
              <a:t>NFR-09, Usability, Interface must be consistent, Modern and easy to understand.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8" name="Google Shape;878;p31"/>
          <p:cNvSpPr txBox="1">
            <a:spLocks noGrp="1"/>
          </p:cNvSpPr>
          <p:nvPr>
            <p:ph type="title"/>
          </p:nvPr>
        </p:nvSpPr>
        <p:spPr>
          <a:xfrm>
            <a:off x="2945700" y="2225100"/>
            <a:ext cx="3252600" cy="693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ea typeface="Balsamiq Sans" panose="020B0604020202020204" charset="0"/>
              </a:rPr>
              <a:t>Story Board</a:t>
            </a:r>
            <a:endParaRPr dirty="0">
              <a:ea typeface="Balsamiq Sans" panose="020B0604020202020204" charset="0"/>
            </a:endParaRPr>
          </a:p>
        </p:txBody>
      </p:sp>
      <p:grpSp>
        <p:nvGrpSpPr>
          <p:cNvPr id="880" name="Google Shape;880;p31"/>
          <p:cNvGrpSpPr/>
          <p:nvPr/>
        </p:nvGrpSpPr>
        <p:grpSpPr>
          <a:xfrm>
            <a:off x="1363707" y="912680"/>
            <a:ext cx="1175757" cy="1177551"/>
            <a:chOff x="6030176" y="714590"/>
            <a:chExt cx="232920" cy="233280"/>
          </a:xfrm>
        </p:grpSpPr>
        <p:sp>
          <p:nvSpPr>
            <p:cNvPr id="881" name="Google Shape;881;p31"/>
            <p:cNvSpPr/>
            <p:nvPr/>
          </p:nvSpPr>
          <p:spPr>
            <a:xfrm>
              <a:off x="6030176" y="714770"/>
              <a:ext cx="232920" cy="232920"/>
            </a:xfrm>
            <a:custGeom>
              <a:avLst/>
              <a:gdLst/>
              <a:ahLst/>
              <a:cxnLst/>
              <a:rect l="l" t="t" r="r" b="b"/>
              <a:pathLst>
                <a:path w="647" h="647" extrusionOk="0">
                  <a:moveTo>
                    <a:pt x="647" y="323"/>
                  </a:moveTo>
                  <a:cubicBezTo>
                    <a:pt x="647" y="145"/>
                    <a:pt x="502" y="0"/>
                    <a:pt x="324" y="0"/>
                  </a:cubicBezTo>
                  <a:cubicBezTo>
                    <a:pt x="145" y="0"/>
                    <a:pt x="0" y="145"/>
                    <a:pt x="0" y="323"/>
                  </a:cubicBezTo>
                  <a:cubicBezTo>
                    <a:pt x="0" y="502"/>
                    <a:pt x="145" y="647"/>
                    <a:pt x="324" y="647"/>
                  </a:cubicBezTo>
                  <a:cubicBezTo>
                    <a:pt x="502" y="647"/>
                    <a:pt x="647" y="502"/>
                    <a:pt x="647" y="323"/>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882" name="Google Shape;882;p31"/>
            <p:cNvGrpSpPr/>
            <p:nvPr/>
          </p:nvGrpSpPr>
          <p:grpSpPr>
            <a:xfrm>
              <a:off x="6030176" y="714590"/>
              <a:ext cx="232920" cy="233280"/>
              <a:chOff x="8425440" y="3014640"/>
              <a:chExt cx="232920" cy="233280"/>
            </a:xfrm>
          </p:grpSpPr>
          <p:sp>
            <p:nvSpPr>
              <p:cNvPr id="883" name="Google Shape;883;p31"/>
              <p:cNvSpPr/>
              <p:nvPr/>
            </p:nvSpPr>
            <p:spPr>
              <a:xfrm>
                <a:off x="8425440" y="3014640"/>
                <a:ext cx="232920" cy="233280"/>
              </a:xfrm>
              <a:custGeom>
                <a:avLst/>
                <a:gdLst/>
                <a:ahLst/>
                <a:cxnLst/>
                <a:rect l="l" t="t" r="r" b="b"/>
                <a:pathLst>
                  <a:path w="647" h="648" extrusionOk="0">
                    <a:moveTo>
                      <a:pt x="324" y="438"/>
                    </a:moveTo>
                    <a:cubicBezTo>
                      <a:pt x="260" y="438"/>
                      <a:pt x="209" y="387"/>
                      <a:pt x="209" y="324"/>
                    </a:cubicBezTo>
                    <a:cubicBezTo>
                      <a:pt x="209" y="261"/>
                      <a:pt x="260" y="210"/>
                      <a:pt x="324" y="210"/>
                    </a:cubicBezTo>
                    <a:cubicBezTo>
                      <a:pt x="387" y="210"/>
                      <a:pt x="438" y="261"/>
                      <a:pt x="438" y="324"/>
                    </a:cubicBezTo>
                    <a:cubicBezTo>
                      <a:pt x="438" y="387"/>
                      <a:pt x="387" y="438"/>
                      <a:pt x="324" y="438"/>
                    </a:cubicBezTo>
                    <a:moveTo>
                      <a:pt x="324" y="0"/>
                    </a:moveTo>
                    <a:cubicBezTo>
                      <a:pt x="145" y="0"/>
                      <a:pt x="0" y="145"/>
                      <a:pt x="0" y="324"/>
                    </a:cubicBezTo>
                    <a:cubicBezTo>
                      <a:pt x="0" y="503"/>
                      <a:pt x="145" y="648"/>
                      <a:pt x="324" y="648"/>
                    </a:cubicBezTo>
                    <a:cubicBezTo>
                      <a:pt x="502" y="648"/>
                      <a:pt x="647" y="503"/>
                      <a:pt x="647" y="324"/>
                    </a:cubicBezTo>
                    <a:cubicBezTo>
                      <a:pt x="647" y="145"/>
                      <a:pt x="502" y="0"/>
                      <a:pt x="324" y="0"/>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84" name="Google Shape;884;p31"/>
              <p:cNvSpPr/>
              <p:nvPr/>
            </p:nvSpPr>
            <p:spPr>
              <a:xfrm>
                <a:off x="8438040" y="3019680"/>
                <a:ext cx="208800" cy="216720"/>
              </a:xfrm>
              <a:custGeom>
                <a:avLst/>
                <a:gdLst/>
                <a:ahLst/>
                <a:cxnLst/>
                <a:rect l="l" t="t" r="r" b="b"/>
                <a:pathLst>
                  <a:path w="580" h="602" extrusionOk="0">
                    <a:moveTo>
                      <a:pt x="159" y="45"/>
                    </a:moveTo>
                    <a:cubicBezTo>
                      <a:pt x="94" y="54"/>
                      <a:pt x="56" y="110"/>
                      <a:pt x="50" y="154"/>
                    </a:cubicBezTo>
                    <a:cubicBezTo>
                      <a:pt x="43" y="198"/>
                      <a:pt x="2" y="185"/>
                      <a:pt x="0" y="239"/>
                    </a:cubicBezTo>
                    <a:cubicBezTo>
                      <a:pt x="-2" y="294"/>
                      <a:pt x="11" y="409"/>
                      <a:pt x="43" y="440"/>
                    </a:cubicBezTo>
                    <a:cubicBezTo>
                      <a:pt x="76" y="470"/>
                      <a:pt x="69" y="514"/>
                      <a:pt x="93" y="529"/>
                    </a:cubicBezTo>
                    <a:cubicBezTo>
                      <a:pt x="117" y="544"/>
                      <a:pt x="194" y="610"/>
                      <a:pt x="231" y="597"/>
                    </a:cubicBezTo>
                    <a:cubicBezTo>
                      <a:pt x="268" y="584"/>
                      <a:pt x="340" y="616"/>
                      <a:pt x="386" y="594"/>
                    </a:cubicBezTo>
                    <a:cubicBezTo>
                      <a:pt x="431" y="573"/>
                      <a:pt x="475" y="523"/>
                      <a:pt x="497" y="516"/>
                    </a:cubicBezTo>
                    <a:cubicBezTo>
                      <a:pt x="519" y="509"/>
                      <a:pt x="580" y="457"/>
                      <a:pt x="580" y="407"/>
                    </a:cubicBezTo>
                    <a:cubicBezTo>
                      <a:pt x="580" y="357"/>
                      <a:pt x="578" y="294"/>
                      <a:pt x="580" y="235"/>
                    </a:cubicBezTo>
                    <a:cubicBezTo>
                      <a:pt x="582" y="176"/>
                      <a:pt x="538" y="139"/>
                      <a:pt x="495" y="86"/>
                    </a:cubicBezTo>
                    <a:cubicBezTo>
                      <a:pt x="451" y="34"/>
                      <a:pt x="436" y="30"/>
                      <a:pt x="377" y="25"/>
                    </a:cubicBezTo>
                    <a:cubicBezTo>
                      <a:pt x="318" y="21"/>
                      <a:pt x="283" y="-16"/>
                      <a:pt x="231" y="8"/>
                    </a:cubicBezTo>
                    <a:cubicBezTo>
                      <a:pt x="179" y="32"/>
                      <a:pt x="174" y="43"/>
                      <a:pt x="159" y="45"/>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85" name="Google Shape;885;p31"/>
              <p:cNvSpPr/>
              <p:nvPr/>
            </p:nvSpPr>
            <p:spPr>
              <a:xfrm>
                <a:off x="8485200" y="3057120"/>
                <a:ext cx="7560" cy="7920"/>
              </a:xfrm>
              <a:custGeom>
                <a:avLst/>
                <a:gdLst/>
                <a:ahLst/>
                <a:cxnLst/>
                <a:rect l="l" t="t" r="r" b="b"/>
                <a:pathLst>
                  <a:path w="21" h="22" extrusionOk="0">
                    <a:moveTo>
                      <a:pt x="21" y="11"/>
                    </a:moveTo>
                    <a:cubicBezTo>
                      <a:pt x="21" y="17"/>
                      <a:pt x="16" y="22"/>
                      <a:pt x="10" y="22"/>
                    </a:cubicBezTo>
                    <a:cubicBezTo>
                      <a:pt x="4" y="22"/>
                      <a:pt x="0" y="17"/>
                      <a:pt x="0" y="11"/>
                    </a:cubicBezTo>
                    <a:cubicBezTo>
                      <a:pt x="0" y="5"/>
                      <a:pt x="4" y="0"/>
                      <a:pt x="10" y="0"/>
                    </a:cubicBezTo>
                    <a:cubicBezTo>
                      <a:pt x="16" y="0"/>
                      <a:pt x="21" y="5"/>
                      <a:pt x="21" y="1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86" name="Google Shape;886;p31"/>
              <p:cNvSpPr/>
              <p:nvPr/>
            </p:nvSpPr>
            <p:spPr>
              <a:xfrm>
                <a:off x="8510040" y="3075840"/>
                <a:ext cx="7920" cy="7920"/>
              </a:xfrm>
              <a:custGeom>
                <a:avLst/>
                <a:gdLst/>
                <a:ahLst/>
                <a:cxnLst/>
                <a:rect l="l" t="t" r="r" b="b"/>
                <a:pathLst>
                  <a:path w="22" h="22" extrusionOk="0">
                    <a:moveTo>
                      <a:pt x="22" y="11"/>
                    </a:moveTo>
                    <a:cubicBezTo>
                      <a:pt x="22" y="17"/>
                      <a:pt x="17" y="22"/>
                      <a:pt x="11" y="22"/>
                    </a:cubicBezTo>
                    <a:cubicBezTo>
                      <a:pt x="5" y="22"/>
                      <a:pt x="0" y="17"/>
                      <a:pt x="0" y="11"/>
                    </a:cubicBezTo>
                    <a:cubicBezTo>
                      <a:pt x="0" y="5"/>
                      <a:pt x="5" y="0"/>
                      <a:pt x="11" y="0"/>
                    </a:cubicBezTo>
                    <a:cubicBezTo>
                      <a:pt x="17" y="0"/>
                      <a:pt x="22" y="5"/>
                      <a:pt x="22" y="1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87" name="Google Shape;887;p31"/>
              <p:cNvSpPr/>
              <p:nvPr/>
            </p:nvSpPr>
            <p:spPr>
              <a:xfrm>
                <a:off x="8530560" y="3044520"/>
                <a:ext cx="7920" cy="7920"/>
              </a:xfrm>
              <a:custGeom>
                <a:avLst/>
                <a:gdLst/>
                <a:ahLst/>
                <a:cxnLst/>
                <a:rect l="l" t="t" r="r" b="b"/>
                <a:pathLst>
                  <a:path w="22" h="22" extrusionOk="0">
                    <a:moveTo>
                      <a:pt x="22" y="11"/>
                    </a:moveTo>
                    <a:cubicBezTo>
                      <a:pt x="22" y="17"/>
                      <a:pt x="17" y="22"/>
                      <a:pt x="11" y="22"/>
                    </a:cubicBezTo>
                    <a:cubicBezTo>
                      <a:pt x="5" y="22"/>
                      <a:pt x="0" y="17"/>
                      <a:pt x="0" y="11"/>
                    </a:cubicBezTo>
                    <a:cubicBezTo>
                      <a:pt x="0" y="5"/>
                      <a:pt x="5" y="0"/>
                      <a:pt x="11" y="0"/>
                    </a:cubicBezTo>
                    <a:cubicBezTo>
                      <a:pt x="17" y="0"/>
                      <a:pt x="22" y="5"/>
                      <a:pt x="22" y="1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88" name="Google Shape;888;p31"/>
              <p:cNvSpPr/>
              <p:nvPr/>
            </p:nvSpPr>
            <p:spPr>
              <a:xfrm>
                <a:off x="8552520" y="3058560"/>
                <a:ext cx="7920" cy="7920"/>
              </a:xfrm>
              <a:custGeom>
                <a:avLst/>
                <a:gdLst/>
                <a:ahLst/>
                <a:cxnLst/>
                <a:rect l="l" t="t" r="r" b="b"/>
                <a:pathLst>
                  <a:path w="22" h="22" extrusionOk="0">
                    <a:moveTo>
                      <a:pt x="22" y="11"/>
                    </a:moveTo>
                    <a:cubicBezTo>
                      <a:pt x="22" y="17"/>
                      <a:pt x="17" y="22"/>
                      <a:pt x="11" y="22"/>
                    </a:cubicBezTo>
                    <a:cubicBezTo>
                      <a:pt x="5" y="22"/>
                      <a:pt x="0" y="17"/>
                      <a:pt x="0" y="11"/>
                    </a:cubicBezTo>
                    <a:cubicBezTo>
                      <a:pt x="0" y="5"/>
                      <a:pt x="5" y="0"/>
                      <a:pt x="11" y="0"/>
                    </a:cubicBezTo>
                    <a:cubicBezTo>
                      <a:pt x="17" y="0"/>
                      <a:pt x="22" y="5"/>
                      <a:pt x="22" y="1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89" name="Google Shape;889;p31"/>
              <p:cNvSpPr/>
              <p:nvPr/>
            </p:nvSpPr>
            <p:spPr>
              <a:xfrm>
                <a:off x="8577720" y="3077640"/>
                <a:ext cx="7920" cy="7560"/>
              </a:xfrm>
              <a:custGeom>
                <a:avLst/>
                <a:gdLst/>
                <a:ahLst/>
                <a:cxnLst/>
                <a:rect l="l" t="t" r="r" b="b"/>
                <a:pathLst>
                  <a:path w="22" h="21" extrusionOk="0">
                    <a:moveTo>
                      <a:pt x="22" y="10"/>
                    </a:moveTo>
                    <a:cubicBezTo>
                      <a:pt x="22" y="17"/>
                      <a:pt x="17" y="21"/>
                      <a:pt x="11" y="21"/>
                    </a:cubicBezTo>
                    <a:cubicBezTo>
                      <a:pt x="5" y="21"/>
                      <a:pt x="0" y="17"/>
                      <a:pt x="0" y="10"/>
                    </a:cubicBezTo>
                    <a:cubicBezTo>
                      <a:pt x="0" y="4"/>
                      <a:pt x="5" y="0"/>
                      <a:pt x="11" y="0"/>
                    </a:cubicBezTo>
                    <a:cubicBezTo>
                      <a:pt x="17" y="0"/>
                      <a:pt x="22" y="4"/>
                      <a:pt x="22" y="10"/>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0" name="Google Shape;890;p31"/>
              <p:cNvSpPr/>
              <p:nvPr/>
            </p:nvSpPr>
            <p:spPr>
              <a:xfrm>
                <a:off x="8598240" y="3045960"/>
                <a:ext cx="7560" cy="7920"/>
              </a:xfrm>
              <a:custGeom>
                <a:avLst/>
                <a:gdLst/>
                <a:ahLst/>
                <a:cxnLst/>
                <a:rect l="l" t="t" r="r" b="b"/>
                <a:pathLst>
                  <a:path w="21" h="22" extrusionOk="0">
                    <a:moveTo>
                      <a:pt x="21" y="11"/>
                    </a:moveTo>
                    <a:cubicBezTo>
                      <a:pt x="21" y="17"/>
                      <a:pt x="16" y="22"/>
                      <a:pt x="10" y="22"/>
                    </a:cubicBezTo>
                    <a:cubicBezTo>
                      <a:pt x="4" y="22"/>
                      <a:pt x="0" y="17"/>
                      <a:pt x="0" y="11"/>
                    </a:cubicBezTo>
                    <a:cubicBezTo>
                      <a:pt x="0" y="5"/>
                      <a:pt x="4" y="0"/>
                      <a:pt x="10" y="0"/>
                    </a:cubicBezTo>
                    <a:cubicBezTo>
                      <a:pt x="16" y="0"/>
                      <a:pt x="21" y="5"/>
                      <a:pt x="21" y="1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1" name="Google Shape;891;p31"/>
              <p:cNvSpPr/>
              <p:nvPr/>
            </p:nvSpPr>
            <p:spPr>
              <a:xfrm>
                <a:off x="8594640" y="3129120"/>
                <a:ext cx="7920" cy="7920"/>
              </a:xfrm>
              <a:custGeom>
                <a:avLst/>
                <a:gdLst/>
                <a:ahLst/>
                <a:cxnLst/>
                <a:rect l="l" t="t" r="r" b="b"/>
                <a:pathLst>
                  <a:path w="22" h="22" extrusionOk="0">
                    <a:moveTo>
                      <a:pt x="16" y="1"/>
                    </a:moveTo>
                    <a:cubicBezTo>
                      <a:pt x="21" y="5"/>
                      <a:pt x="23" y="11"/>
                      <a:pt x="20" y="16"/>
                    </a:cubicBezTo>
                    <a:cubicBezTo>
                      <a:pt x="17" y="21"/>
                      <a:pt x="10" y="23"/>
                      <a:pt x="5" y="20"/>
                    </a:cubicBezTo>
                    <a:cubicBezTo>
                      <a:pt x="0" y="17"/>
                      <a:pt x="-2" y="10"/>
                      <a:pt x="1" y="5"/>
                    </a:cubicBezTo>
                    <a:cubicBezTo>
                      <a:pt x="4" y="0"/>
                      <a:pt x="11" y="-2"/>
                      <a:pt x="16" y="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2" name="Google Shape;892;p31"/>
              <p:cNvSpPr/>
              <p:nvPr/>
            </p:nvSpPr>
            <p:spPr>
              <a:xfrm>
                <a:off x="8623800" y="3117600"/>
                <a:ext cx="7920" cy="7920"/>
              </a:xfrm>
              <a:custGeom>
                <a:avLst/>
                <a:gdLst/>
                <a:ahLst/>
                <a:cxnLst/>
                <a:rect l="l" t="t" r="r" b="b"/>
                <a:pathLst>
                  <a:path w="22" h="22" extrusionOk="0">
                    <a:moveTo>
                      <a:pt x="16" y="1"/>
                    </a:moveTo>
                    <a:cubicBezTo>
                      <a:pt x="21" y="4"/>
                      <a:pt x="23" y="11"/>
                      <a:pt x="20" y="16"/>
                    </a:cubicBezTo>
                    <a:cubicBezTo>
                      <a:pt x="17" y="21"/>
                      <a:pt x="10" y="23"/>
                      <a:pt x="5" y="20"/>
                    </a:cubicBezTo>
                    <a:cubicBezTo>
                      <a:pt x="0" y="17"/>
                      <a:pt x="-2" y="10"/>
                      <a:pt x="1" y="5"/>
                    </a:cubicBezTo>
                    <a:cubicBezTo>
                      <a:pt x="4" y="0"/>
                      <a:pt x="11" y="-2"/>
                      <a:pt x="16" y="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3" name="Google Shape;893;p31"/>
              <p:cNvSpPr/>
              <p:nvPr/>
            </p:nvSpPr>
            <p:spPr>
              <a:xfrm>
                <a:off x="8607600" y="3083760"/>
                <a:ext cx="7920" cy="7920"/>
              </a:xfrm>
              <a:custGeom>
                <a:avLst/>
                <a:gdLst/>
                <a:ahLst/>
                <a:cxnLst/>
                <a:rect l="l" t="t" r="r" b="b"/>
                <a:pathLst>
                  <a:path w="22" h="22" extrusionOk="0">
                    <a:moveTo>
                      <a:pt x="16" y="1"/>
                    </a:moveTo>
                    <a:cubicBezTo>
                      <a:pt x="22" y="4"/>
                      <a:pt x="23" y="11"/>
                      <a:pt x="20" y="16"/>
                    </a:cubicBezTo>
                    <a:cubicBezTo>
                      <a:pt x="17" y="21"/>
                      <a:pt x="10" y="23"/>
                      <a:pt x="5" y="20"/>
                    </a:cubicBezTo>
                    <a:cubicBezTo>
                      <a:pt x="0" y="17"/>
                      <a:pt x="-2" y="10"/>
                      <a:pt x="1" y="5"/>
                    </a:cubicBezTo>
                    <a:cubicBezTo>
                      <a:pt x="5" y="0"/>
                      <a:pt x="11" y="-2"/>
                      <a:pt x="16" y="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4" name="Google Shape;894;p31"/>
              <p:cNvSpPr/>
              <p:nvPr/>
            </p:nvSpPr>
            <p:spPr>
              <a:xfrm>
                <a:off x="8577720" y="3167280"/>
                <a:ext cx="7560" cy="7920"/>
              </a:xfrm>
              <a:custGeom>
                <a:avLst/>
                <a:gdLst/>
                <a:ahLst/>
                <a:cxnLst/>
                <a:rect l="l" t="t" r="r" b="b"/>
                <a:pathLst>
                  <a:path w="21" h="22" extrusionOk="0">
                    <a:moveTo>
                      <a:pt x="21" y="12"/>
                    </a:moveTo>
                    <a:cubicBezTo>
                      <a:pt x="21" y="18"/>
                      <a:pt x="16" y="22"/>
                      <a:pt x="10" y="22"/>
                    </a:cubicBezTo>
                    <a:cubicBezTo>
                      <a:pt x="4" y="21"/>
                      <a:pt x="-1" y="16"/>
                      <a:pt x="0" y="10"/>
                    </a:cubicBezTo>
                    <a:cubicBezTo>
                      <a:pt x="0" y="4"/>
                      <a:pt x="5" y="-1"/>
                      <a:pt x="11" y="0"/>
                    </a:cubicBezTo>
                    <a:cubicBezTo>
                      <a:pt x="17" y="0"/>
                      <a:pt x="22" y="6"/>
                      <a:pt x="21" y="12"/>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5" name="Google Shape;895;p31"/>
              <p:cNvSpPr/>
              <p:nvPr/>
            </p:nvSpPr>
            <p:spPr>
              <a:xfrm>
                <a:off x="8601120" y="3188160"/>
                <a:ext cx="7920" cy="7560"/>
              </a:xfrm>
              <a:custGeom>
                <a:avLst/>
                <a:gdLst/>
                <a:ahLst/>
                <a:cxnLst/>
                <a:rect l="l" t="t" r="r" b="b"/>
                <a:pathLst>
                  <a:path w="22" h="21" extrusionOk="0">
                    <a:moveTo>
                      <a:pt x="22" y="11"/>
                    </a:moveTo>
                    <a:cubicBezTo>
                      <a:pt x="21" y="17"/>
                      <a:pt x="16" y="22"/>
                      <a:pt x="10" y="21"/>
                    </a:cubicBezTo>
                    <a:cubicBezTo>
                      <a:pt x="4" y="21"/>
                      <a:pt x="0" y="16"/>
                      <a:pt x="0" y="10"/>
                    </a:cubicBezTo>
                    <a:cubicBezTo>
                      <a:pt x="1" y="4"/>
                      <a:pt x="6" y="-1"/>
                      <a:pt x="12" y="0"/>
                    </a:cubicBezTo>
                    <a:cubicBezTo>
                      <a:pt x="18" y="0"/>
                      <a:pt x="22" y="5"/>
                      <a:pt x="22" y="1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6" name="Google Shape;896;p31"/>
              <p:cNvSpPr/>
              <p:nvPr/>
            </p:nvSpPr>
            <p:spPr>
              <a:xfrm>
                <a:off x="8624160" y="3158280"/>
                <a:ext cx="7560" cy="7920"/>
              </a:xfrm>
              <a:custGeom>
                <a:avLst/>
                <a:gdLst/>
                <a:ahLst/>
                <a:cxnLst/>
                <a:rect l="l" t="t" r="r" b="b"/>
                <a:pathLst>
                  <a:path w="21" h="22" extrusionOk="0">
                    <a:moveTo>
                      <a:pt x="21" y="12"/>
                    </a:moveTo>
                    <a:cubicBezTo>
                      <a:pt x="21" y="18"/>
                      <a:pt x="15" y="22"/>
                      <a:pt x="9" y="22"/>
                    </a:cubicBezTo>
                    <a:cubicBezTo>
                      <a:pt x="3" y="21"/>
                      <a:pt x="-1" y="16"/>
                      <a:pt x="0" y="10"/>
                    </a:cubicBezTo>
                    <a:cubicBezTo>
                      <a:pt x="0" y="4"/>
                      <a:pt x="5" y="0"/>
                      <a:pt x="11" y="0"/>
                    </a:cubicBezTo>
                    <a:cubicBezTo>
                      <a:pt x="17" y="1"/>
                      <a:pt x="22" y="6"/>
                      <a:pt x="21" y="12"/>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7" name="Google Shape;897;p31"/>
              <p:cNvSpPr/>
              <p:nvPr/>
            </p:nvSpPr>
            <p:spPr>
              <a:xfrm>
                <a:off x="8530920" y="3180600"/>
                <a:ext cx="8280" cy="7560"/>
              </a:xfrm>
              <a:custGeom>
                <a:avLst/>
                <a:gdLst/>
                <a:ahLst/>
                <a:cxnLst/>
                <a:rect l="l" t="t" r="r" b="b"/>
                <a:pathLst>
                  <a:path w="23" h="21" extrusionOk="0">
                    <a:moveTo>
                      <a:pt x="18" y="19"/>
                    </a:moveTo>
                    <a:cubicBezTo>
                      <a:pt x="13" y="22"/>
                      <a:pt x="6" y="21"/>
                      <a:pt x="2" y="16"/>
                    </a:cubicBezTo>
                    <a:cubicBezTo>
                      <a:pt x="-1" y="12"/>
                      <a:pt x="0" y="5"/>
                      <a:pt x="5" y="1"/>
                    </a:cubicBezTo>
                    <a:cubicBezTo>
                      <a:pt x="10" y="-2"/>
                      <a:pt x="16" y="-1"/>
                      <a:pt x="20" y="4"/>
                    </a:cubicBezTo>
                    <a:cubicBezTo>
                      <a:pt x="24" y="8"/>
                      <a:pt x="23" y="15"/>
                      <a:pt x="18" y="19"/>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8" name="Google Shape;898;p31"/>
              <p:cNvSpPr/>
              <p:nvPr/>
            </p:nvSpPr>
            <p:spPr>
              <a:xfrm>
                <a:off x="8530920" y="3211920"/>
                <a:ext cx="7920" cy="7920"/>
              </a:xfrm>
              <a:custGeom>
                <a:avLst/>
                <a:gdLst/>
                <a:ahLst/>
                <a:cxnLst/>
                <a:rect l="l" t="t" r="r" b="b"/>
                <a:pathLst>
                  <a:path w="22" h="22" extrusionOk="0">
                    <a:moveTo>
                      <a:pt x="17" y="19"/>
                    </a:moveTo>
                    <a:cubicBezTo>
                      <a:pt x="12" y="23"/>
                      <a:pt x="6" y="22"/>
                      <a:pt x="2" y="17"/>
                    </a:cubicBezTo>
                    <a:cubicBezTo>
                      <a:pt x="-2" y="12"/>
                      <a:pt x="-1" y="5"/>
                      <a:pt x="4" y="1"/>
                    </a:cubicBezTo>
                    <a:cubicBezTo>
                      <a:pt x="9" y="-2"/>
                      <a:pt x="16" y="-1"/>
                      <a:pt x="19" y="4"/>
                    </a:cubicBezTo>
                    <a:cubicBezTo>
                      <a:pt x="23" y="9"/>
                      <a:pt x="22" y="15"/>
                      <a:pt x="17" y="19"/>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99" name="Google Shape;899;p31"/>
              <p:cNvSpPr/>
              <p:nvPr/>
            </p:nvSpPr>
            <p:spPr>
              <a:xfrm>
                <a:off x="8497800" y="3197880"/>
                <a:ext cx="7920" cy="7560"/>
              </a:xfrm>
              <a:custGeom>
                <a:avLst/>
                <a:gdLst/>
                <a:ahLst/>
                <a:cxnLst/>
                <a:rect l="l" t="t" r="r" b="b"/>
                <a:pathLst>
                  <a:path w="22" h="21" extrusionOk="0">
                    <a:moveTo>
                      <a:pt x="17" y="19"/>
                    </a:moveTo>
                    <a:cubicBezTo>
                      <a:pt x="12" y="22"/>
                      <a:pt x="5" y="21"/>
                      <a:pt x="2" y="17"/>
                    </a:cubicBezTo>
                    <a:cubicBezTo>
                      <a:pt x="-2" y="12"/>
                      <a:pt x="-1" y="5"/>
                      <a:pt x="4" y="1"/>
                    </a:cubicBezTo>
                    <a:cubicBezTo>
                      <a:pt x="9" y="-2"/>
                      <a:pt x="16" y="-1"/>
                      <a:pt x="19" y="4"/>
                    </a:cubicBezTo>
                    <a:cubicBezTo>
                      <a:pt x="23" y="8"/>
                      <a:pt x="22" y="15"/>
                      <a:pt x="17" y="19"/>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0" name="Google Shape;900;p31"/>
              <p:cNvSpPr/>
              <p:nvPr/>
            </p:nvSpPr>
            <p:spPr>
              <a:xfrm>
                <a:off x="8568360" y="3209400"/>
                <a:ext cx="7920" cy="7920"/>
              </a:xfrm>
              <a:custGeom>
                <a:avLst/>
                <a:gdLst/>
                <a:ahLst/>
                <a:cxnLst/>
                <a:rect l="l" t="t" r="r" b="b"/>
                <a:pathLst>
                  <a:path w="22" h="22" extrusionOk="0">
                    <a:moveTo>
                      <a:pt x="17" y="20"/>
                    </a:moveTo>
                    <a:cubicBezTo>
                      <a:pt x="12" y="23"/>
                      <a:pt x="5" y="22"/>
                      <a:pt x="2" y="17"/>
                    </a:cubicBezTo>
                    <a:cubicBezTo>
                      <a:pt x="-2" y="12"/>
                      <a:pt x="-1" y="6"/>
                      <a:pt x="4" y="2"/>
                    </a:cubicBezTo>
                    <a:cubicBezTo>
                      <a:pt x="9" y="-2"/>
                      <a:pt x="16" y="-1"/>
                      <a:pt x="19" y="4"/>
                    </a:cubicBezTo>
                    <a:cubicBezTo>
                      <a:pt x="23" y="9"/>
                      <a:pt x="22" y="16"/>
                      <a:pt x="17" y="20"/>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1" name="Google Shape;901;p31"/>
              <p:cNvSpPr/>
              <p:nvPr/>
            </p:nvSpPr>
            <p:spPr>
              <a:xfrm>
                <a:off x="8469360" y="3142800"/>
                <a:ext cx="7920" cy="7920"/>
              </a:xfrm>
              <a:custGeom>
                <a:avLst/>
                <a:gdLst/>
                <a:ahLst/>
                <a:cxnLst/>
                <a:rect l="l" t="t" r="r" b="b"/>
                <a:pathLst>
                  <a:path w="22" h="22" extrusionOk="0">
                    <a:moveTo>
                      <a:pt x="17" y="19"/>
                    </a:moveTo>
                    <a:cubicBezTo>
                      <a:pt x="12" y="23"/>
                      <a:pt x="6" y="22"/>
                      <a:pt x="2" y="17"/>
                    </a:cubicBezTo>
                    <a:cubicBezTo>
                      <a:pt x="-2" y="12"/>
                      <a:pt x="0" y="5"/>
                      <a:pt x="4" y="2"/>
                    </a:cubicBezTo>
                    <a:cubicBezTo>
                      <a:pt x="9" y="-2"/>
                      <a:pt x="16" y="-1"/>
                      <a:pt x="20" y="4"/>
                    </a:cubicBezTo>
                    <a:cubicBezTo>
                      <a:pt x="23" y="9"/>
                      <a:pt x="22" y="16"/>
                      <a:pt x="17" y="19"/>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2" name="Google Shape;902;p31"/>
              <p:cNvSpPr/>
              <p:nvPr/>
            </p:nvSpPr>
            <p:spPr>
              <a:xfrm>
                <a:off x="8469360" y="3174120"/>
                <a:ext cx="7920" cy="7920"/>
              </a:xfrm>
              <a:custGeom>
                <a:avLst/>
                <a:gdLst/>
                <a:ahLst/>
                <a:cxnLst/>
                <a:rect l="l" t="t" r="r" b="b"/>
                <a:pathLst>
                  <a:path w="22" h="22" extrusionOk="0">
                    <a:moveTo>
                      <a:pt x="17" y="19"/>
                    </a:moveTo>
                    <a:cubicBezTo>
                      <a:pt x="12" y="23"/>
                      <a:pt x="5" y="22"/>
                      <a:pt x="2" y="17"/>
                    </a:cubicBezTo>
                    <a:cubicBezTo>
                      <a:pt x="-2" y="12"/>
                      <a:pt x="-1" y="6"/>
                      <a:pt x="4" y="2"/>
                    </a:cubicBezTo>
                    <a:cubicBezTo>
                      <a:pt x="9" y="-2"/>
                      <a:pt x="16" y="-1"/>
                      <a:pt x="19" y="4"/>
                    </a:cubicBezTo>
                    <a:cubicBezTo>
                      <a:pt x="23" y="9"/>
                      <a:pt x="22" y="16"/>
                      <a:pt x="17" y="19"/>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3" name="Google Shape;903;p31"/>
              <p:cNvSpPr/>
              <p:nvPr/>
            </p:nvSpPr>
            <p:spPr>
              <a:xfrm>
                <a:off x="8506440" y="3171960"/>
                <a:ext cx="8280" cy="7920"/>
              </a:xfrm>
              <a:custGeom>
                <a:avLst/>
                <a:gdLst/>
                <a:ahLst/>
                <a:cxnLst/>
                <a:rect l="l" t="t" r="r" b="b"/>
                <a:pathLst>
                  <a:path w="23" h="22" extrusionOk="0">
                    <a:moveTo>
                      <a:pt x="18" y="19"/>
                    </a:moveTo>
                    <a:cubicBezTo>
                      <a:pt x="13" y="23"/>
                      <a:pt x="6" y="22"/>
                      <a:pt x="2" y="17"/>
                    </a:cubicBezTo>
                    <a:cubicBezTo>
                      <a:pt x="-1" y="12"/>
                      <a:pt x="0" y="5"/>
                      <a:pt x="5" y="2"/>
                    </a:cubicBezTo>
                    <a:cubicBezTo>
                      <a:pt x="10" y="-2"/>
                      <a:pt x="16" y="-1"/>
                      <a:pt x="20" y="4"/>
                    </a:cubicBezTo>
                    <a:cubicBezTo>
                      <a:pt x="24" y="9"/>
                      <a:pt x="23" y="15"/>
                      <a:pt x="18" y="19"/>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4" name="Google Shape;904;p31"/>
              <p:cNvSpPr/>
              <p:nvPr/>
            </p:nvSpPr>
            <p:spPr>
              <a:xfrm>
                <a:off x="8456040" y="3120120"/>
                <a:ext cx="8280" cy="7920"/>
              </a:xfrm>
              <a:custGeom>
                <a:avLst/>
                <a:gdLst/>
                <a:ahLst/>
                <a:cxnLst/>
                <a:rect l="l" t="t" r="r" b="b"/>
                <a:pathLst>
                  <a:path w="23" h="22" extrusionOk="0">
                    <a:moveTo>
                      <a:pt x="18" y="2"/>
                    </a:moveTo>
                    <a:cubicBezTo>
                      <a:pt x="23" y="5"/>
                      <a:pt x="24" y="12"/>
                      <a:pt x="20" y="17"/>
                    </a:cubicBezTo>
                    <a:cubicBezTo>
                      <a:pt x="17" y="22"/>
                      <a:pt x="10" y="23"/>
                      <a:pt x="5" y="20"/>
                    </a:cubicBezTo>
                    <a:cubicBezTo>
                      <a:pt x="0" y="16"/>
                      <a:pt x="-1" y="10"/>
                      <a:pt x="2" y="5"/>
                    </a:cubicBezTo>
                    <a:cubicBezTo>
                      <a:pt x="6" y="0"/>
                      <a:pt x="13" y="-2"/>
                      <a:pt x="18" y="2"/>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5" name="Google Shape;905;p31"/>
              <p:cNvSpPr/>
              <p:nvPr/>
            </p:nvSpPr>
            <p:spPr>
              <a:xfrm>
                <a:off x="8485920" y="3110400"/>
                <a:ext cx="7920" cy="7560"/>
              </a:xfrm>
              <a:custGeom>
                <a:avLst/>
                <a:gdLst/>
                <a:ahLst/>
                <a:cxnLst/>
                <a:rect l="l" t="t" r="r" b="b"/>
                <a:pathLst>
                  <a:path w="22" h="21" extrusionOk="0">
                    <a:moveTo>
                      <a:pt x="17" y="1"/>
                    </a:moveTo>
                    <a:cubicBezTo>
                      <a:pt x="22" y="5"/>
                      <a:pt x="23" y="11"/>
                      <a:pt x="20" y="16"/>
                    </a:cubicBezTo>
                    <a:cubicBezTo>
                      <a:pt x="17" y="21"/>
                      <a:pt x="10" y="22"/>
                      <a:pt x="5" y="19"/>
                    </a:cubicBezTo>
                    <a:cubicBezTo>
                      <a:pt x="0" y="16"/>
                      <a:pt x="-1" y="9"/>
                      <a:pt x="2" y="4"/>
                    </a:cubicBezTo>
                    <a:cubicBezTo>
                      <a:pt x="6" y="-1"/>
                      <a:pt x="12" y="-2"/>
                      <a:pt x="17" y="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6" name="Google Shape;906;p31"/>
              <p:cNvSpPr/>
              <p:nvPr/>
            </p:nvSpPr>
            <p:spPr>
              <a:xfrm>
                <a:off x="8471520" y="3075480"/>
                <a:ext cx="8280" cy="7920"/>
              </a:xfrm>
              <a:custGeom>
                <a:avLst/>
                <a:gdLst/>
                <a:ahLst/>
                <a:cxnLst/>
                <a:rect l="l" t="t" r="r" b="b"/>
                <a:pathLst>
                  <a:path w="23" h="22" extrusionOk="0">
                    <a:moveTo>
                      <a:pt x="18" y="2"/>
                    </a:moveTo>
                    <a:cubicBezTo>
                      <a:pt x="23" y="5"/>
                      <a:pt x="24" y="12"/>
                      <a:pt x="20" y="17"/>
                    </a:cubicBezTo>
                    <a:cubicBezTo>
                      <a:pt x="17" y="22"/>
                      <a:pt x="10" y="23"/>
                      <a:pt x="5" y="20"/>
                    </a:cubicBezTo>
                    <a:cubicBezTo>
                      <a:pt x="0" y="16"/>
                      <a:pt x="-1" y="10"/>
                      <a:pt x="2" y="5"/>
                    </a:cubicBezTo>
                    <a:cubicBezTo>
                      <a:pt x="6" y="0"/>
                      <a:pt x="13" y="-2"/>
                      <a:pt x="18" y="2"/>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7" name="Google Shape;907;p31"/>
              <p:cNvSpPr/>
              <p:nvPr/>
            </p:nvSpPr>
            <p:spPr>
              <a:xfrm>
                <a:off x="8502120" y="3174840"/>
                <a:ext cx="14040" cy="14040"/>
              </a:xfrm>
              <a:custGeom>
                <a:avLst/>
                <a:gdLst/>
                <a:ahLst/>
                <a:cxnLst/>
                <a:rect l="l" t="t" r="r" b="b"/>
                <a:pathLst>
                  <a:path w="39" h="39" extrusionOk="0">
                    <a:moveTo>
                      <a:pt x="39" y="20"/>
                    </a:moveTo>
                    <a:cubicBezTo>
                      <a:pt x="39" y="31"/>
                      <a:pt x="30" y="39"/>
                      <a:pt x="20" y="39"/>
                    </a:cubicBezTo>
                    <a:cubicBezTo>
                      <a:pt x="9" y="39"/>
                      <a:pt x="0" y="31"/>
                      <a:pt x="0" y="20"/>
                    </a:cubicBezTo>
                    <a:cubicBezTo>
                      <a:pt x="0" y="9"/>
                      <a:pt x="9" y="0"/>
                      <a:pt x="20" y="0"/>
                    </a:cubicBezTo>
                    <a:cubicBezTo>
                      <a:pt x="30" y="0"/>
                      <a:pt x="39" y="9"/>
                      <a:pt x="39"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8" name="Google Shape;908;p31"/>
              <p:cNvSpPr/>
              <p:nvPr/>
            </p:nvSpPr>
            <p:spPr>
              <a:xfrm>
                <a:off x="8579160" y="3174840"/>
                <a:ext cx="14040" cy="14040"/>
              </a:xfrm>
              <a:custGeom>
                <a:avLst/>
                <a:gdLst/>
                <a:ahLst/>
                <a:cxnLst/>
                <a:rect l="l" t="t" r="r" b="b"/>
                <a:pathLst>
                  <a:path w="39" h="39" extrusionOk="0">
                    <a:moveTo>
                      <a:pt x="39" y="20"/>
                    </a:moveTo>
                    <a:cubicBezTo>
                      <a:pt x="39" y="31"/>
                      <a:pt x="31" y="39"/>
                      <a:pt x="20" y="39"/>
                    </a:cubicBezTo>
                    <a:cubicBezTo>
                      <a:pt x="9" y="39"/>
                      <a:pt x="0" y="31"/>
                      <a:pt x="0" y="20"/>
                    </a:cubicBezTo>
                    <a:cubicBezTo>
                      <a:pt x="0" y="9"/>
                      <a:pt x="9" y="0"/>
                      <a:pt x="20" y="0"/>
                    </a:cubicBezTo>
                    <a:cubicBezTo>
                      <a:pt x="31" y="0"/>
                      <a:pt x="39" y="9"/>
                      <a:pt x="39"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09" name="Google Shape;909;p31"/>
              <p:cNvSpPr/>
              <p:nvPr/>
            </p:nvSpPr>
            <p:spPr>
              <a:xfrm>
                <a:off x="8534880" y="3192480"/>
                <a:ext cx="24840" cy="12240"/>
              </a:xfrm>
              <a:custGeom>
                <a:avLst/>
                <a:gdLst/>
                <a:ahLst/>
                <a:cxnLst/>
                <a:rect l="l" t="t" r="r" b="b"/>
                <a:pathLst>
                  <a:path w="69" h="34" extrusionOk="0">
                    <a:moveTo>
                      <a:pt x="35" y="34"/>
                    </a:moveTo>
                    <a:cubicBezTo>
                      <a:pt x="15" y="34"/>
                      <a:pt x="0" y="22"/>
                      <a:pt x="0" y="7"/>
                    </a:cubicBezTo>
                    <a:cubicBezTo>
                      <a:pt x="0" y="3"/>
                      <a:pt x="3" y="0"/>
                      <a:pt x="7" y="0"/>
                    </a:cubicBezTo>
                    <a:cubicBezTo>
                      <a:pt x="11" y="0"/>
                      <a:pt x="15" y="3"/>
                      <a:pt x="15" y="7"/>
                    </a:cubicBezTo>
                    <a:cubicBezTo>
                      <a:pt x="15" y="13"/>
                      <a:pt x="23" y="19"/>
                      <a:pt x="35" y="19"/>
                    </a:cubicBezTo>
                    <a:cubicBezTo>
                      <a:pt x="46" y="19"/>
                      <a:pt x="54" y="13"/>
                      <a:pt x="54" y="7"/>
                    </a:cubicBezTo>
                    <a:cubicBezTo>
                      <a:pt x="54" y="3"/>
                      <a:pt x="58" y="0"/>
                      <a:pt x="62" y="0"/>
                    </a:cubicBezTo>
                    <a:cubicBezTo>
                      <a:pt x="66" y="0"/>
                      <a:pt x="69" y="3"/>
                      <a:pt x="69" y="7"/>
                    </a:cubicBezTo>
                    <a:cubicBezTo>
                      <a:pt x="69" y="22"/>
                      <a:pt x="54" y="34"/>
                      <a:pt x="35" y="3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10" name="Google Shape;910;p31"/>
              <p:cNvSpPr/>
              <p:nvPr/>
            </p:nvSpPr>
            <p:spPr>
              <a:xfrm>
                <a:off x="8485200" y="3190320"/>
                <a:ext cx="18360" cy="10440"/>
              </a:xfrm>
              <a:custGeom>
                <a:avLst/>
                <a:gdLst/>
                <a:ahLst/>
                <a:cxnLst/>
                <a:rect l="l" t="t" r="r" b="b"/>
                <a:pathLst>
                  <a:path w="51" h="29" extrusionOk="0">
                    <a:moveTo>
                      <a:pt x="51" y="15"/>
                    </a:moveTo>
                    <a:cubicBezTo>
                      <a:pt x="51" y="23"/>
                      <a:pt x="40" y="29"/>
                      <a:pt x="26" y="29"/>
                    </a:cubicBezTo>
                    <a:cubicBezTo>
                      <a:pt x="11" y="29"/>
                      <a:pt x="0" y="23"/>
                      <a:pt x="0" y="15"/>
                    </a:cubicBezTo>
                    <a:cubicBezTo>
                      <a:pt x="0" y="7"/>
                      <a:pt x="11" y="0"/>
                      <a:pt x="26" y="0"/>
                    </a:cubicBezTo>
                    <a:cubicBezTo>
                      <a:pt x="40" y="0"/>
                      <a:pt x="51" y="7"/>
                      <a:pt x="51" y="15"/>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11" name="Google Shape;911;p31"/>
              <p:cNvSpPr/>
              <p:nvPr/>
            </p:nvSpPr>
            <p:spPr>
              <a:xfrm>
                <a:off x="8593560" y="3190320"/>
                <a:ext cx="18720" cy="10440"/>
              </a:xfrm>
              <a:custGeom>
                <a:avLst/>
                <a:gdLst/>
                <a:ahLst/>
                <a:cxnLst/>
                <a:rect l="l" t="t" r="r" b="b"/>
                <a:pathLst>
                  <a:path w="52" h="29" extrusionOk="0">
                    <a:moveTo>
                      <a:pt x="52" y="15"/>
                    </a:moveTo>
                    <a:cubicBezTo>
                      <a:pt x="52" y="23"/>
                      <a:pt x="40" y="29"/>
                      <a:pt x="26" y="29"/>
                    </a:cubicBezTo>
                    <a:cubicBezTo>
                      <a:pt x="12" y="29"/>
                      <a:pt x="0" y="23"/>
                      <a:pt x="0" y="15"/>
                    </a:cubicBezTo>
                    <a:cubicBezTo>
                      <a:pt x="0" y="7"/>
                      <a:pt x="12" y="0"/>
                      <a:pt x="26" y="0"/>
                    </a:cubicBezTo>
                    <a:cubicBezTo>
                      <a:pt x="40" y="0"/>
                      <a:pt x="52" y="7"/>
                      <a:pt x="52" y="15"/>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12" name="Google Shape;912;p31"/>
              <p:cNvSpPr/>
              <p:nvPr/>
            </p:nvSpPr>
            <p:spPr>
              <a:xfrm>
                <a:off x="8462520" y="3053880"/>
                <a:ext cx="16920" cy="27360"/>
              </a:xfrm>
              <a:custGeom>
                <a:avLst/>
                <a:gdLst/>
                <a:ahLst/>
                <a:cxnLst/>
                <a:rect l="l" t="t" r="r" b="b"/>
                <a:pathLst>
                  <a:path w="47" h="76" extrusionOk="0">
                    <a:moveTo>
                      <a:pt x="7" y="76"/>
                    </a:moveTo>
                    <a:cubicBezTo>
                      <a:pt x="6" y="76"/>
                      <a:pt x="5" y="75"/>
                      <a:pt x="4" y="75"/>
                    </a:cubicBezTo>
                    <a:cubicBezTo>
                      <a:pt x="0" y="73"/>
                      <a:pt x="-1" y="69"/>
                      <a:pt x="0" y="65"/>
                    </a:cubicBezTo>
                    <a:cubicBezTo>
                      <a:pt x="3" y="59"/>
                      <a:pt x="5" y="54"/>
                      <a:pt x="7" y="49"/>
                    </a:cubicBezTo>
                    <a:cubicBezTo>
                      <a:pt x="14" y="32"/>
                      <a:pt x="21" y="17"/>
                      <a:pt x="33" y="2"/>
                    </a:cubicBezTo>
                    <a:cubicBezTo>
                      <a:pt x="36" y="-1"/>
                      <a:pt x="41" y="-1"/>
                      <a:pt x="44" y="1"/>
                    </a:cubicBezTo>
                    <a:cubicBezTo>
                      <a:pt x="47" y="4"/>
                      <a:pt x="47" y="9"/>
                      <a:pt x="45" y="12"/>
                    </a:cubicBezTo>
                    <a:cubicBezTo>
                      <a:pt x="34" y="25"/>
                      <a:pt x="28" y="39"/>
                      <a:pt x="21" y="54"/>
                    </a:cubicBezTo>
                    <a:cubicBezTo>
                      <a:pt x="19" y="60"/>
                      <a:pt x="16" y="66"/>
                      <a:pt x="14" y="71"/>
                    </a:cubicBezTo>
                    <a:cubicBezTo>
                      <a:pt x="13" y="74"/>
                      <a:pt x="10" y="76"/>
                      <a:pt x="7" y="76"/>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13" name="Google Shape;913;p31"/>
              <p:cNvSpPr/>
              <p:nvPr/>
            </p:nvSpPr>
            <p:spPr>
              <a:xfrm>
                <a:off x="8443080" y="3085200"/>
                <a:ext cx="19440" cy="82800"/>
              </a:xfrm>
              <a:custGeom>
                <a:avLst/>
                <a:gdLst/>
                <a:ahLst/>
                <a:cxnLst/>
                <a:rect l="l" t="t" r="r" b="b"/>
                <a:pathLst>
                  <a:path w="54" h="230" extrusionOk="0">
                    <a:moveTo>
                      <a:pt x="47" y="230"/>
                    </a:moveTo>
                    <a:cubicBezTo>
                      <a:pt x="44" y="230"/>
                      <a:pt x="42" y="229"/>
                      <a:pt x="41" y="227"/>
                    </a:cubicBezTo>
                    <a:cubicBezTo>
                      <a:pt x="26" y="210"/>
                      <a:pt x="26" y="199"/>
                      <a:pt x="25" y="190"/>
                    </a:cubicBezTo>
                    <a:cubicBezTo>
                      <a:pt x="25" y="182"/>
                      <a:pt x="25" y="176"/>
                      <a:pt x="17" y="164"/>
                    </a:cubicBezTo>
                    <a:cubicBezTo>
                      <a:pt x="0" y="138"/>
                      <a:pt x="0" y="114"/>
                      <a:pt x="0" y="96"/>
                    </a:cubicBezTo>
                    <a:cubicBezTo>
                      <a:pt x="0" y="91"/>
                      <a:pt x="0" y="87"/>
                      <a:pt x="0" y="83"/>
                    </a:cubicBezTo>
                    <a:cubicBezTo>
                      <a:pt x="-2" y="62"/>
                      <a:pt x="24" y="16"/>
                      <a:pt x="38" y="2"/>
                    </a:cubicBezTo>
                    <a:cubicBezTo>
                      <a:pt x="41" y="-1"/>
                      <a:pt x="46" y="-1"/>
                      <a:pt x="49" y="2"/>
                    </a:cubicBezTo>
                    <a:cubicBezTo>
                      <a:pt x="52" y="5"/>
                      <a:pt x="52" y="10"/>
                      <a:pt x="49" y="13"/>
                    </a:cubicBezTo>
                    <a:cubicBezTo>
                      <a:pt x="36" y="25"/>
                      <a:pt x="13" y="67"/>
                      <a:pt x="15" y="82"/>
                    </a:cubicBezTo>
                    <a:cubicBezTo>
                      <a:pt x="15" y="87"/>
                      <a:pt x="15" y="91"/>
                      <a:pt x="15" y="96"/>
                    </a:cubicBezTo>
                    <a:cubicBezTo>
                      <a:pt x="15" y="113"/>
                      <a:pt x="15" y="134"/>
                      <a:pt x="30" y="156"/>
                    </a:cubicBezTo>
                    <a:cubicBezTo>
                      <a:pt x="39" y="171"/>
                      <a:pt x="40" y="181"/>
                      <a:pt x="40" y="189"/>
                    </a:cubicBezTo>
                    <a:cubicBezTo>
                      <a:pt x="40" y="197"/>
                      <a:pt x="41" y="204"/>
                      <a:pt x="52" y="218"/>
                    </a:cubicBezTo>
                    <a:cubicBezTo>
                      <a:pt x="55" y="221"/>
                      <a:pt x="54" y="225"/>
                      <a:pt x="51" y="228"/>
                    </a:cubicBezTo>
                    <a:cubicBezTo>
                      <a:pt x="50" y="229"/>
                      <a:pt x="48" y="230"/>
                      <a:pt x="47" y="230"/>
                    </a:cubicBezTo>
                    <a:close/>
                  </a:path>
                </a:pathLst>
              </a:custGeom>
              <a:solidFill>
                <a:schemeClr val="accent6"/>
              </a:solidFill>
              <a:ln>
                <a:noFill/>
              </a:ln>
            </p:spPr>
            <p:txBody>
              <a:bodyPr spcFirstLastPara="1" wrap="square" lIns="90000" tIns="37800" rIns="90000" bIns="378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nvGrpSpPr>
          <p:cNvPr id="914" name="Google Shape;914;p31"/>
          <p:cNvGrpSpPr/>
          <p:nvPr/>
        </p:nvGrpSpPr>
        <p:grpSpPr>
          <a:xfrm rot="-814041">
            <a:off x="580675" y="2953650"/>
            <a:ext cx="603489" cy="1602304"/>
            <a:chOff x="6615540" y="909365"/>
            <a:chExt cx="147240" cy="390960"/>
          </a:xfrm>
        </p:grpSpPr>
        <p:sp>
          <p:nvSpPr>
            <p:cNvPr id="915" name="Google Shape;915;p31"/>
            <p:cNvSpPr/>
            <p:nvPr/>
          </p:nvSpPr>
          <p:spPr>
            <a:xfrm>
              <a:off x="6615540" y="909365"/>
              <a:ext cx="147240" cy="390960"/>
            </a:xfrm>
            <a:custGeom>
              <a:avLst/>
              <a:gdLst/>
              <a:ahLst/>
              <a:cxnLst/>
              <a:rect l="l" t="t" r="r" b="b"/>
              <a:pathLst>
                <a:path w="409" h="1086" extrusionOk="0">
                  <a:moveTo>
                    <a:pt x="373" y="741"/>
                  </a:moveTo>
                  <a:cubicBezTo>
                    <a:pt x="374" y="731"/>
                    <a:pt x="375" y="720"/>
                    <a:pt x="377" y="710"/>
                  </a:cubicBezTo>
                  <a:lnTo>
                    <a:pt x="377" y="709"/>
                  </a:lnTo>
                  <a:cubicBezTo>
                    <a:pt x="378" y="698"/>
                    <a:pt x="380" y="688"/>
                    <a:pt x="382" y="677"/>
                  </a:cubicBezTo>
                  <a:lnTo>
                    <a:pt x="382" y="677"/>
                  </a:lnTo>
                  <a:cubicBezTo>
                    <a:pt x="384" y="667"/>
                    <a:pt x="386" y="658"/>
                    <a:pt x="388" y="649"/>
                  </a:cubicBezTo>
                  <a:cubicBezTo>
                    <a:pt x="388" y="647"/>
                    <a:pt x="389" y="645"/>
                    <a:pt x="390" y="642"/>
                  </a:cubicBezTo>
                  <a:cubicBezTo>
                    <a:pt x="392" y="633"/>
                    <a:pt x="394" y="623"/>
                    <a:pt x="397" y="614"/>
                  </a:cubicBezTo>
                  <a:lnTo>
                    <a:pt x="397" y="614"/>
                  </a:lnTo>
                  <a:cubicBezTo>
                    <a:pt x="403" y="593"/>
                    <a:pt x="407" y="570"/>
                    <a:pt x="408" y="547"/>
                  </a:cubicBezTo>
                  <a:cubicBezTo>
                    <a:pt x="409" y="539"/>
                    <a:pt x="409" y="531"/>
                    <a:pt x="409" y="523"/>
                  </a:cubicBezTo>
                  <a:cubicBezTo>
                    <a:pt x="409" y="461"/>
                    <a:pt x="393" y="404"/>
                    <a:pt x="365" y="359"/>
                  </a:cubicBezTo>
                  <a:cubicBezTo>
                    <a:pt x="362" y="354"/>
                    <a:pt x="359" y="350"/>
                    <a:pt x="357" y="345"/>
                  </a:cubicBezTo>
                  <a:cubicBezTo>
                    <a:pt x="312" y="267"/>
                    <a:pt x="286" y="179"/>
                    <a:pt x="286" y="88"/>
                  </a:cubicBezTo>
                  <a:lnTo>
                    <a:pt x="286" y="76"/>
                  </a:lnTo>
                  <a:cubicBezTo>
                    <a:pt x="295" y="71"/>
                    <a:pt x="301" y="61"/>
                    <a:pt x="301" y="50"/>
                  </a:cubicBezTo>
                  <a:lnTo>
                    <a:pt x="301" y="29"/>
                  </a:lnTo>
                  <a:cubicBezTo>
                    <a:pt x="301" y="13"/>
                    <a:pt x="289" y="0"/>
                    <a:pt x="273" y="0"/>
                  </a:cubicBezTo>
                  <a:lnTo>
                    <a:pt x="136" y="0"/>
                  </a:lnTo>
                  <a:cubicBezTo>
                    <a:pt x="121" y="0"/>
                    <a:pt x="108" y="13"/>
                    <a:pt x="108" y="29"/>
                  </a:cubicBezTo>
                  <a:lnTo>
                    <a:pt x="108" y="50"/>
                  </a:lnTo>
                  <a:cubicBezTo>
                    <a:pt x="108" y="61"/>
                    <a:pt x="114" y="71"/>
                    <a:pt x="124" y="76"/>
                  </a:cubicBezTo>
                  <a:lnTo>
                    <a:pt x="124" y="88"/>
                  </a:lnTo>
                  <a:cubicBezTo>
                    <a:pt x="124" y="184"/>
                    <a:pt x="95" y="277"/>
                    <a:pt x="44" y="359"/>
                  </a:cubicBezTo>
                  <a:cubicBezTo>
                    <a:pt x="37" y="372"/>
                    <a:pt x="30" y="385"/>
                    <a:pt x="24" y="400"/>
                  </a:cubicBezTo>
                  <a:cubicBezTo>
                    <a:pt x="20" y="410"/>
                    <a:pt x="16" y="419"/>
                    <a:pt x="13" y="430"/>
                  </a:cubicBezTo>
                  <a:cubicBezTo>
                    <a:pt x="12" y="433"/>
                    <a:pt x="12" y="436"/>
                    <a:pt x="11" y="440"/>
                  </a:cubicBezTo>
                  <a:cubicBezTo>
                    <a:pt x="8" y="451"/>
                    <a:pt x="5" y="462"/>
                    <a:pt x="4" y="474"/>
                  </a:cubicBezTo>
                  <a:cubicBezTo>
                    <a:pt x="1" y="490"/>
                    <a:pt x="0" y="506"/>
                    <a:pt x="0" y="523"/>
                  </a:cubicBezTo>
                  <a:cubicBezTo>
                    <a:pt x="0" y="547"/>
                    <a:pt x="3" y="570"/>
                    <a:pt x="7" y="592"/>
                  </a:cubicBezTo>
                  <a:cubicBezTo>
                    <a:pt x="9" y="600"/>
                    <a:pt x="10" y="607"/>
                    <a:pt x="12" y="614"/>
                  </a:cubicBezTo>
                  <a:cubicBezTo>
                    <a:pt x="15" y="623"/>
                    <a:pt x="18" y="633"/>
                    <a:pt x="20" y="642"/>
                  </a:cubicBezTo>
                  <a:cubicBezTo>
                    <a:pt x="20" y="645"/>
                    <a:pt x="21" y="647"/>
                    <a:pt x="21" y="649"/>
                  </a:cubicBezTo>
                  <a:cubicBezTo>
                    <a:pt x="23" y="658"/>
                    <a:pt x="25" y="667"/>
                    <a:pt x="27" y="676"/>
                  </a:cubicBezTo>
                  <a:cubicBezTo>
                    <a:pt x="27" y="677"/>
                    <a:pt x="27" y="677"/>
                    <a:pt x="27" y="677"/>
                  </a:cubicBezTo>
                  <a:cubicBezTo>
                    <a:pt x="29" y="688"/>
                    <a:pt x="31" y="698"/>
                    <a:pt x="32" y="709"/>
                  </a:cubicBezTo>
                  <a:lnTo>
                    <a:pt x="32" y="710"/>
                  </a:lnTo>
                  <a:cubicBezTo>
                    <a:pt x="34" y="720"/>
                    <a:pt x="35" y="731"/>
                    <a:pt x="36" y="741"/>
                  </a:cubicBezTo>
                  <a:lnTo>
                    <a:pt x="36" y="741"/>
                  </a:lnTo>
                  <a:cubicBezTo>
                    <a:pt x="43" y="819"/>
                    <a:pt x="38" y="897"/>
                    <a:pt x="20" y="974"/>
                  </a:cubicBezTo>
                  <a:lnTo>
                    <a:pt x="20" y="974"/>
                  </a:lnTo>
                  <a:cubicBezTo>
                    <a:pt x="7" y="1031"/>
                    <a:pt x="49" y="1086"/>
                    <a:pt x="106" y="1086"/>
                  </a:cubicBezTo>
                  <a:lnTo>
                    <a:pt x="303" y="1086"/>
                  </a:lnTo>
                  <a:cubicBezTo>
                    <a:pt x="360" y="1086"/>
                    <a:pt x="403" y="1031"/>
                    <a:pt x="389" y="974"/>
                  </a:cubicBezTo>
                  <a:lnTo>
                    <a:pt x="389" y="974"/>
                  </a:lnTo>
                  <a:cubicBezTo>
                    <a:pt x="372" y="897"/>
                    <a:pt x="366" y="819"/>
                    <a:pt x="373" y="741"/>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916" name="Google Shape;916;p31"/>
            <p:cNvGrpSpPr/>
            <p:nvPr/>
          </p:nvGrpSpPr>
          <p:grpSpPr>
            <a:xfrm>
              <a:off x="6615720" y="909365"/>
              <a:ext cx="146880" cy="390960"/>
              <a:chOff x="6926955" y="913015"/>
              <a:chExt cx="146880" cy="390960"/>
            </a:xfrm>
          </p:grpSpPr>
          <p:sp>
            <p:nvSpPr>
              <p:cNvPr id="917" name="Google Shape;917;p31"/>
              <p:cNvSpPr/>
              <p:nvPr/>
            </p:nvSpPr>
            <p:spPr>
              <a:xfrm>
                <a:off x="6926955" y="937495"/>
                <a:ext cx="146880" cy="366480"/>
              </a:xfrm>
              <a:custGeom>
                <a:avLst/>
                <a:gdLst/>
                <a:ahLst/>
                <a:cxnLst/>
                <a:rect l="l" t="t" r="r" b="b"/>
                <a:pathLst>
                  <a:path w="408" h="1018" extrusionOk="0">
                    <a:moveTo>
                      <a:pt x="388" y="905"/>
                    </a:moveTo>
                    <a:lnTo>
                      <a:pt x="388" y="905"/>
                    </a:lnTo>
                    <a:cubicBezTo>
                      <a:pt x="361" y="787"/>
                      <a:pt x="363" y="663"/>
                      <a:pt x="396" y="545"/>
                    </a:cubicBezTo>
                    <a:cubicBezTo>
                      <a:pt x="404" y="517"/>
                      <a:pt x="408" y="487"/>
                      <a:pt x="408" y="455"/>
                    </a:cubicBezTo>
                    <a:cubicBezTo>
                      <a:pt x="408" y="392"/>
                      <a:pt x="392" y="335"/>
                      <a:pt x="364" y="290"/>
                    </a:cubicBezTo>
                    <a:cubicBezTo>
                      <a:pt x="314" y="209"/>
                      <a:pt x="285" y="116"/>
                      <a:pt x="285" y="19"/>
                    </a:cubicBezTo>
                    <a:lnTo>
                      <a:pt x="285" y="0"/>
                    </a:lnTo>
                    <a:lnTo>
                      <a:pt x="124" y="0"/>
                    </a:lnTo>
                    <a:lnTo>
                      <a:pt x="124" y="19"/>
                    </a:lnTo>
                    <a:cubicBezTo>
                      <a:pt x="124" y="116"/>
                      <a:pt x="95" y="209"/>
                      <a:pt x="44" y="290"/>
                    </a:cubicBezTo>
                    <a:cubicBezTo>
                      <a:pt x="17" y="335"/>
                      <a:pt x="0" y="392"/>
                      <a:pt x="0" y="455"/>
                    </a:cubicBezTo>
                    <a:cubicBezTo>
                      <a:pt x="0" y="487"/>
                      <a:pt x="4" y="517"/>
                      <a:pt x="12" y="545"/>
                    </a:cubicBezTo>
                    <a:cubicBezTo>
                      <a:pt x="46" y="663"/>
                      <a:pt x="48" y="787"/>
                      <a:pt x="20" y="905"/>
                    </a:cubicBezTo>
                    <a:lnTo>
                      <a:pt x="20" y="905"/>
                    </a:lnTo>
                    <a:cubicBezTo>
                      <a:pt x="7" y="963"/>
                      <a:pt x="49" y="1018"/>
                      <a:pt x="106" y="1018"/>
                    </a:cubicBezTo>
                    <a:lnTo>
                      <a:pt x="302" y="1018"/>
                    </a:lnTo>
                    <a:cubicBezTo>
                      <a:pt x="359" y="1018"/>
                      <a:pt x="402" y="963"/>
                      <a:pt x="388" y="905"/>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18" name="Google Shape;918;p31"/>
              <p:cNvSpPr/>
              <p:nvPr/>
            </p:nvSpPr>
            <p:spPr>
              <a:xfrm>
                <a:off x="6926955" y="1037215"/>
                <a:ext cx="146880" cy="142560"/>
              </a:xfrm>
              <a:custGeom>
                <a:avLst/>
                <a:gdLst/>
                <a:ahLst/>
                <a:cxnLst/>
                <a:rect l="l" t="t" r="r" b="b"/>
                <a:pathLst>
                  <a:path w="408" h="396" extrusionOk="0">
                    <a:moveTo>
                      <a:pt x="44" y="13"/>
                    </a:moveTo>
                    <a:cubicBezTo>
                      <a:pt x="17" y="58"/>
                      <a:pt x="0" y="116"/>
                      <a:pt x="0" y="178"/>
                    </a:cubicBezTo>
                    <a:cubicBezTo>
                      <a:pt x="0" y="210"/>
                      <a:pt x="4" y="240"/>
                      <a:pt x="12" y="268"/>
                    </a:cubicBezTo>
                    <a:cubicBezTo>
                      <a:pt x="24" y="310"/>
                      <a:pt x="32" y="353"/>
                      <a:pt x="36" y="396"/>
                    </a:cubicBezTo>
                    <a:lnTo>
                      <a:pt x="372" y="396"/>
                    </a:lnTo>
                    <a:cubicBezTo>
                      <a:pt x="376" y="353"/>
                      <a:pt x="384" y="310"/>
                      <a:pt x="396" y="268"/>
                    </a:cubicBezTo>
                    <a:cubicBezTo>
                      <a:pt x="404" y="240"/>
                      <a:pt x="408" y="210"/>
                      <a:pt x="408" y="178"/>
                    </a:cubicBezTo>
                    <a:cubicBezTo>
                      <a:pt x="408" y="116"/>
                      <a:pt x="392" y="58"/>
                      <a:pt x="364" y="13"/>
                    </a:cubicBezTo>
                    <a:cubicBezTo>
                      <a:pt x="361" y="9"/>
                      <a:pt x="358" y="4"/>
                      <a:pt x="356" y="0"/>
                    </a:cubicBezTo>
                    <a:lnTo>
                      <a:pt x="52" y="0"/>
                    </a:lnTo>
                    <a:cubicBezTo>
                      <a:pt x="50" y="4"/>
                      <a:pt x="47" y="9"/>
                      <a:pt x="44" y="13"/>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19" name="Google Shape;919;p31"/>
              <p:cNvSpPr/>
              <p:nvPr/>
            </p:nvSpPr>
            <p:spPr>
              <a:xfrm>
                <a:off x="6965835" y="913015"/>
                <a:ext cx="69120" cy="28080"/>
              </a:xfrm>
              <a:custGeom>
                <a:avLst/>
                <a:gdLst/>
                <a:ahLst/>
                <a:cxnLst/>
                <a:rect l="l" t="t" r="r" b="b"/>
                <a:pathLst>
                  <a:path w="192" h="78" extrusionOk="0">
                    <a:moveTo>
                      <a:pt x="164" y="78"/>
                    </a:moveTo>
                    <a:lnTo>
                      <a:pt x="28" y="78"/>
                    </a:lnTo>
                    <a:cubicBezTo>
                      <a:pt x="13" y="78"/>
                      <a:pt x="0" y="65"/>
                      <a:pt x="0" y="50"/>
                    </a:cubicBezTo>
                    <a:lnTo>
                      <a:pt x="0" y="28"/>
                    </a:lnTo>
                    <a:cubicBezTo>
                      <a:pt x="0" y="12"/>
                      <a:pt x="13" y="0"/>
                      <a:pt x="28" y="0"/>
                    </a:cubicBezTo>
                    <a:lnTo>
                      <a:pt x="164" y="0"/>
                    </a:lnTo>
                    <a:cubicBezTo>
                      <a:pt x="180" y="0"/>
                      <a:pt x="192" y="12"/>
                      <a:pt x="192" y="28"/>
                    </a:cubicBezTo>
                    <a:lnTo>
                      <a:pt x="192" y="50"/>
                    </a:lnTo>
                    <a:cubicBezTo>
                      <a:pt x="192" y="65"/>
                      <a:pt x="180" y="78"/>
                      <a:pt x="164" y="7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20" name="Google Shape;920;p31"/>
              <p:cNvSpPr/>
              <p:nvPr/>
            </p:nvSpPr>
            <p:spPr>
              <a:xfrm>
                <a:off x="6937035" y="1085455"/>
                <a:ext cx="26640" cy="27000"/>
              </a:xfrm>
              <a:custGeom>
                <a:avLst/>
                <a:gdLst/>
                <a:ahLst/>
                <a:cxnLst/>
                <a:rect l="l" t="t" r="r" b="b"/>
                <a:pathLst>
                  <a:path w="74" h="75" extrusionOk="0">
                    <a:moveTo>
                      <a:pt x="74" y="37"/>
                    </a:moveTo>
                    <a:cubicBezTo>
                      <a:pt x="74" y="58"/>
                      <a:pt x="58" y="75"/>
                      <a:pt x="37" y="75"/>
                    </a:cubicBezTo>
                    <a:cubicBezTo>
                      <a:pt x="16" y="75"/>
                      <a:pt x="0" y="58"/>
                      <a:pt x="0" y="37"/>
                    </a:cubicBezTo>
                    <a:cubicBezTo>
                      <a:pt x="0" y="17"/>
                      <a:pt x="16" y="0"/>
                      <a:pt x="37" y="0"/>
                    </a:cubicBezTo>
                    <a:cubicBezTo>
                      <a:pt x="58" y="0"/>
                      <a:pt x="74" y="17"/>
                      <a:pt x="74" y="37"/>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21" name="Google Shape;921;p31"/>
              <p:cNvSpPr/>
              <p:nvPr/>
            </p:nvSpPr>
            <p:spPr>
              <a:xfrm>
                <a:off x="7038195" y="1085455"/>
                <a:ext cx="27000" cy="27000"/>
              </a:xfrm>
              <a:custGeom>
                <a:avLst/>
                <a:gdLst/>
                <a:ahLst/>
                <a:cxnLst/>
                <a:rect l="l" t="t" r="r" b="b"/>
                <a:pathLst>
                  <a:path w="75" h="75" extrusionOk="0">
                    <a:moveTo>
                      <a:pt x="75" y="37"/>
                    </a:moveTo>
                    <a:cubicBezTo>
                      <a:pt x="75" y="58"/>
                      <a:pt x="58" y="75"/>
                      <a:pt x="37" y="75"/>
                    </a:cubicBezTo>
                    <a:cubicBezTo>
                      <a:pt x="17" y="75"/>
                      <a:pt x="0" y="58"/>
                      <a:pt x="0" y="37"/>
                    </a:cubicBezTo>
                    <a:cubicBezTo>
                      <a:pt x="0" y="17"/>
                      <a:pt x="17" y="0"/>
                      <a:pt x="37" y="0"/>
                    </a:cubicBezTo>
                    <a:cubicBezTo>
                      <a:pt x="58" y="0"/>
                      <a:pt x="75" y="17"/>
                      <a:pt x="75" y="37"/>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22" name="Google Shape;922;p31"/>
              <p:cNvSpPr/>
              <p:nvPr/>
            </p:nvSpPr>
            <p:spPr>
              <a:xfrm>
                <a:off x="6955395" y="1080415"/>
                <a:ext cx="16920" cy="17280"/>
              </a:xfrm>
              <a:custGeom>
                <a:avLst/>
                <a:gdLst/>
                <a:ahLst/>
                <a:cxnLst/>
                <a:rect l="l" t="t" r="r" b="b"/>
                <a:pathLst>
                  <a:path w="47" h="48" extrusionOk="0">
                    <a:moveTo>
                      <a:pt x="47" y="24"/>
                    </a:moveTo>
                    <a:cubicBezTo>
                      <a:pt x="47" y="37"/>
                      <a:pt x="37" y="48"/>
                      <a:pt x="23" y="48"/>
                    </a:cubicBezTo>
                    <a:cubicBezTo>
                      <a:pt x="10" y="48"/>
                      <a:pt x="0" y="37"/>
                      <a:pt x="0" y="24"/>
                    </a:cubicBezTo>
                    <a:cubicBezTo>
                      <a:pt x="0" y="11"/>
                      <a:pt x="10" y="0"/>
                      <a:pt x="23" y="0"/>
                    </a:cubicBezTo>
                    <a:cubicBezTo>
                      <a:pt x="37" y="0"/>
                      <a:pt x="47" y="11"/>
                      <a:pt x="47" y="2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23" name="Google Shape;923;p31"/>
              <p:cNvSpPr/>
              <p:nvPr/>
            </p:nvSpPr>
            <p:spPr>
              <a:xfrm>
                <a:off x="7029555" y="1080415"/>
                <a:ext cx="17280" cy="17280"/>
              </a:xfrm>
              <a:custGeom>
                <a:avLst/>
                <a:gdLst/>
                <a:ahLst/>
                <a:cxnLst/>
                <a:rect l="l" t="t" r="r" b="b"/>
                <a:pathLst>
                  <a:path w="48" h="48" extrusionOk="0">
                    <a:moveTo>
                      <a:pt x="48" y="24"/>
                    </a:moveTo>
                    <a:cubicBezTo>
                      <a:pt x="48" y="37"/>
                      <a:pt x="37" y="48"/>
                      <a:pt x="24" y="48"/>
                    </a:cubicBezTo>
                    <a:cubicBezTo>
                      <a:pt x="11" y="48"/>
                      <a:pt x="0" y="37"/>
                      <a:pt x="0" y="24"/>
                    </a:cubicBezTo>
                    <a:cubicBezTo>
                      <a:pt x="0" y="11"/>
                      <a:pt x="11" y="0"/>
                      <a:pt x="24" y="0"/>
                    </a:cubicBezTo>
                    <a:cubicBezTo>
                      <a:pt x="37" y="0"/>
                      <a:pt x="48" y="11"/>
                      <a:pt x="48" y="2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24" name="Google Shape;924;p31"/>
              <p:cNvSpPr/>
              <p:nvPr/>
            </p:nvSpPr>
            <p:spPr>
              <a:xfrm>
                <a:off x="6985275" y="1091215"/>
                <a:ext cx="32400" cy="7920"/>
              </a:xfrm>
              <a:custGeom>
                <a:avLst/>
                <a:gdLst/>
                <a:ahLst/>
                <a:cxnLst/>
                <a:rect l="l" t="t" r="r" b="b"/>
                <a:pathLst>
                  <a:path w="90" h="22" extrusionOk="0">
                    <a:moveTo>
                      <a:pt x="46" y="22"/>
                    </a:moveTo>
                    <a:cubicBezTo>
                      <a:pt x="16" y="22"/>
                      <a:pt x="3" y="10"/>
                      <a:pt x="2" y="9"/>
                    </a:cubicBezTo>
                    <a:cubicBezTo>
                      <a:pt x="0" y="7"/>
                      <a:pt x="0" y="4"/>
                      <a:pt x="2" y="2"/>
                    </a:cubicBezTo>
                    <a:cubicBezTo>
                      <a:pt x="4" y="0"/>
                      <a:pt x="7" y="0"/>
                      <a:pt x="9" y="2"/>
                    </a:cubicBezTo>
                    <a:cubicBezTo>
                      <a:pt x="10" y="2"/>
                      <a:pt x="21" y="12"/>
                      <a:pt x="46" y="12"/>
                    </a:cubicBezTo>
                    <a:cubicBezTo>
                      <a:pt x="71" y="12"/>
                      <a:pt x="80" y="2"/>
                      <a:pt x="80" y="2"/>
                    </a:cubicBezTo>
                    <a:cubicBezTo>
                      <a:pt x="82" y="0"/>
                      <a:pt x="85" y="0"/>
                      <a:pt x="88" y="2"/>
                    </a:cubicBezTo>
                    <a:cubicBezTo>
                      <a:pt x="90" y="4"/>
                      <a:pt x="90" y="7"/>
                      <a:pt x="88" y="9"/>
                    </a:cubicBezTo>
                    <a:cubicBezTo>
                      <a:pt x="88" y="9"/>
                      <a:pt x="76" y="22"/>
                      <a:pt x="46" y="2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nvGrpSpPr>
          <p:cNvPr id="925" name="Google Shape;925;p31"/>
          <p:cNvGrpSpPr/>
          <p:nvPr/>
        </p:nvGrpSpPr>
        <p:grpSpPr>
          <a:xfrm rot="1306517">
            <a:off x="6423930" y="729031"/>
            <a:ext cx="1761153" cy="759194"/>
            <a:chOff x="6489449" y="1154520"/>
            <a:chExt cx="486000" cy="209520"/>
          </a:xfrm>
        </p:grpSpPr>
        <p:sp>
          <p:nvSpPr>
            <p:cNvPr id="926" name="Google Shape;926;p31"/>
            <p:cNvSpPr/>
            <p:nvPr/>
          </p:nvSpPr>
          <p:spPr>
            <a:xfrm>
              <a:off x="6489449" y="1154520"/>
              <a:ext cx="486000" cy="209520"/>
            </a:xfrm>
            <a:custGeom>
              <a:avLst/>
              <a:gdLst/>
              <a:ahLst/>
              <a:cxnLst/>
              <a:rect l="l" t="t" r="r" b="b"/>
              <a:pathLst>
                <a:path w="1350" h="582" extrusionOk="0">
                  <a:moveTo>
                    <a:pt x="1342" y="130"/>
                  </a:moveTo>
                  <a:cubicBezTo>
                    <a:pt x="1334" y="124"/>
                    <a:pt x="1323" y="123"/>
                    <a:pt x="1312" y="124"/>
                  </a:cubicBezTo>
                  <a:cubicBezTo>
                    <a:pt x="1321" y="123"/>
                    <a:pt x="1330" y="120"/>
                    <a:pt x="1338" y="115"/>
                  </a:cubicBezTo>
                  <a:cubicBezTo>
                    <a:pt x="1341" y="113"/>
                    <a:pt x="1344" y="111"/>
                    <a:pt x="1345" y="109"/>
                  </a:cubicBezTo>
                  <a:cubicBezTo>
                    <a:pt x="1348" y="104"/>
                    <a:pt x="1347" y="97"/>
                    <a:pt x="1344" y="93"/>
                  </a:cubicBezTo>
                  <a:cubicBezTo>
                    <a:pt x="1341" y="88"/>
                    <a:pt x="1335" y="86"/>
                    <a:pt x="1330" y="84"/>
                  </a:cubicBezTo>
                  <a:cubicBezTo>
                    <a:pt x="1318" y="82"/>
                    <a:pt x="1305" y="86"/>
                    <a:pt x="1297" y="96"/>
                  </a:cubicBezTo>
                  <a:cubicBezTo>
                    <a:pt x="1300" y="87"/>
                    <a:pt x="1303" y="79"/>
                    <a:pt x="1304" y="70"/>
                  </a:cubicBezTo>
                  <a:cubicBezTo>
                    <a:pt x="1306" y="50"/>
                    <a:pt x="1292" y="32"/>
                    <a:pt x="1278" y="54"/>
                  </a:cubicBezTo>
                  <a:cubicBezTo>
                    <a:pt x="1270" y="66"/>
                    <a:pt x="1266" y="79"/>
                    <a:pt x="1264" y="92"/>
                  </a:cubicBezTo>
                  <a:cubicBezTo>
                    <a:pt x="1246" y="61"/>
                    <a:pt x="1214" y="42"/>
                    <a:pt x="1182" y="39"/>
                  </a:cubicBezTo>
                  <a:cubicBezTo>
                    <a:pt x="1168" y="39"/>
                    <a:pt x="1154" y="39"/>
                    <a:pt x="1141" y="41"/>
                  </a:cubicBezTo>
                  <a:cubicBezTo>
                    <a:pt x="1097" y="10"/>
                    <a:pt x="1044" y="1"/>
                    <a:pt x="986" y="12"/>
                  </a:cubicBezTo>
                  <a:cubicBezTo>
                    <a:pt x="942" y="21"/>
                    <a:pt x="894" y="36"/>
                    <a:pt x="852" y="53"/>
                  </a:cubicBezTo>
                  <a:cubicBezTo>
                    <a:pt x="819" y="66"/>
                    <a:pt x="783" y="75"/>
                    <a:pt x="748" y="75"/>
                  </a:cubicBezTo>
                  <a:cubicBezTo>
                    <a:pt x="651" y="78"/>
                    <a:pt x="548" y="64"/>
                    <a:pt x="454" y="38"/>
                  </a:cubicBezTo>
                  <a:cubicBezTo>
                    <a:pt x="426" y="30"/>
                    <a:pt x="398" y="20"/>
                    <a:pt x="370" y="14"/>
                  </a:cubicBezTo>
                  <a:cubicBezTo>
                    <a:pt x="321" y="2"/>
                    <a:pt x="272" y="-5"/>
                    <a:pt x="223" y="4"/>
                  </a:cubicBezTo>
                  <a:cubicBezTo>
                    <a:pt x="190" y="11"/>
                    <a:pt x="154" y="22"/>
                    <a:pt x="138" y="54"/>
                  </a:cubicBezTo>
                  <a:cubicBezTo>
                    <a:pt x="112" y="61"/>
                    <a:pt x="92" y="80"/>
                    <a:pt x="80" y="106"/>
                  </a:cubicBezTo>
                  <a:cubicBezTo>
                    <a:pt x="73" y="92"/>
                    <a:pt x="65" y="79"/>
                    <a:pt x="53" y="70"/>
                  </a:cubicBezTo>
                  <a:cubicBezTo>
                    <a:pt x="33" y="53"/>
                    <a:pt x="25" y="74"/>
                    <a:pt x="33" y="92"/>
                  </a:cubicBezTo>
                  <a:cubicBezTo>
                    <a:pt x="36" y="100"/>
                    <a:pt x="42" y="107"/>
                    <a:pt x="47" y="115"/>
                  </a:cubicBezTo>
                  <a:cubicBezTo>
                    <a:pt x="37" y="108"/>
                    <a:pt x="23" y="107"/>
                    <a:pt x="12" y="113"/>
                  </a:cubicBezTo>
                  <a:cubicBezTo>
                    <a:pt x="7" y="116"/>
                    <a:pt x="3" y="120"/>
                    <a:pt x="1" y="125"/>
                  </a:cubicBezTo>
                  <a:cubicBezTo>
                    <a:pt x="-1" y="131"/>
                    <a:pt x="0" y="137"/>
                    <a:pt x="4" y="141"/>
                  </a:cubicBezTo>
                  <a:cubicBezTo>
                    <a:pt x="7" y="143"/>
                    <a:pt x="10" y="144"/>
                    <a:pt x="13" y="145"/>
                  </a:cubicBezTo>
                  <a:cubicBezTo>
                    <a:pt x="22" y="148"/>
                    <a:pt x="31" y="148"/>
                    <a:pt x="41" y="146"/>
                  </a:cubicBezTo>
                  <a:cubicBezTo>
                    <a:pt x="30" y="148"/>
                    <a:pt x="20" y="152"/>
                    <a:pt x="13" y="161"/>
                  </a:cubicBezTo>
                  <a:cubicBezTo>
                    <a:pt x="7" y="169"/>
                    <a:pt x="9" y="183"/>
                    <a:pt x="18" y="188"/>
                  </a:cubicBezTo>
                  <a:cubicBezTo>
                    <a:pt x="22" y="190"/>
                    <a:pt x="27" y="190"/>
                    <a:pt x="32" y="189"/>
                  </a:cubicBezTo>
                  <a:cubicBezTo>
                    <a:pt x="42" y="186"/>
                    <a:pt x="51" y="177"/>
                    <a:pt x="60" y="172"/>
                  </a:cubicBezTo>
                  <a:cubicBezTo>
                    <a:pt x="62" y="170"/>
                    <a:pt x="65" y="169"/>
                    <a:pt x="68" y="167"/>
                  </a:cubicBezTo>
                  <a:cubicBezTo>
                    <a:pt x="69" y="198"/>
                    <a:pt x="83" y="227"/>
                    <a:pt x="104" y="248"/>
                  </a:cubicBezTo>
                  <a:lnTo>
                    <a:pt x="104" y="248"/>
                  </a:lnTo>
                  <a:cubicBezTo>
                    <a:pt x="111" y="255"/>
                    <a:pt x="119" y="262"/>
                    <a:pt x="127" y="267"/>
                  </a:cubicBezTo>
                  <a:cubicBezTo>
                    <a:pt x="128" y="268"/>
                    <a:pt x="128" y="268"/>
                    <a:pt x="129" y="268"/>
                  </a:cubicBezTo>
                  <a:lnTo>
                    <a:pt x="129" y="269"/>
                  </a:lnTo>
                  <a:cubicBezTo>
                    <a:pt x="129" y="269"/>
                    <a:pt x="129" y="270"/>
                    <a:pt x="129" y="271"/>
                  </a:cubicBezTo>
                  <a:cubicBezTo>
                    <a:pt x="129" y="272"/>
                    <a:pt x="128" y="273"/>
                    <a:pt x="128" y="274"/>
                  </a:cubicBezTo>
                  <a:cubicBezTo>
                    <a:pt x="128" y="276"/>
                    <a:pt x="128" y="277"/>
                    <a:pt x="127" y="279"/>
                  </a:cubicBezTo>
                  <a:cubicBezTo>
                    <a:pt x="127" y="280"/>
                    <a:pt x="127" y="281"/>
                    <a:pt x="127" y="282"/>
                  </a:cubicBezTo>
                  <a:cubicBezTo>
                    <a:pt x="126" y="284"/>
                    <a:pt x="126" y="285"/>
                    <a:pt x="126" y="287"/>
                  </a:cubicBezTo>
                  <a:cubicBezTo>
                    <a:pt x="126" y="288"/>
                    <a:pt x="126" y="289"/>
                    <a:pt x="126" y="290"/>
                  </a:cubicBezTo>
                  <a:cubicBezTo>
                    <a:pt x="125" y="292"/>
                    <a:pt x="125" y="293"/>
                    <a:pt x="125" y="295"/>
                  </a:cubicBezTo>
                  <a:cubicBezTo>
                    <a:pt x="125" y="296"/>
                    <a:pt x="125" y="297"/>
                    <a:pt x="125" y="298"/>
                  </a:cubicBezTo>
                  <a:cubicBezTo>
                    <a:pt x="125" y="300"/>
                    <a:pt x="124" y="301"/>
                    <a:pt x="124" y="303"/>
                  </a:cubicBezTo>
                  <a:cubicBezTo>
                    <a:pt x="124" y="304"/>
                    <a:pt x="124" y="305"/>
                    <a:pt x="124" y="305"/>
                  </a:cubicBezTo>
                  <a:cubicBezTo>
                    <a:pt x="124" y="307"/>
                    <a:pt x="124" y="309"/>
                    <a:pt x="124" y="311"/>
                  </a:cubicBezTo>
                  <a:lnTo>
                    <a:pt x="124" y="311"/>
                  </a:lnTo>
                  <a:lnTo>
                    <a:pt x="124" y="311"/>
                  </a:lnTo>
                  <a:cubicBezTo>
                    <a:pt x="124" y="316"/>
                    <a:pt x="124" y="322"/>
                    <a:pt x="124" y="327"/>
                  </a:cubicBezTo>
                  <a:cubicBezTo>
                    <a:pt x="129" y="419"/>
                    <a:pt x="191" y="492"/>
                    <a:pt x="271" y="528"/>
                  </a:cubicBezTo>
                  <a:cubicBezTo>
                    <a:pt x="272" y="529"/>
                    <a:pt x="272" y="529"/>
                    <a:pt x="272" y="529"/>
                  </a:cubicBezTo>
                  <a:cubicBezTo>
                    <a:pt x="278" y="531"/>
                    <a:pt x="283" y="534"/>
                    <a:pt x="289" y="536"/>
                  </a:cubicBezTo>
                  <a:lnTo>
                    <a:pt x="290" y="536"/>
                  </a:lnTo>
                  <a:cubicBezTo>
                    <a:pt x="295" y="538"/>
                    <a:pt x="301" y="540"/>
                    <a:pt x="307" y="542"/>
                  </a:cubicBezTo>
                  <a:lnTo>
                    <a:pt x="308" y="542"/>
                  </a:lnTo>
                  <a:cubicBezTo>
                    <a:pt x="314" y="544"/>
                    <a:pt x="319" y="545"/>
                    <a:pt x="325" y="547"/>
                  </a:cubicBezTo>
                  <a:lnTo>
                    <a:pt x="325" y="547"/>
                  </a:lnTo>
                  <a:cubicBezTo>
                    <a:pt x="344" y="551"/>
                    <a:pt x="363" y="555"/>
                    <a:pt x="382" y="558"/>
                  </a:cubicBezTo>
                  <a:cubicBezTo>
                    <a:pt x="439" y="568"/>
                    <a:pt x="496" y="574"/>
                    <a:pt x="554" y="578"/>
                  </a:cubicBezTo>
                  <a:cubicBezTo>
                    <a:pt x="614" y="581"/>
                    <a:pt x="675" y="583"/>
                    <a:pt x="735" y="581"/>
                  </a:cubicBezTo>
                  <a:cubicBezTo>
                    <a:pt x="771" y="580"/>
                    <a:pt x="807" y="578"/>
                    <a:pt x="843" y="574"/>
                  </a:cubicBezTo>
                  <a:cubicBezTo>
                    <a:pt x="908" y="567"/>
                    <a:pt x="974" y="553"/>
                    <a:pt x="1034" y="527"/>
                  </a:cubicBezTo>
                  <a:cubicBezTo>
                    <a:pt x="1048" y="520"/>
                    <a:pt x="1062" y="514"/>
                    <a:pt x="1075" y="506"/>
                  </a:cubicBezTo>
                  <a:cubicBezTo>
                    <a:pt x="1080" y="503"/>
                    <a:pt x="1085" y="500"/>
                    <a:pt x="1089" y="497"/>
                  </a:cubicBezTo>
                  <a:cubicBezTo>
                    <a:pt x="1091" y="496"/>
                    <a:pt x="1092" y="496"/>
                    <a:pt x="1094" y="495"/>
                  </a:cubicBezTo>
                  <a:cubicBezTo>
                    <a:pt x="1097" y="493"/>
                    <a:pt x="1100" y="491"/>
                    <a:pt x="1103" y="488"/>
                  </a:cubicBezTo>
                  <a:cubicBezTo>
                    <a:pt x="1104" y="487"/>
                    <a:pt x="1106" y="486"/>
                    <a:pt x="1107" y="485"/>
                  </a:cubicBezTo>
                  <a:cubicBezTo>
                    <a:pt x="1110" y="483"/>
                    <a:pt x="1113" y="481"/>
                    <a:pt x="1116" y="479"/>
                  </a:cubicBezTo>
                  <a:cubicBezTo>
                    <a:pt x="1117" y="478"/>
                    <a:pt x="1118" y="477"/>
                    <a:pt x="1119" y="476"/>
                  </a:cubicBezTo>
                  <a:cubicBezTo>
                    <a:pt x="1123" y="473"/>
                    <a:pt x="1127" y="470"/>
                    <a:pt x="1130" y="467"/>
                  </a:cubicBezTo>
                  <a:cubicBezTo>
                    <a:pt x="1132" y="466"/>
                    <a:pt x="1133" y="464"/>
                    <a:pt x="1134" y="463"/>
                  </a:cubicBezTo>
                  <a:cubicBezTo>
                    <a:pt x="1136" y="461"/>
                    <a:pt x="1138" y="459"/>
                    <a:pt x="1140" y="457"/>
                  </a:cubicBezTo>
                  <a:cubicBezTo>
                    <a:pt x="1142" y="455"/>
                    <a:pt x="1143" y="454"/>
                    <a:pt x="1145" y="452"/>
                  </a:cubicBezTo>
                  <a:cubicBezTo>
                    <a:pt x="1146" y="451"/>
                    <a:pt x="1148" y="449"/>
                    <a:pt x="1150" y="447"/>
                  </a:cubicBezTo>
                  <a:cubicBezTo>
                    <a:pt x="1151" y="445"/>
                    <a:pt x="1153" y="444"/>
                    <a:pt x="1154" y="442"/>
                  </a:cubicBezTo>
                  <a:cubicBezTo>
                    <a:pt x="1156" y="440"/>
                    <a:pt x="1157" y="438"/>
                    <a:pt x="1159" y="436"/>
                  </a:cubicBezTo>
                  <a:cubicBezTo>
                    <a:pt x="1161" y="433"/>
                    <a:pt x="1163" y="429"/>
                    <a:pt x="1166" y="426"/>
                  </a:cubicBezTo>
                  <a:cubicBezTo>
                    <a:pt x="1167" y="425"/>
                    <a:pt x="1168" y="423"/>
                    <a:pt x="1169" y="421"/>
                  </a:cubicBezTo>
                  <a:cubicBezTo>
                    <a:pt x="1170" y="419"/>
                    <a:pt x="1171" y="417"/>
                    <a:pt x="1173" y="415"/>
                  </a:cubicBezTo>
                  <a:cubicBezTo>
                    <a:pt x="1174" y="413"/>
                    <a:pt x="1174" y="412"/>
                    <a:pt x="1175" y="410"/>
                  </a:cubicBezTo>
                  <a:cubicBezTo>
                    <a:pt x="1177" y="408"/>
                    <a:pt x="1178" y="405"/>
                    <a:pt x="1179" y="403"/>
                  </a:cubicBezTo>
                  <a:cubicBezTo>
                    <a:pt x="1180" y="402"/>
                    <a:pt x="1180" y="400"/>
                    <a:pt x="1181" y="399"/>
                  </a:cubicBezTo>
                  <a:cubicBezTo>
                    <a:pt x="1185" y="390"/>
                    <a:pt x="1189" y="381"/>
                    <a:pt x="1192" y="371"/>
                  </a:cubicBezTo>
                  <a:cubicBezTo>
                    <a:pt x="1192" y="370"/>
                    <a:pt x="1192" y="368"/>
                    <a:pt x="1193" y="367"/>
                  </a:cubicBezTo>
                  <a:cubicBezTo>
                    <a:pt x="1194" y="364"/>
                    <a:pt x="1194" y="361"/>
                    <a:pt x="1195" y="358"/>
                  </a:cubicBezTo>
                  <a:cubicBezTo>
                    <a:pt x="1195" y="357"/>
                    <a:pt x="1195" y="357"/>
                    <a:pt x="1195" y="357"/>
                  </a:cubicBezTo>
                  <a:lnTo>
                    <a:pt x="1195" y="357"/>
                  </a:lnTo>
                  <a:cubicBezTo>
                    <a:pt x="1200" y="338"/>
                    <a:pt x="1203" y="317"/>
                    <a:pt x="1204" y="294"/>
                  </a:cubicBezTo>
                  <a:cubicBezTo>
                    <a:pt x="1204" y="280"/>
                    <a:pt x="1204" y="265"/>
                    <a:pt x="1202" y="251"/>
                  </a:cubicBezTo>
                  <a:cubicBezTo>
                    <a:pt x="1239" y="233"/>
                    <a:pt x="1274" y="195"/>
                    <a:pt x="1277" y="148"/>
                  </a:cubicBezTo>
                  <a:cubicBezTo>
                    <a:pt x="1285" y="151"/>
                    <a:pt x="1294" y="152"/>
                    <a:pt x="1301" y="154"/>
                  </a:cubicBezTo>
                  <a:cubicBezTo>
                    <a:pt x="1311" y="157"/>
                    <a:pt x="1322" y="162"/>
                    <a:pt x="1333" y="162"/>
                  </a:cubicBezTo>
                  <a:cubicBezTo>
                    <a:pt x="1338" y="162"/>
                    <a:pt x="1342" y="161"/>
                    <a:pt x="1346" y="158"/>
                  </a:cubicBezTo>
                  <a:cubicBezTo>
                    <a:pt x="1354" y="150"/>
                    <a:pt x="1351" y="136"/>
                    <a:pt x="1342" y="13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927" name="Google Shape;927;p31"/>
            <p:cNvGrpSpPr/>
            <p:nvPr/>
          </p:nvGrpSpPr>
          <p:grpSpPr>
            <a:xfrm>
              <a:off x="6489449" y="1154520"/>
              <a:ext cx="486000" cy="209520"/>
              <a:chOff x="5824800" y="3816720"/>
              <a:chExt cx="486000" cy="209520"/>
            </a:xfrm>
          </p:grpSpPr>
          <p:sp>
            <p:nvSpPr>
              <p:cNvPr id="928" name="Google Shape;928;p31"/>
              <p:cNvSpPr/>
              <p:nvPr/>
            </p:nvSpPr>
            <p:spPr>
              <a:xfrm>
                <a:off x="5870520" y="3816720"/>
                <a:ext cx="383040" cy="155160"/>
              </a:xfrm>
              <a:custGeom>
                <a:avLst/>
                <a:gdLst/>
                <a:ahLst/>
                <a:cxnLst/>
                <a:rect l="l" t="t" r="r" b="b"/>
                <a:pathLst>
                  <a:path w="1064" h="431" extrusionOk="0">
                    <a:moveTo>
                      <a:pt x="431" y="430"/>
                    </a:moveTo>
                    <a:cubicBezTo>
                      <a:pt x="334" y="437"/>
                      <a:pt x="236" y="408"/>
                      <a:pt x="155" y="352"/>
                    </a:cubicBezTo>
                    <a:cubicBezTo>
                      <a:pt x="75" y="295"/>
                      <a:pt x="-26" y="175"/>
                      <a:pt x="6" y="66"/>
                    </a:cubicBezTo>
                    <a:cubicBezTo>
                      <a:pt x="18" y="25"/>
                      <a:pt x="59" y="11"/>
                      <a:pt x="96" y="4"/>
                    </a:cubicBezTo>
                    <a:cubicBezTo>
                      <a:pt x="145" y="-6"/>
                      <a:pt x="194" y="2"/>
                      <a:pt x="242" y="13"/>
                    </a:cubicBezTo>
                    <a:cubicBezTo>
                      <a:pt x="271" y="20"/>
                      <a:pt x="299" y="29"/>
                      <a:pt x="327" y="37"/>
                    </a:cubicBezTo>
                    <a:cubicBezTo>
                      <a:pt x="420" y="63"/>
                      <a:pt x="524" y="77"/>
                      <a:pt x="621" y="75"/>
                    </a:cubicBezTo>
                    <a:cubicBezTo>
                      <a:pt x="656" y="74"/>
                      <a:pt x="692" y="66"/>
                      <a:pt x="725" y="52"/>
                    </a:cubicBezTo>
                    <a:cubicBezTo>
                      <a:pt x="767" y="36"/>
                      <a:pt x="815" y="20"/>
                      <a:pt x="859" y="12"/>
                    </a:cubicBezTo>
                    <a:cubicBezTo>
                      <a:pt x="941" y="-4"/>
                      <a:pt x="1013" y="21"/>
                      <a:pt x="1064" y="89"/>
                    </a:cubicBezTo>
                    <a:lnTo>
                      <a:pt x="431" y="43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29" name="Google Shape;929;p31"/>
              <p:cNvSpPr/>
              <p:nvPr/>
            </p:nvSpPr>
            <p:spPr>
              <a:xfrm>
                <a:off x="6278040" y="3832560"/>
                <a:ext cx="32760" cy="42480"/>
              </a:xfrm>
              <a:custGeom>
                <a:avLst/>
                <a:gdLst/>
                <a:ahLst/>
                <a:cxnLst/>
                <a:rect l="l" t="t" r="r" b="b"/>
                <a:pathLst>
                  <a:path w="91" h="118" extrusionOk="0">
                    <a:moveTo>
                      <a:pt x="19" y="10"/>
                    </a:moveTo>
                    <a:cubicBezTo>
                      <a:pt x="33" y="-12"/>
                      <a:pt x="47" y="6"/>
                      <a:pt x="45" y="25"/>
                    </a:cubicBezTo>
                    <a:cubicBezTo>
                      <a:pt x="44" y="34"/>
                      <a:pt x="41" y="43"/>
                      <a:pt x="38" y="51"/>
                    </a:cubicBezTo>
                    <a:cubicBezTo>
                      <a:pt x="45" y="42"/>
                      <a:pt x="59" y="37"/>
                      <a:pt x="71" y="40"/>
                    </a:cubicBezTo>
                    <a:cubicBezTo>
                      <a:pt x="76" y="41"/>
                      <a:pt x="82" y="44"/>
                      <a:pt x="85" y="48"/>
                    </a:cubicBezTo>
                    <a:cubicBezTo>
                      <a:pt x="88" y="53"/>
                      <a:pt x="89" y="59"/>
                      <a:pt x="86" y="64"/>
                    </a:cubicBezTo>
                    <a:cubicBezTo>
                      <a:pt x="85" y="67"/>
                      <a:pt x="82" y="69"/>
                      <a:pt x="79" y="71"/>
                    </a:cubicBezTo>
                    <a:cubicBezTo>
                      <a:pt x="71" y="76"/>
                      <a:pt x="62" y="79"/>
                      <a:pt x="53" y="80"/>
                    </a:cubicBezTo>
                    <a:cubicBezTo>
                      <a:pt x="64" y="78"/>
                      <a:pt x="75" y="79"/>
                      <a:pt x="83" y="86"/>
                    </a:cubicBezTo>
                    <a:cubicBezTo>
                      <a:pt x="92" y="92"/>
                      <a:pt x="95" y="106"/>
                      <a:pt x="87" y="113"/>
                    </a:cubicBezTo>
                    <a:cubicBezTo>
                      <a:pt x="83" y="116"/>
                      <a:pt x="79" y="118"/>
                      <a:pt x="74" y="118"/>
                    </a:cubicBezTo>
                    <a:cubicBezTo>
                      <a:pt x="63" y="118"/>
                      <a:pt x="52" y="112"/>
                      <a:pt x="42" y="110"/>
                    </a:cubicBezTo>
                    <a:cubicBezTo>
                      <a:pt x="32" y="107"/>
                      <a:pt x="14" y="105"/>
                      <a:pt x="6" y="98"/>
                    </a:cubicBezTo>
                    <a:cubicBezTo>
                      <a:pt x="-1" y="92"/>
                      <a:pt x="1" y="83"/>
                      <a:pt x="1" y="73"/>
                    </a:cubicBezTo>
                    <a:cubicBezTo>
                      <a:pt x="3" y="51"/>
                      <a:pt x="6" y="29"/>
                      <a:pt x="19" y="10"/>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0" name="Google Shape;930;p31"/>
              <p:cNvSpPr/>
              <p:nvPr/>
            </p:nvSpPr>
            <p:spPr>
              <a:xfrm>
                <a:off x="5849280" y="3830760"/>
                <a:ext cx="434880" cy="87120"/>
              </a:xfrm>
              <a:custGeom>
                <a:avLst/>
                <a:gdLst/>
                <a:ahLst/>
                <a:cxnLst/>
                <a:rect l="l" t="t" r="r" b="b"/>
                <a:pathLst>
                  <a:path w="1208" h="242" extrusionOk="0">
                    <a:moveTo>
                      <a:pt x="88" y="242"/>
                    </a:moveTo>
                    <a:cubicBezTo>
                      <a:pt x="41" y="226"/>
                      <a:pt x="-4" y="177"/>
                      <a:pt x="0" y="119"/>
                    </a:cubicBezTo>
                    <a:cubicBezTo>
                      <a:pt x="3" y="62"/>
                      <a:pt x="33" y="19"/>
                      <a:pt x="83" y="12"/>
                    </a:cubicBezTo>
                    <a:cubicBezTo>
                      <a:pt x="106" y="9"/>
                      <a:pt x="129" y="12"/>
                      <a:pt x="152" y="17"/>
                    </a:cubicBezTo>
                    <a:cubicBezTo>
                      <a:pt x="257" y="40"/>
                      <a:pt x="359" y="73"/>
                      <a:pt x="466" y="87"/>
                    </a:cubicBezTo>
                    <a:cubicBezTo>
                      <a:pt x="571" y="101"/>
                      <a:pt x="677" y="104"/>
                      <a:pt x="781" y="85"/>
                    </a:cubicBezTo>
                    <a:cubicBezTo>
                      <a:pt x="835" y="76"/>
                      <a:pt x="885" y="56"/>
                      <a:pt x="937" y="40"/>
                    </a:cubicBezTo>
                    <a:cubicBezTo>
                      <a:pt x="994" y="23"/>
                      <a:pt x="1053" y="-4"/>
                      <a:pt x="1114" y="0"/>
                    </a:cubicBezTo>
                    <a:cubicBezTo>
                      <a:pt x="1158" y="3"/>
                      <a:pt x="1201" y="38"/>
                      <a:pt x="1208" y="91"/>
                    </a:cubicBezTo>
                    <a:cubicBezTo>
                      <a:pt x="1216" y="157"/>
                      <a:pt x="1160" y="207"/>
                      <a:pt x="1111" y="221"/>
                    </a:cubicBezTo>
                    <a:lnTo>
                      <a:pt x="88" y="242"/>
                    </a:lnTo>
                    <a:close/>
                  </a:path>
                </a:pathLst>
              </a:custGeom>
              <a:solidFill>
                <a:schemeClr val="accen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1" name="Google Shape;931;p31"/>
              <p:cNvSpPr/>
              <p:nvPr/>
            </p:nvSpPr>
            <p:spPr>
              <a:xfrm>
                <a:off x="5869080" y="3865320"/>
                <a:ext cx="389160" cy="160920"/>
              </a:xfrm>
              <a:custGeom>
                <a:avLst/>
                <a:gdLst/>
                <a:ahLst/>
                <a:cxnLst/>
                <a:rect l="l" t="t" r="r" b="b"/>
                <a:pathLst>
                  <a:path w="1081" h="447" extrusionOk="0">
                    <a:moveTo>
                      <a:pt x="978" y="6"/>
                    </a:moveTo>
                    <a:cubicBezTo>
                      <a:pt x="1057" y="18"/>
                      <a:pt x="1084" y="86"/>
                      <a:pt x="1081" y="159"/>
                    </a:cubicBezTo>
                    <a:cubicBezTo>
                      <a:pt x="1077" y="259"/>
                      <a:pt x="1039" y="321"/>
                      <a:pt x="952" y="371"/>
                    </a:cubicBezTo>
                    <a:cubicBezTo>
                      <a:pt x="882" y="411"/>
                      <a:pt x="800" y="430"/>
                      <a:pt x="720" y="439"/>
                    </a:cubicBezTo>
                    <a:cubicBezTo>
                      <a:pt x="624" y="449"/>
                      <a:pt x="527" y="448"/>
                      <a:pt x="431" y="442"/>
                    </a:cubicBezTo>
                    <a:cubicBezTo>
                      <a:pt x="354" y="438"/>
                      <a:pt x="279" y="429"/>
                      <a:pt x="202" y="411"/>
                    </a:cubicBezTo>
                    <a:cubicBezTo>
                      <a:pt x="97" y="387"/>
                      <a:pt x="7" y="303"/>
                      <a:pt x="1" y="191"/>
                    </a:cubicBezTo>
                    <a:cubicBezTo>
                      <a:pt x="-4" y="106"/>
                      <a:pt x="49" y="0"/>
                      <a:pt x="148" y="0"/>
                    </a:cubicBezTo>
                    <a:cubicBezTo>
                      <a:pt x="208" y="0"/>
                      <a:pt x="263" y="27"/>
                      <a:pt x="322" y="35"/>
                    </a:cubicBezTo>
                    <a:cubicBezTo>
                      <a:pt x="379" y="43"/>
                      <a:pt x="434" y="61"/>
                      <a:pt x="492" y="66"/>
                    </a:cubicBezTo>
                    <a:cubicBezTo>
                      <a:pt x="600" y="77"/>
                      <a:pt x="720" y="75"/>
                      <a:pt x="821" y="30"/>
                    </a:cubicBezTo>
                    <a:cubicBezTo>
                      <a:pt x="871" y="8"/>
                      <a:pt x="925" y="-2"/>
                      <a:pt x="978" y="6"/>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2" name="Google Shape;932;p31"/>
              <p:cNvSpPr/>
              <p:nvPr/>
            </p:nvSpPr>
            <p:spPr>
              <a:xfrm>
                <a:off x="5879880" y="3831120"/>
                <a:ext cx="383400" cy="52920"/>
              </a:xfrm>
              <a:custGeom>
                <a:avLst/>
                <a:gdLst/>
                <a:ahLst/>
                <a:cxnLst/>
                <a:rect l="l" t="t" r="r" b="b"/>
                <a:pathLst>
                  <a:path w="1065" h="147" extrusionOk="0">
                    <a:moveTo>
                      <a:pt x="25" y="49"/>
                    </a:moveTo>
                    <a:cubicBezTo>
                      <a:pt x="69" y="0"/>
                      <a:pt x="118" y="57"/>
                      <a:pt x="156" y="86"/>
                    </a:cubicBezTo>
                    <a:cubicBezTo>
                      <a:pt x="201" y="119"/>
                      <a:pt x="245" y="78"/>
                      <a:pt x="289" y="73"/>
                    </a:cubicBezTo>
                    <a:cubicBezTo>
                      <a:pt x="347" y="65"/>
                      <a:pt x="365" y="123"/>
                      <a:pt x="411" y="141"/>
                    </a:cubicBezTo>
                    <a:cubicBezTo>
                      <a:pt x="456" y="158"/>
                      <a:pt x="493" y="139"/>
                      <a:pt x="523" y="104"/>
                    </a:cubicBezTo>
                    <a:cubicBezTo>
                      <a:pt x="570" y="51"/>
                      <a:pt x="614" y="122"/>
                      <a:pt x="659" y="136"/>
                    </a:cubicBezTo>
                    <a:cubicBezTo>
                      <a:pt x="675" y="141"/>
                      <a:pt x="694" y="145"/>
                      <a:pt x="710" y="136"/>
                    </a:cubicBezTo>
                    <a:cubicBezTo>
                      <a:pt x="738" y="121"/>
                      <a:pt x="747" y="102"/>
                      <a:pt x="766" y="78"/>
                    </a:cubicBezTo>
                    <a:cubicBezTo>
                      <a:pt x="806" y="29"/>
                      <a:pt x="861" y="123"/>
                      <a:pt x="907" y="93"/>
                    </a:cubicBezTo>
                    <a:cubicBezTo>
                      <a:pt x="924" y="82"/>
                      <a:pt x="931" y="66"/>
                      <a:pt x="944" y="51"/>
                    </a:cubicBezTo>
                    <a:cubicBezTo>
                      <a:pt x="970" y="20"/>
                      <a:pt x="1015" y="28"/>
                      <a:pt x="1037" y="58"/>
                    </a:cubicBezTo>
                    <a:cubicBezTo>
                      <a:pt x="1048" y="73"/>
                      <a:pt x="1074" y="58"/>
                      <a:pt x="1063" y="43"/>
                    </a:cubicBezTo>
                    <a:cubicBezTo>
                      <a:pt x="1037" y="9"/>
                      <a:pt x="1001" y="-6"/>
                      <a:pt x="960" y="6"/>
                    </a:cubicBezTo>
                    <a:cubicBezTo>
                      <a:pt x="942" y="11"/>
                      <a:pt x="925" y="25"/>
                      <a:pt x="915" y="40"/>
                    </a:cubicBezTo>
                    <a:cubicBezTo>
                      <a:pt x="901" y="60"/>
                      <a:pt x="884" y="72"/>
                      <a:pt x="859" y="59"/>
                    </a:cubicBezTo>
                    <a:cubicBezTo>
                      <a:pt x="849" y="53"/>
                      <a:pt x="840" y="46"/>
                      <a:pt x="829" y="42"/>
                    </a:cubicBezTo>
                    <a:cubicBezTo>
                      <a:pt x="809" y="34"/>
                      <a:pt x="785" y="32"/>
                      <a:pt x="766" y="43"/>
                    </a:cubicBezTo>
                    <a:cubicBezTo>
                      <a:pt x="738" y="58"/>
                      <a:pt x="731" y="87"/>
                      <a:pt x="706" y="105"/>
                    </a:cubicBezTo>
                    <a:cubicBezTo>
                      <a:pt x="673" y="128"/>
                      <a:pt x="637" y="85"/>
                      <a:pt x="611" y="70"/>
                    </a:cubicBezTo>
                    <a:cubicBezTo>
                      <a:pt x="593" y="60"/>
                      <a:pt x="571" y="55"/>
                      <a:pt x="551" y="55"/>
                    </a:cubicBezTo>
                    <a:cubicBezTo>
                      <a:pt x="529" y="54"/>
                      <a:pt x="514" y="67"/>
                      <a:pt x="502" y="83"/>
                    </a:cubicBezTo>
                    <a:cubicBezTo>
                      <a:pt x="475" y="117"/>
                      <a:pt x="439" y="130"/>
                      <a:pt x="402" y="100"/>
                    </a:cubicBezTo>
                    <a:cubicBezTo>
                      <a:pt x="360" y="66"/>
                      <a:pt x="337" y="37"/>
                      <a:pt x="277" y="44"/>
                    </a:cubicBezTo>
                    <a:cubicBezTo>
                      <a:pt x="244" y="49"/>
                      <a:pt x="219" y="74"/>
                      <a:pt x="185" y="67"/>
                    </a:cubicBezTo>
                    <a:cubicBezTo>
                      <a:pt x="163" y="63"/>
                      <a:pt x="138" y="33"/>
                      <a:pt x="119" y="20"/>
                    </a:cubicBezTo>
                    <a:cubicBezTo>
                      <a:pt x="79" y="-8"/>
                      <a:pt x="37" y="-8"/>
                      <a:pt x="4" y="28"/>
                    </a:cubicBezTo>
                    <a:cubicBezTo>
                      <a:pt x="-9" y="42"/>
                      <a:pt x="12" y="63"/>
                      <a:pt x="25" y="49"/>
                    </a:cubicBezTo>
                    <a:close/>
                  </a:path>
                </a:pathLst>
              </a:custGeom>
              <a:solidFill>
                <a:schemeClr val="dk2"/>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3" name="Google Shape;933;p31"/>
              <p:cNvSpPr/>
              <p:nvPr/>
            </p:nvSpPr>
            <p:spPr>
              <a:xfrm>
                <a:off x="6017400" y="3927960"/>
                <a:ext cx="16200" cy="16920"/>
              </a:xfrm>
              <a:custGeom>
                <a:avLst/>
                <a:gdLst/>
                <a:ahLst/>
                <a:cxnLst/>
                <a:rect l="l" t="t" r="r" b="b"/>
                <a:pathLst>
                  <a:path w="45" h="47" extrusionOk="0">
                    <a:moveTo>
                      <a:pt x="23" y="47"/>
                    </a:moveTo>
                    <a:cubicBezTo>
                      <a:pt x="53" y="47"/>
                      <a:pt x="53" y="0"/>
                      <a:pt x="23" y="0"/>
                    </a:cubicBezTo>
                    <a:cubicBezTo>
                      <a:pt x="-7" y="0"/>
                      <a:pt x="-7" y="47"/>
                      <a:pt x="23" y="4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4" name="Google Shape;934;p31"/>
              <p:cNvSpPr/>
              <p:nvPr/>
            </p:nvSpPr>
            <p:spPr>
              <a:xfrm>
                <a:off x="6085440" y="3927960"/>
                <a:ext cx="16560" cy="16920"/>
              </a:xfrm>
              <a:custGeom>
                <a:avLst/>
                <a:gdLst/>
                <a:ahLst/>
                <a:cxnLst/>
                <a:rect l="l" t="t" r="r" b="b"/>
                <a:pathLst>
                  <a:path w="46" h="47" extrusionOk="0">
                    <a:moveTo>
                      <a:pt x="23" y="47"/>
                    </a:moveTo>
                    <a:cubicBezTo>
                      <a:pt x="54" y="47"/>
                      <a:pt x="54" y="0"/>
                      <a:pt x="23" y="0"/>
                    </a:cubicBezTo>
                    <a:cubicBezTo>
                      <a:pt x="-7" y="0"/>
                      <a:pt x="-7" y="47"/>
                      <a:pt x="23" y="4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5" name="Google Shape;935;p31"/>
              <p:cNvSpPr/>
              <p:nvPr/>
            </p:nvSpPr>
            <p:spPr>
              <a:xfrm>
                <a:off x="6040080" y="3939120"/>
                <a:ext cx="40680" cy="24480"/>
              </a:xfrm>
              <a:custGeom>
                <a:avLst/>
                <a:gdLst/>
                <a:ahLst/>
                <a:cxnLst/>
                <a:rect l="l" t="t" r="r" b="b"/>
                <a:pathLst>
                  <a:path w="113" h="68" extrusionOk="0">
                    <a:moveTo>
                      <a:pt x="0" y="0"/>
                    </a:moveTo>
                    <a:cubicBezTo>
                      <a:pt x="0" y="2"/>
                      <a:pt x="0" y="3"/>
                      <a:pt x="0" y="4"/>
                    </a:cubicBezTo>
                    <a:cubicBezTo>
                      <a:pt x="0" y="39"/>
                      <a:pt x="25" y="68"/>
                      <a:pt x="57" y="68"/>
                    </a:cubicBezTo>
                    <a:cubicBezTo>
                      <a:pt x="88" y="68"/>
                      <a:pt x="113" y="39"/>
                      <a:pt x="113" y="4"/>
                    </a:cubicBezTo>
                    <a:cubicBezTo>
                      <a:pt x="113" y="3"/>
                      <a:pt x="113" y="2"/>
                      <a:pt x="113" y="0"/>
                    </a:cubicBez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6" name="Google Shape;936;p31"/>
              <p:cNvSpPr/>
              <p:nvPr/>
            </p:nvSpPr>
            <p:spPr>
              <a:xfrm>
                <a:off x="6046200" y="3950640"/>
                <a:ext cx="30240" cy="12960"/>
              </a:xfrm>
              <a:custGeom>
                <a:avLst/>
                <a:gdLst/>
                <a:ahLst/>
                <a:cxnLst/>
                <a:rect l="l" t="t" r="r" b="b"/>
                <a:pathLst>
                  <a:path w="84" h="36" extrusionOk="0">
                    <a:moveTo>
                      <a:pt x="84" y="12"/>
                    </a:moveTo>
                    <a:cubicBezTo>
                      <a:pt x="69" y="2"/>
                      <a:pt x="51" y="-2"/>
                      <a:pt x="34" y="1"/>
                    </a:cubicBezTo>
                    <a:cubicBezTo>
                      <a:pt x="21" y="3"/>
                      <a:pt x="10" y="10"/>
                      <a:pt x="0" y="18"/>
                    </a:cubicBezTo>
                    <a:cubicBezTo>
                      <a:pt x="10" y="29"/>
                      <a:pt x="24" y="36"/>
                      <a:pt x="40" y="36"/>
                    </a:cubicBezTo>
                    <a:cubicBezTo>
                      <a:pt x="58" y="36"/>
                      <a:pt x="73" y="27"/>
                      <a:pt x="84" y="12"/>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7" name="Google Shape;937;p31"/>
              <p:cNvSpPr/>
              <p:nvPr/>
            </p:nvSpPr>
            <p:spPr>
              <a:xfrm>
                <a:off x="6010560" y="3951360"/>
                <a:ext cx="26640" cy="18720"/>
              </a:xfrm>
              <a:custGeom>
                <a:avLst/>
                <a:gdLst/>
                <a:ahLst/>
                <a:cxnLst/>
                <a:rect l="l" t="t" r="r" b="b"/>
                <a:pathLst>
                  <a:path w="74" h="52" extrusionOk="0">
                    <a:moveTo>
                      <a:pt x="74" y="26"/>
                    </a:moveTo>
                    <a:cubicBezTo>
                      <a:pt x="74" y="41"/>
                      <a:pt x="57" y="52"/>
                      <a:pt x="37" y="52"/>
                    </a:cubicBezTo>
                    <a:cubicBezTo>
                      <a:pt x="17" y="52"/>
                      <a:pt x="0" y="41"/>
                      <a:pt x="0" y="26"/>
                    </a:cubicBezTo>
                    <a:cubicBezTo>
                      <a:pt x="0" y="12"/>
                      <a:pt x="17" y="0"/>
                      <a:pt x="37" y="0"/>
                    </a:cubicBezTo>
                    <a:cubicBezTo>
                      <a:pt x="57" y="0"/>
                      <a:pt x="74" y="12"/>
                      <a:pt x="74" y="2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8" name="Google Shape;938;p31"/>
              <p:cNvSpPr/>
              <p:nvPr/>
            </p:nvSpPr>
            <p:spPr>
              <a:xfrm>
                <a:off x="6085800" y="3951360"/>
                <a:ext cx="26280" cy="18720"/>
              </a:xfrm>
              <a:custGeom>
                <a:avLst/>
                <a:gdLst/>
                <a:ahLst/>
                <a:cxnLst/>
                <a:rect l="l" t="t" r="r" b="b"/>
                <a:pathLst>
                  <a:path w="73" h="52" extrusionOk="0">
                    <a:moveTo>
                      <a:pt x="73" y="26"/>
                    </a:moveTo>
                    <a:cubicBezTo>
                      <a:pt x="73" y="41"/>
                      <a:pt x="57" y="52"/>
                      <a:pt x="36" y="52"/>
                    </a:cubicBezTo>
                    <a:cubicBezTo>
                      <a:pt x="16" y="52"/>
                      <a:pt x="0" y="41"/>
                      <a:pt x="0" y="26"/>
                    </a:cubicBezTo>
                    <a:cubicBezTo>
                      <a:pt x="0" y="12"/>
                      <a:pt x="16" y="0"/>
                      <a:pt x="36" y="0"/>
                    </a:cubicBezTo>
                    <a:cubicBezTo>
                      <a:pt x="57" y="0"/>
                      <a:pt x="73" y="12"/>
                      <a:pt x="73" y="2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39" name="Google Shape;939;p31"/>
              <p:cNvSpPr/>
              <p:nvPr/>
            </p:nvSpPr>
            <p:spPr>
              <a:xfrm>
                <a:off x="5824800" y="3839400"/>
                <a:ext cx="33480" cy="45360"/>
              </a:xfrm>
              <a:custGeom>
                <a:avLst/>
                <a:gdLst/>
                <a:ahLst/>
                <a:cxnLst/>
                <a:rect l="l" t="t" r="r" b="b"/>
                <a:pathLst>
                  <a:path w="93" h="126" extrusionOk="0">
                    <a:moveTo>
                      <a:pt x="53" y="6"/>
                    </a:moveTo>
                    <a:cubicBezTo>
                      <a:pt x="33" y="-11"/>
                      <a:pt x="25" y="10"/>
                      <a:pt x="33" y="28"/>
                    </a:cubicBezTo>
                    <a:cubicBezTo>
                      <a:pt x="36" y="36"/>
                      <a:pt x="42" y="44"/>
                      <a:pt x="47" y="51"/>
                    </a:cubicBezTo>
                    <a:cubicBezTo>
                      <a:pt x="37" y="44"/>
                      <a:pt x="23" y="44"/>
                      <a:pt x="12" y="50"/>
                    </a:cubicBezTo>
                    <a:cubicBezTo>
                      <a:pt x="7" y="53"/>
                      <a:pt x="3" y="57"/>
                      <a:pt x="1" y="62"/>
                    </a:cubicBezTo>
                    <a:cubicBezTo>
                      <a:pt x="-1" y="67"/>
                      <a:pt x="0" y="74"/>
                      <a:pt x="4" y="78"/>
                    </a:cubicBezTo>
                    <a:cubicBezTo>
                      <a:pt x="7" y="80"/>
                      <a:pt x="10" y="81"/>
                      <a:pt x="13" y="82"/>
                    </a:cubicBezTo>
                    <a:cubicBezTo>
                      <a:pt x="22" y="84"/>
                      <a:pt x="31" y="85"/>
                      <a:pt x="41" y="83"/>
                    </a:cubicBezTo>
                    <a:cubicBezTo>
                      <a:pt x="30" y="85"/>
                      <a:pt x="20" y="89"/>
                      <a:pt x="13" y="97"/>
                    </a:cubicBezTo>
                    <a:cubicBezTo>
                      <a:pt x="7" y="106"/>
                      <a:pt x="9" y="120"/>
                      <a:pt x="18" y="125"/>
                    </a:cubicBezTo>
                    <a:cubicBezTo>
                      <a:pt x="22" y="127"/>
                      <a:pt x="27" y="126"/>
                      <a:pt x="32" y="125"/>
                    </a:cubicBezTo>
                    <a:cubicBezTo>
                      <a:pt x="42" y="122"/>
                      <a:pt x="51" y="114"/>
                      <a:pt x="60" y="108"/>
                    </a:cubicBezTo>
                    <a:cubicBezTo>
                      <a:pt x="69" y="103"/>
                      <a:pt x="85" y="95"/>
                      <a:pt x="91" y="87"/>
                    </a:cubicBezTo>
                    <a:cubicBezTo>
                      <a:pt x="96" y="78"/>
                      <a:pt x="91" y="70"/>
                      <a:pt x="88" y="62"/>
                    </a:cubicBezTo>
                    <a:cubicBezTo>
                      <a:pt x="80" y="41"/>
                      <a:pt x="70" y="20"/>
                      <a:pt x="53" y="6"/>
                    </a:cubicBezTo>
                    <a:close/>
                  </a:path>
                </a:pathLst>
              </a:custGeom>
              <a:solidFill>
                <a:schemeClr val="accent2"/>
              </a:solidFill>
              <a:ln>
                <a:noFill/>
              </a:ln>
            </p:spPr>
            <p:txBody>
              <a:bodyPr spcFirstLastPara="1" wrap="square" lIns="90000" tIns="350" rIns="90000" bIns="3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nvGrpSpPr>
          <p:cNvPr id="940" name="Google Shape;940;p31"/>
          <p:cNvGrpSpPr/>
          <p:nvPr/>
        </p:nvGrpSpPr>
        <p:grpSpPr>
          <a:xfrm rot="-900011">
            <a:off x="7267042" y="3586121"/>
            <a:ext cx="1360656" cy="896340"/>
            <a:chOff x="4908595" y="783375"/>
            <a:chExt cx="334443" cy="220323"/>
          </a:xfrm>
        </p:grpSpPr>
        <p:sp>
          <p:nvSpPr>
            <p:cNvPr id="941" name="Google Shape;941;p31"/>
            <p:cNvSpPr/>
            <p:nvPr/>
          </p:nvSpPr>
          <p:spPr>
            <a:xfrm>
              <a:off x="4908595" y="783375"/>
              <a:ext cx="334440" cy="220320"/>
            </a:xfrm>
            <a:custGeom>
              <a:avLst/>
              <a:gdLst/>
              <a:ahLst/>
              <a:cxnLst/>
              <a:rect l="l" t="t" r="r" b="b"/>
              <a:pathLst>
                <a:path w="929" h="612" extrusionOk="0">
                  <a:moveTo>
                    <a:pt x="845" y="347"/>
                  </a:moveTo>
                  <a:cubicBezTo>
                    <a:pt x="820" y="425"/>
                    <a:pt x="754" y="467"/>
                    <a:pt x="680" y="479"/>
                  </a:cubicBezTo>
                  <a:cubicBezTo>
                    <a:pt x="700" y="441"/>
                    <a:pt x="716" y="403"/>
                    <a:pt x="725" y="372"/>
                  </a:cubicBezTo>
                  <a:cubicBezTo>
                    <a:pt x="729" y="359"/>
                    <a:pt x="733" y="345"/>
                    <a:pt x="736" y="332"/>
                  </a:cubicBezTo>
                  <a:cubicBezTo>
                    <a:pt x="742" y="306"/>
                    <a:pt x="746" y="279"/>
                    <a:pt x="749" y="252"/>
                  </a:cubicBezTo>
                  <a:cubicBezTo>
                    <a:pt x="751" y="239"/>
                    <a:pt x="752" y="225"/>
                    <a:pt x="753" y="211"/>
                  </a:cubicBezTo>
                  <a:cubicBezTo>
                    <a:pt x="753" y="210"/>
                    <a:pt x="753" y="209"/>
                    <a:pt x="753" y="207"/>
                  </a:cubicBezTo>
                  <a:cubicBezTo>
                    <a:pt x="781" y="197"/>
                    <a:pt x="814" y="202"/>
                    <a:pt x="834" y="230"/>
                  </a:cubicBezTo>
                  <a:cubicBezTo>
                    <a:pt x="858" y="263"/>
                    <a:pt x="857" y="309"/>
                    <a:pt x="845" y="347"/>
                  </a:cubicBezTo>
                  <a:moveTo>
                    <a:pt x="857" y="149"/>
                  </a:moveTo>
                  <a:cubicBezTo>
                    <a:pt x="827" y="128"/>
                    <a:pt x="791" y="122"/>
                    <a:pt x="756" y="127"/>
                  </a:cubicBezTo>
                  <a:cubicBezTo>
                    <a:pt x="756" y="122"/>
                    <a:pt x="756" y="118"/>
                    <a:pt x="756" y="113"/>
                  </a:cubicBezTo>
                  <a:cubicBezTo>
                    <a:pt x="755" y="108"/>
                    <a:pt x="755" y="103"/>
                    <a:pt x="755" y="98"/>
                  </a:cubicBezTo>
                  <a:cubicBezTo>
                    <a:pt x="754" y="86"/>
                    <a:pt x="754" y="75"/>
                    <a:pt x="754" y="63"/>
                  </a:cubicBezTo>
                  <a:cubicBezTo>
                    <a:pt x="754" y="61"/>
                    <a:pt x="754" y="60"/>
                    <a:pt x="753" y="59"/>
                  </a:cubicBezTo>
                  <a:cubicBezTo>
                    <a:pt x="752" y="58"/>
                    <a:pt x="751" y="58"/>
                    <a:pt x="750" y="57"/>
                  </a:cubicBezTo>
                  <a:cubicBezTo>
                    <a:pt x="710" y="38"/>
                    <a:pt x="668" y="26"/>
                    <a:pt x="625" y="19"/>
                  </a:cubicBezTo>
                  <a:cubicBezTo>
                    <a:pt x="582" y="11"/>
                    <a:pt x="538" y="6"/>
                    <a:pt x="495" y="4"/>
                  </a:cubicBezTo>
                  <a:cubicBezTo>
                    <a:pt x="407" y="-2"/>
                    <a:pt x="315" y="-2"/>
                    <a:pt x="227" y="6"/>
                  </a:cubicBezTo>
                  <a:cubicBezTo>
                    <a:pt x="154" y="12"/>
                    <a:pt x="71" y="16"/>
                    <a:pt x="6" y="54"/>
                  </a:cubicBezTo>
                  <a:cubicBezTo>
                    <a:pt x="5" y="55"/>
                    <a:pt x="4" y="56"/>
                    <a:pt x="3" y="57"/>
                  </a:cubicBezTo>
                  <a:cubicBezTo>
                    <a:pt x="2" y="58"/>
                    <a:pt x="1" y="61"/>
                    <a:pt x="1" y="63"/>
                  </a:cubicBezTo>
                  <a:cubicBezTo>
                    <a:pt x="0" y="108"/>
                    <a:pt x="-1" y="153"/>
                    <a:pt x="1" y="199"/>
                  </a:cubicBezTo>
                  <a:cubicBezTo>
                    <a:pt x="3" y="257"/>
                    <a:pt x="11" y="315"/>
                    <a:pt x="28" y="372"/>
                  </a:cubicBezTo>
                  <a:cubicBezTo>
                    <a:pt x="52" y="448"/>
                    <a:pt x="107" y="561"/>
                    <a:pt x="185" y="612"/>
                  </a:cubicBezTo>
                  <a:lnTo>
                    <a:pt x="287" y="612"/>
                  </a:lnTo>
                  <a:lnTo>
                    <a:pt x="328" y="612"/>
                  </a:lnTo>
                  <a:lnTo>
                    <a:pt x="426" y="612"/>
                  </a:lnTo>
                  <a:lnTo>
                    <a:pt x="569" y="612"/>
                  </a:lnTo>
                  <a:cubicBezTo>
                    <a:pt x="590" y="598"/>
                    <a:pt x="609" y="580"/>
                    <a:pt x="626" y="559"/>
                  </a:cubicBezTo>
                  <a:cubicBezTo>
                    <a:pt x="689" y="561"/>
                    <a:pt x="750" y="548"/>
                    <a:pt x="805" y="514"/>
                  </a:cubicBezTo>
                  <a:cubicBezTo>
                    <a:pt x="869" y="474"/>
                    <a:pt x="919" y="400"/>
                    <a:pt x="928" y="324"/>
                  </a:cubicBezTo>
                  <a:cubicBezTo>
                    <a:pt x="935" y="257"/>
                    <a:pt x="914" y="188"/>
                    <a:pt x="857" y="149"/>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942" name="Google Shape;942;p31"/>
            <p:cNvGrpSpPr/>
            <p:nvPr/>
          </p:nvGrpSpPr>
          <p:grpSpPr>
            <a:xfrm>
              <a:off x="4908598" y="783378"/>
              <a:ext cx="334440" cy="220320"/>
              <a:chOff x="5283010" y="793090"/>
              <a:chExt cx="334440" cy="220320"/>
            </a:xfrm>
          </p:grpSpPr>
          <p:sp>
            <p:nvSpPr>
              <p:cNvPr id="943" name="Google Shape;943;p31"/>
              <p:cNvSpPr/>
              <p:nvPr/>
            </p:nvSpPr>
            <p:spPr>
              <a:xfrm>
                <a:off x="5470930" y="838450"/>
                <a:ext cx="146520" cy="156240"/>
              </a:xfrm>
              <a:custGeom>
                <a:avLst/>
                <a:gdLst/>
                <a:ahLst/>
                <a:cxnLst/>
                <a:rect l="l" t="t" r="r" b="b"/>
                <a:pathLst>
                  <a:path w="407" h="434" extrusionOk="0">
                    <a:moveTo>
                      <a:pt x="188" y="121"/>
                    </a:moveTo>
                    <a:cubicBezTo>
                      <a:pt x="209" y="74"/>
                      <a:pt x="278" y="58"/>
                      <a:pt x="312" y="104"/>
                    </a:cubicBezTo>
                    <a:cubicBezTo>
                      <a:pt x="336" y="137"/>
                      <a:pt x="335" y="184"/>
                      <a:pt x="323" y="221"/>
                    </a:cubicBezTo>
                    <a:cubicBezTo>
                      <a:pt x="286" y="338"/>
                      <a:pt x="156" y="374"/>
                      <a:pt x="48" y="350"/>
                    </a:cubicBezTo>
                    <a:cubicBezTo>
                      <a:pt x="0" y="340"/>
                      <a:pt x="-21" y="414"/>
                      <a:pt x="27" y="424"/>
                    </a:cubicBezTo>
                    <a:cubicBezTo>
                      <a:pt x="115" y="443"/>
                      <a:pt x="206" y="437"/>
                      <a:pt x="283" y="389"/>
                    </a:cubicBezTo>
                    <a:cubicBezTo>
                      <a:pt x="347" y="348"/>
                      <a:pt x="397" y="275"/>
                      <a:pt x="406" y="199"/>
                    </a:cubicBezTo>
                    <a:cubicBezTo>
                      <a:pt x="413" y="132"/>
                      <a:pt x="392" y="63"/>
                      <a:pt x="335" y="24"/>
                    </a:cubicBezTo>
                    <a:cubicBezTo>
                      <a:pt x="264" y="-26"/>
                      <a:pt x="157" y="6"/>
                      <a:pt x="122" y="83"/>
                    </a:cubicBezTo>
                    <a:cubicBezTo>
                      <a:pt x="101" y="127"/>
                      <a:pt x="167" y="166"/>
                      <a:pt x="188" y="121"/>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44" name="Google Shape;944;p31"/>
              <p:cNvSpPr/>
              <p:nvPr/>
            </p:nvSpPr>
            <p:spPr>
              <a:xfrm>
                <a:off x="5283010" y="793090"/>
                <a:ext cx="272160" cy="220320"/>
              </a:xfrm>
              <a:custGeom>
                <a:avLst/>
                <a:gdLst/>
                <a:ahLst/>
                <a:cxnLst/>
                <a:rect l="l" t="t" r="r" b="b"/>
                <a:pathLst>
                  <a:path w="756" h="612" extrusionOk="0">
                    <a:moveTo>
                      <a:pt x="750" y="58"/>
                    </a:moveTo>
                    <a:cubicBezTo>
                      <a:pt x="710" y="39"/>
                      <a:pt x="668" y="27"/>
                      <a:pt x="625" y="19"/>
                    </a:cubicBezTo>
                    <a:cubicBezTo>
                      <a:pt x="582" y="12"/>
                      <a:pt x="538" y="7"/>
                      <a:pt x="494" y="4"/>
                    </a:cubicBezTo>
                    <a:cubicBezTo>
                      <a:pt x="407" y="-1"/>
                      <a:pt x="315" y="-1"/>
                      <a:pt x="227" y="7"/>
                    </a:cubicBezTo>
                    <a:cubicBezTo>
                      <a:pt x="154" y="13"/>
                      <a:pt x="71" y="17"/>
                      <a:pt x="6" y="55"/>
                    </a:cubicBezTo>
                    <a:cubicBezTo>
                      <a:pt x="5" y="55"/>
                      <a:pt x="4" y="56"/>
                      <a:pt x="3" y="57"/>
                    </a:cubicBezTo>
                    <a:cubicBezTo>
                      <a:pt x="1" y="59"/>
                      <a:pt x="1" y="61"/>
                      <a:pt x="1" y="63"/>
                    </a:cubicBezTo>
                    <a:cubicBezTo>
                      <a:pt x="0" y="109"/>
                      <a:pt x="-1" y="154"/>
                      <a:pt x="1" y="199"/>
                    </a:cubicBezTo>
                    <a:cubicBezTo>
                      <a:pt x="3" y="258"/>
                      <a:pt x="11" y="316"/>
                      <a:pt x="28" y="372"/>
                    </a:cubicBezTo>
                    <a:cubicBezTo>
                      <a:pt x="52" y="448"/>
                      <a:pt x="107" y="562"/>
                      <a:pt x="185" y="612"/>
                    </a:cubicBezTo>
                    <a:lnTo>
                      <a:pt x="328" y="612"/>
                    </a:lnTo>
                    <a:lnTo>
                      <a:pt x="426" y="612"/>
                    </a:lnTo>
                    <a:lnTo>
                      <a:pt x="569" y="612"/>
                    </a:lnTo>
                    <a:cubicBezTo>
                      <a:pt x="646" y="562"/>
                      <a:pt x="702" y="448"/>
                      <a:pt x="725" y="372"/>
                    </a:cubicBezTo>
                    <a:cubicBezTo>
                      <a:pt x="741" y="320"/>
                      <a:pt x="749" y="266"/>
                      <a:pt x="753" y="212"/>
                    </a:cubicBezTo>
                    <a:cubicBezTo>
                      <a:pt x="755" y="186"/>
                      <a:pt x="756" y="159"/>
                      <a:pt x="756" y="133"/>
                    </a:cubicBezTo>
                    <a:cubicBezTo>
                      <a:pt x="756" y="110"/>
                      <a:pt x="754" y="87"/>
                      <a:pt x="754" y="63"/>
                    </a:cubicBezTo>
                    <a:cubicBezTo>
                      <a:pt x="754" y="62"/>
                      <a:pt x="754" y="61"/>
                      <a:pt x="753" y="60"/>
                    </a:cubicBezTo>
                    <a:cubicBezTo>
                      <a:pt x="752" y="59"/>
                      <a:pt x="751" y="58"/>
                      <a:pt x="750" y="58"/>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45" name="Google Shape;945;p31"/>
              <p:cNvSpPr/>
              <p:nvPr/>
            </p:nvSpPr>
            <p:spPr>
              <a:xfrm>
                <a:off x="5297050" y="804250"/>
                <a:ext cx="241560" cy="40320"/>
              </a:xfrm>
              <a:custGeom>
                <a:avLst/>
                <a:gdLst/>
                <a:ahLst/>
                <a:cxnLst/>
                <a:rect l="l" t="t" r="r" b="b"/>
                <a:pathLst>
                  <a:path w="671" h="112" extrusionOk="0">
                    <a:moveTo>
                      <a:pt x="154" y="12"/>
                    </a:moveTo>
                    <a:cubicBezTo>
                      <a:pt x="226" y="5"/>
                      <a:pt x="299" y="0"/>
                      <a:pt x="371" y="0"/>
                    </a:cubicBezTo>
                    <a:cubicBezTo>
                      <a:pt x="416" y="0"/>
                      <a:pt x="460" y="5"/>
                      <a:pt x="504" y="11"/>
                    </a:cubicBezTo>
                    <a:cubicBezTo>
                      <a:pt x="545" y="17"/>
                      <a:pt x="587" y="21"/>
                      <a:pt x="627" y="32"/>
                    </a:cubicBezTo>
                    <a:cubicBezTo>
                      <a:pt x="645" y="36"/>
                      <a:pt x="694" y="40"/>
                      <a:pt x="660" y="61"/>
                    </a:cubicBezTo>
                    <a:cubicBezTo>
                      <a:pt x="634" y="78"/>
                      <a:pt x="604" y="86"/>
                      <a:pt x="574" y="91"/>
                    </a:cubicBezTo>
                    <a:cubicBezTo>
                      <a:pt x="477" y="107"/>
                      <a:pt x="378" y="118"/>
                      <a:pt x="280" y="109"/>
                    </a:cubicBezTo>
                    <a:cubicBezTo>
                      <a:pt x="210" y="102"/>
                      <a:pt x="140" y="101"/>
                      <a:pt x="71" y="85"/>
                    </a:cubicBezTo>
                    <a:cubicBezTo>
                      <a:pt x="52" y="81"/>
                      <a:pt x="35" y="75"/>
                      <a:pt x="17" y="68"/>
                    </a:cubicBezTo>
                    <a:cubicBezTo>
                      <a:pt x="6" y="63"/>
                      <a:pt x="-7" y="59"/>
                      <a:pt x="4" y="47"/>
                    </a:cubicBezTo>
                    <a:cubicBezTo>
                      <a:pt x="15" y="36"/>
                      <a:pt x="46" y="32"/>
                      <a:pt x="61" y="28"/>
                    </a:cubicBezTo>
                    <a:cubicBezTo>
                      <a:pt x="81" y="23"/>
                      <a:pt x="101" y="20"/>
                      <a:pt x="121" y="16"/>
                    </a:cubicBezTo>
                    <a:cubicBezTo>
                      <a:pt x="132" y="14"/>
                      <a:pt x="143" y="13"/>
                      <a:pt x="154" y="12"/>
                    </a:cubicBezTo>
                    <a:close/>
                  </a:path>
                </a:pathLst>
              </a:custGeom>
              <a:solidFill>
                <a:schemeClr val="accent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46" name="Google Shape;946;p31"/>
              <p:cNvSpPr/>
              <p:nvPr/>
            </p:nvSpPr>
            <p:spPr>
              <a:xfrm>
                <a:off x="5365810" y="884890"/>
                <a:ext cx="16560" cy="17280"/>
              </a:xfrm>
              <a:custGeom>
                <a:avLst/>
                <a:gdLst/>
                <a:ahLst/>
                <a:cxnLst/>
                <a:rect l="l" t="t" r="r" b="b"/>
                <a:pathLst>
                  <a:path w="46" h="48" extrusionOk="0">
                    <a:moveTo>
                      <a:pt x="23" y="48"/>
                    </a:moveTo>
                    <a:cubicBezTo>
                      <a:pt x="54" y="49"/>
                      <a:pt x="55" y="1"/>
                      <a:pt x="24" y="0"/>
                    </a:cubicBezTo>
                    <a:cubicBezTo>
                      <a:pt x="-7" y="0"/>
                      <a:pt x="-7" y="48"/>
                      <a:pt x="23" y="4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47" name="Google Shape;947;p31"/>
              <p:cNvSpPr/>
              <p:nvPr/>
            </p:nvSpPr>
            <p:spPr>
              <a:xfrm>
                <a:off x="5449330" y="886330"/>
                <a:ext cx="16560" cy="17280"/>
              </a:xfrm>
              <a:custGeom>
                <a:avLst/>
                <a:gdLst/>
                <a:ahLst/>
                <a:cxnLst/>
                <a:rect l="l" t="t" r="r" b="b"/>
                <a:pathLst>
                  <a:path w="46" h="48" extrusionOk="0">
                    <a:moveTo>
                      <a:pt x="23" y="48"/>
                    </a:moveTo>
                    <a:cubicBezTo>
                      <a:pt x="54" y="48"/>
                      <a:pt x="55" y="0"/>
                      <a:pt x="24" y="0"/>
                    </a:cubicBezTo>
                    <a:cubicBezTo>
                      <a:pt x="-7" y="-1"/>
                      <a:pt x="-8" y="47"/>
                      <a:pt x="23" y="48"/>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48" name="Google Shape;948;p31"/>
              <p:cNvSpPr/>
              <p:nvPr/>
            </p:nvSpPr>
            <p:spPr>
              <a:xfrm>
                <a:off x="5390650" y="893890"/>
                <a:ext cx="50760" cy="30600"/>
              </a:xfrm>
              <a:custGeom>
                <a:avLst/>
                <a:gdLst/>
                <a:ahLst/>
                <a:cxnLst/>
                <a:rect l="l" t="t" r="r" b="b"/>
                <a:pathLst>
                  <a:path w="141" h="85" extrusionOk="0">
                    <a:moveTo>
                      <a:pt x="0" y="0"/>
                    </a:moveTo>
                    <a:cubicBezTo>
                      <a:pt x="0" y="2"/>
                      <a:pt x="0" y="3"/>
                      <a:pt x="0" y="5"/>
                    </a:cubicBezTo>
                    <a:cubicBezTo>
                      <a:pt x="-1" y="49"/>
                      <a:pt x="30" y="85"/>
                      <a:pt x="69" y="85"/>
                    </a:cubicBezTo>
                    <a:cubicBezTo>
                      <a:pt x="108" y="86"/>
                      <a:pt x="140" y="51"/>
                      <a:pt x="141" y="7"/>
                    </a:cubicBezTo>
                    <a:cubicBezTo>
                      <a:pt x="141" y="5"/>
                      <a:pt x="141" y="4"/>
                      <a:pt x="141" y="2"/>
                    </a:cubicBez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49" name="Google Shape;949;p31"/>
              <p:cNvSpPr/>
              <p:nvPr/>
            </p:nvSpPr>
            <p:spPr>
              <a:xfrm>
                <a:off x="5398210" y="908650"/>
                <a:ext cx="37440" cy="15840"/>
              </a:xfrm>
              <a:custGeom>
                <a:avLst/>
                <a:gdLst/>
                <a:ahLst/>
                <a:cxnLst/>
                <a:rect l="l" t="t" r="r" b="b"/>
                <a:pathLst>
                  <a:path w="104" h="44" extrusionOk="0">
                    <a:moveTo>
                      <a:pt x="104" y="15"/>
                    </a:moveTo>
                    <a:cubicBezTo>
                      <a:pt x="86" y="3"/>
                      <a:pt x="63" y="-3"/>
                      <a:pt x="42" y="1"/>
                    </a:cubicBezTo>
                    <a:cubicBezTo>
                      <a:pt x="26" y="3"/>
                      <a:pt x="12" y="11"/>
                      <a:pt x="0" y="21"/>
                    </a:cubicBezTo>
                    <a:cubicBezTo>
                      <a:pt x="12" y="35"/>
                      <a:pt x="29" y="44"/>
                      <a:pt x="48" y="44"/>
                    </a:cubicBezTo>
                    <a:cubicBezTo>
                      <a:pt x="71" y="45"/>
                      <a:pt x="91" y="33"/>
                      <a:pt x="104" y="15"/>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50" name="Google Shape;950;p31"/>
              <p:cNvSpPr/>
              <p:nvPr/>
            </p:nvSpPr>
            <p:spPr>
              <a:xfrm>
                <a:off x="5358610" y="908650"/>
                <a:ext cx="27000" cy="19440"/>
              </a:xfrm>
              <a:custGeom>
                <a:avLst/>
                <a:gdLst/>
                <a:ahLst/>
                <a:cxnLst/>
                <a:rect l="l" t="t" r="r" b="b"/>
                <a:pathLst>
                  <a:path w="75" h="54" extrusionOk="0">
                    <a:moveTo>
                      <a:pt x="75" y="27"/>
                    </a:moveTo>
                    <a:cubicBezTo>
                      <a:pt x="75" y="42"/>
                      <a:pt x="58" y="54"/>
                      <a:pt x="37" y="54"/>
                    </a:cubicBezTo>
                    <a:cubicBezTo>
                      <a:pt x="16" y="53"/>
                      <a:pt x="0" y="41"/>
                      <a:pt x="0" y="26"/>
                    </a:cubicBezTo>
                    <a:cubicBezTo>
                      <a:pt x="0" y="11"/>
                      <a:pt x="17" y="0"/>
                      <a:pt x="38" y="0"/>
                    </a:cubicBezTo>
                    <a:cubicBezTo>
                      <a:pt x="58" y="0"/>
                      <a:pt x="75" y="13"/>
                      <a:pt x="75" y="27"/>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51" name="Google Shape;951;p31"/>
              <p:cNvSpPr/>
              <p:nvPr/>
            </p:nvSpPr>
            <p:spPr>
              <a:xfrm>
                <a:off x="5443930" y="910090"/>
                <a:ext cx="27000" cy="19440"/>
              </a:xfrm>
              <a:custGeom>
                <a:avLst/>
                <a:gdLst/>
                <a:ahLst/>
                <a:cxnLst/>
                <a:rect l="l" t="t" r="r" b="b"/>
                <a:pathLst>
                  <a:path w="75" h="54" extrusionOk="0">
                    <a:moveTo>
                      <a:pt x="75" y="28"/>
                    </a:moveTo>
                    <a:cubicBezTo>
                      <a:pt x="75" y="43"/>
                      <a:pt x="58" y="54"/>
                      <a:pt x="37" y="54"/>
                    </a:cubicBezTo>
                    <a:cubicBezTo>
                      <a:pt x="16" y="54"/>
                      <a:pt x="0" y="42"/>
                      <a:pt x="0" y="27"/>
                    </a:cubicBezTo>
                    <a:cubicBezTo>
                      <a:pt x="0" y="12"/>
                      <a:pt x="17" y="0"/>
                      <a:pt x="38" y="0"/>
                    </a:cubicBezTo>
                    <a:cubicBezTo>
                      <a:pt x="58" y="1"/>
                      <a:pt x="75" y="13"/>
                      <a:pt x="75" y="2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52" name="Google Shape;952;p31"/>
              <p:cNvSpPr/>
              <p:nvPr/>
            </p:nvSpPr>
            <p:spPr>
              <a:xfrm>
                <a:off x="5323690" y="822970"/>
                <a:ext cx="192240" cy="21600"/>
              </a:xfrm>
              <a:custGeom>
                <a:avLst/>
                <a:gdLst/>
                <a:ahLst/>
                <a:cxnLst/>
                <a:rect l="l" t="t" r="r" b="b"/>
                <a:pathLst>
                  <a:path w="534" h="60" extrusionOk="0">
                    <a:moveTo>
                      <a:pt x="534" y="32"/>
                    </a:moveTo>
                    <a:cubicBezTo>
                      <a:pt x="421" y="5"/>
                      <a:pt x="305" y="-5"/>
                      <a:pt x="189" y="2"/>
                    </a:cubicBezTo>
                    <a:cubicBezTo>
                      <a:pt x="125" y="5"/>
                      <a:pt x="61" y="14"/>
                      <a:pt x="0" y="34"/>
                    </a:cubicBezTo>
                    <a:cubicBezTo>
                      <a:pt x="68" y="49"/>
                      <a:pt x="137" y="50"/>
                      <a:pt x="206" y="57"/>
                    </a:cubicBezTo>
                    <a:cubicBezTo>
                      <a:pt x="304" y="66"/>
                      <a:pt x="403" y="55"/>
                      <a:pt x="500" y="39"/>
                    </a:cubicBezTo>
                    <a:cubicBezTo>
                      <a:pt x="511" y="37"/>
                      <a:pt x="523" y="35"/>
                      <a:pt x="534" y="3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sp>
        <p:nvSpPr>
          <p:cNvPr id="953" name="Google Shape;953;p31"/>
          <p:cNvSpPr/>
          <p:nvPr/>
        </p:nvSpPr>
        <p:spPr>
          <a:xfrm>
            <a:off x="6608350" y="1737325"/>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54" name="Google Shape;954;p31"/>
          <p:cNvSpPr/>
          <p:nvPr/>
        </p:nvSpPr>
        <p:spPr>
          <a:xfrm>
            <a:off x="8348655" y="2905232"/>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55" name="Google Shape;955;p31"/>
          <p:cNvSpPr/>
          <p:nvPr/>
        </p:nvSpPr>
        <p:spPr>
          <a:xfrm>
            <a:off x="1711125" y="3267600"/>
            <a:ext cx="380409" cy="35290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956" name="Google Shape;956;p31"/>
          <p:cNvSpPr/>
          <p:nvPr/>
        </p:nvSpPr>
        <p:spPr>
          <a:xfrm>
            <a:off x="584430" y="1236332"/>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3F1F9A7B-EBD8-4C92-16E7-4FDE413B7B8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C7D8B09-9FFC-73CF-887E-8A3549A16CD3}"/>
              </a:ext>
            </a:extLst>
          </p:cNvPr>
          <p:cNvPicPr>
            <a:picLocks noChangeAspect="1"/>
          </p:cNvPicPr>
          <p:nvPr/>
        </p:nvPicPr>
        <p:blipFill>
          <a:blip r:embed="rId3"/>
          <a:srcRect b="65346"/>
          <a:stretch>
            <a:fillRect/>
          </a:stretch>
        </p:blipFill>
        <p:spPr>
          <a:xfrm>
            <a:off x="303697" y="229534"/>
            <a:ext cx="2519597" cy="2511548"/>
          </a:xfrm>
          <a:prstGeom prst="rect">
            <a:avLst/>
          </a:prstGeom>
        </p:spPr>
      </p:pic>
      <p:pic>
        <p:nvPicPr>
          <p:cNvPr id="6" name="Picture 5">
            <a:extLst>
              <a:ext uri="{FF2B5EF4-FFF2-40B4-BE49-F238E27FC236}">
                <a16:creationId xmlns:a16="http://schemas.microsoft.com/office/drawing/2014/main" id="{7C3F3DF3-3A60-A5C4-0769-2BAAA9331A2B}"/>
              </a:ext>
            </a:extLst>
          </p:cNvPr>
          <p:cNvPicPr>
            <a:picLocks noChangeAspect="1"/>
          </p:cNvPicPr>
          <p:nvPr/>
        </p:nvPicPr>
        <p:blipFill>
          <a:blip r:embed="rId3"/>
          <a:stretch>
            <a:fillRect/>
          </a:stretch>
        </p:blipFill>
        <p:spPr>
          <a:xfrm>
            <a:off x="6561667" y="229534"/>
            <a:ext cx="1906101" cy="4730993"/>
          </a:xfrm>
          <a:prstGeom prst="rect">
            <a:avLst/>
          </a:prstGeom>
        </p:spPr>
      </p:pic>
      <p:pic>
        <p:nvPicPr>
          <p:cNvPr id="7" name="Picture 6">
            <a:extLst>
              <a:ext uri="{FF2B5EF4-FFF2-40B4-BE49-F238E27FC236}">
                <a16:creationId xmlns:a16="http://schemas.microsoft.com/office/drawing/2014/main" id="{7F5FFEB1-73E7-7043-ECF8-A4C47E27EF49}"/>
              </a:ext>
            </a:extLst>
          </p:cNvPr>
          <p:cNvPicPr>
            <a:picLocks noChangeAspect="1"/>
          </p:cNvPicPr>
          <p:nvPr/>
        </p:nvPicPr>
        <p:blipFill>
          <a:blip r:embed="rId3"/>
          <a:srcRect t="33890" b="166"/>
          <a:stretch>
            <a:fillRect/>
          </a:stretch>
        </p:blipFill>
        <p:spPr>
          <a:xfrm>
            <a:off x="3276748" y="229534"/>
            <a:ext cx="2590504" cy="4614854"/>
          </a:xfrm>
          <a:prstGeom prst="rect">
            <a:avLst/>
          </a:prstGeom>
        </p:spPr>
      </p:pic>
    </p:spTree>
    <p:extLst>
      <p:ext uri="{BB962C8B-B14F-4D97-AF65-F5344CB8AC3E}">
        <p14:creationId xmlns:p14="http://schemas.microsoft.com/office/powerpoint/2010/main" val="2565475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ea typeface="Balsamiq Sans" panose="020B0604020202020204" charset="0"/>
              </a:rPr>
              <a:t>Change request</a:t>
            </a:r>
            <a:endParaRPr dirty="0">
              <a:ea typeface="Balsamiq Sans" panose="020B0604020202020204" charset="0"/>
            </a:endParaRPr>
          </a:p>
        </p:txBody>
      </p:sp>
      <p:grpSp>
        <p:nvGrpSpPr>
          <p:cNvPr id="852" name="Google Shape;852;p29"/>
          <p:cNvGrpSpPr/>
          <p:nvPr/>
        </p:nvGrpSpPr>
        <p:grpSpPr>
          <a:xfrm rot="-635276">
            <a:off x="307101" y="2206715"/>
            <a:ext cx="760078" cy="1486763"/>
            <a:chOff x="2211196" y="1433530"/>
            <a:chExt cx="172080" cy="336600"/>
          </a:xfrm>
        </p:grpSpPr>
        <p:sp>
          <p:nvSpPr>
            <p:cNvPr id="853" name="Google Shape;853;p29"/>
            <p:cNvSpPr/>
            <p:nvPr/>
          </p:nvSpPr>
          <p:spPr>
            <a:xfrm>
              <a:off x="2211196" y="1433710"/>
              <a:ext cx="172080" cy="336240"/>
            </a:xfrm>
            <a:custGeom>
              <a:avLst/>
              <a:gdLst/>
              <a:ahLst/>
              <a:cxnLst/>
              <a:rect l="l" t="t" r="r" b="b"/>
              <a:pathLst>
                <a:path w="478" h="934" extrusionOk="0">
                  <a:moveTo>
                    <a:pt x="19" y="424"/>
                  </a:moveTo>
                  <a:cubicBezTo>
                    <a:pt x="-2" y="477"/>
                    <a:pt x="-8" y="538"/>
                    <a:pt x="15" y="591"/>
                  </a:cubicBezTo>
                  <a:cubicBezTo>
                    <a:pt x="38" y="644"/>
                    <a:pt x="65" y="696"/>
                    <a:pt x="64" y="756"/>
                  </a:cubicBezTo>
                  <a:cubicBezTo>
                    <a:pt x="64" y="817"/>
                    <a:pt x="45" y="874"/>
                    <a:pt x="37" y="934"/>
                  </a:cubicBezTo>
                  <a:lnTo>
                    <a:pt x="93" y="934"/>
                  </a:lnTo>
                  <a:lnTo>
                    <a:pt x="121" y="934"/>
                  </a:lnTo>
                  <a:lnTo>
                    <a:pt x="187" y="934"/>
                  </a:lnTo>
                  <a:lnTo>
                    <a:pt x="257" y="934"/>
                  </a:lnTo>
                  <a:lnTo>
                    <a:pt x="326" y="934"/>
                  </a:lnTo>
                  <a:lnTo>
                    <a:pt x="354" y="934"/>
                  </a:lnTo>
                  <a:lnTo>
                    <a:pt x="430" y="934"/>
                  </a:lnTo>
                  <a:cubicBezTo>
                    <a:pt x="429" y="916"/>
                    <a:pt x="434" y="868"/>
                    <a:pt x="436" y="862"/>
                  </a:cubicBezTo>
                  <a:cubicBezTo>
                    <a:pt x="448" y="811"/>
                    <a:pt x="479" y="764"/>
                    <a:pt x="478" y="711"/>
                  </a:cubicBezTo>
                  <a:cubicBezTo>
                    <a:pt x="478" y="661"/>
                    <a:pt x="447" y="618"/>
                    <a:pt x="422" y="576"/>
                  </a:cubicBezTo>
                  <a:cubicBezTo>
                    <a:pt x="401" y="543"/>
                    <a:pt x="395" y="501"/>
                    <a:pt x="406" y="463"/>
                  </a:cubicBezTo>
                  <a:cubicBezTo>
                    <a:pt x="414" y="433"/>
                    <a:pt x="432" y="406"/>
                    <a:pt x="442" y="377"/>
                  </a:cubicBezTo>
                  <a:cubicBezTo>
                    <a:pt x="456" y="339"/>
                    <a:pt x="457" y="296"/>
                    <a:pt x="446" y="258"/>
                  </a:cubicBezTo>
                  <a:cubicBezTo>
                    <a:pt x="435" y="221"/>
                    <a:pt x="413" y="187"/>
                    <a:pt x="402" y="150"/>
                  </a:cubicBezTo>
                  <a:cubicBezTo>
                    <a:pt x="386" y="98"/>
                    <a:pt x="396" y="50"/>
                    <a:pt x="413" y="1"/>
                  </a:cubicBezTo>
                  <a:cubicBezTo>
                    <a:pt x="408" y="0"/>
                    <a:pt x="403" y="0"/>
                    <a:pt x="398" y="0"/>
                  </a:cubicBezTo>
                  <a:lnTo>
                    <a:pt x="350" y="0"/>
                  </a:lnTo>
                  <a:lnTo>
                    <a:pt x="318" y="0"/>
                  </a:lnTo>
                  <a:lnTo>
                    <a:pt x="274" y="0"/>
                  </a:lnTo>
                  <a:lnTo>
                    <a:pt x="193" y="0"/>
                  </a:lnTo>
                  <a:lnTo>
                    <a:pt x="120" y="0"/>
                  </a:lnTo>
                  <a:lnTo>
                    <a:pt x="89" y="0"/>
                  </a:lnTo>
                  <a:lnTo>
                    <a:pt x="45" y="0"/>
                  </a:lnTo>
                  <a:cubicBezTo>
                    <a:pt x="40" y="4"/>
                    <a:pt x="38" y="10"/>
                    <a:pt x="35" y="16"/>
                  </a:cubicBezTo>
                  <a:cubicBezTo>
                    <a:pt x="12" y="77"/>
                    <a:pt x="-1" y="153"/>
                    <a:pt x="26" y="214"/>
                  </a:cubicBezTo>
                  <a:cubicBezTo>
                    <a:pt x="44" y="256"/>
                    <a:pt x="65" y="299"/>
                    <a:pt x="52" y="346"/>
                  </a:cubicBezTo>
                  <a:cubicBezTo>
                    <a:pt x="44" y="373"/>
                    <a:pt x="30" y="398"/>
                    <a:pt x="19" y="424"/>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854" name="Google Shape;854;p29"/>
            <p:cNvGrpSpPr/>
            <p:nvPr/>
          </p:nvGrpSpPr>
          <p:grpSpPr>
            <a:xfrm>
              <a:off x="2211196" y="1433530"/>
              <a:ext cx="172080" cy="336600"/>
              <a:chOff x="6136560" y="2465280"/>
              <a:chExt cx="172080" cy="336600"/>
            </a:xfrm>
          </p:grpSpPr>
          <p:sp>
            <p:nvSpPr>
              <p:cNvPr id="855" name="Google Shape;855;p29"/>
              <p:cNvSpPr/>
              <p:nvPr/>
            </p:nvSpPr>
            <p:spPr>
              <a:xfrm>
                <a:off x="6136560" y="2465280"/>
                <a:ext cx="172080" cy="336600"/>
              </a:xfrm>
              <a:custGeom>
                <a:avLst/>
                <a:gdLst/>
                <a:ahLst/>
                <a:cxnLst/>
                <a:rect l="l" t="t" r="r" b="b"/>
                <a:pathLst>
                  <a:path w="478" h="935" extrusionOk="0">
                    <a:moveTo>
                      <a:pt x="422" y="577"/>
                    </a:moveTo>
                    <a:cubicBezTo>
                      <a:pt x="401" y="543"/>
                      <a:pt x="395" y="501"/>
                      <a:pt x="406" y="463"/>
                    </a:cubicBezTo>
                    <a:cubicBezTo>
                      <a:pt x="414" y="433"/>
                      <a:pt x="431" y="407"/>
                      <a:pt x="442" y="377"/>
                    </a:cubicBezTo>
                    <a:cubicBezTo>
                      <a:pt x="456" y="339"/>
                      <a:pt x="457" y="297"/>
                      <a:pt x="446" y="258"/>
                    </a:cubicBezTo>
                    <a:cubicBezTo>
                      <a:pt x="435" y="221"/>
                      <a:pt x="413" y="188"/>
                      <a:pt x="402" y="151"/>
                    </a:cubicBezTo>
                    <a:cubicBezTo>
                      <a:pt x="386" y="99"/>
                      <a:pt x="395" y="51"/>
                      <a:pt x="413" y="1"/>
                    </a:cubicBezTo>
                    <a:cubicBezTo>
                      <a:pt x="408" y="1"/>
                      <a:pt x="403" y="1"/>
                      <a:pt x="398" y="0"/>
                    </a:cubicBezTo>
                    <a:lnTo>
                      <a:pt x="45" y="0"/>
                    </a:lnTo>
                    <a:cubicBezTo>
                      <a:pt x="40" y="5"/>
                      <a:pt x="38" y="11"/>
                      <a:pt x="35" y="17"/>
                    </a:cubicBezTo>
                    <a:cubicBezTo>
                      <a:pt x="12" y="77"/>
                      <a:pt x="-1" y="153"/>
                      <a:pt x="26" y="214"/>
                    </a:cubicBezTo>
                    <a:cubicBezTo>
                      <a:pt x="44" y="257"/>
                      <a:pt x="65" y="300"/>
                      <a:pt x="52" y="347"/>
                    </a:cubicBezTo>
                    <a:cubicBezTo>
                      <a:pt x="44" y="374"/>
                      <a:pt x="30" y="399"/>
                      <a:pt x="19" y="425"/>
                    </a:cubicBezTo>
                    <a:cubicBezTo>
                      <a:pt x="-2" y="477"/>
                      <a:pt x="-8" y="539"/>
                      <a:pt x="15" y="591"/>
                    </a:cubicBezTo>
                    <a:cubicBezTo>
                      <a:pt x="38" y="644"/>
                      <a:pt x="65" y="697"/>
                      <a:pt x="64" y="756"/>
                    </a:cubicBezTo>
                    <a:cubicBezTo>
                      <a:pt x="64" y="817"/>
                      <a:pt x="45" y="875"/>
                      <a:pt x="37" y="935"/>
                    </a:cubicBezTo>
                    <a:lnTo>
                      <a:pt x="430" y="935"/>
                    </a:lnTo>
                    <a:cubicBezTo>
                      <a:pt x="429" y="917"/>
                      <a:pt x="434" y="869"/>
                      <a:pt x="436" y="862"/>
                    </a:cubicBezTo>
                    <a:cubicBezTo>
                      <a:pt x="448" y="812"/>
                      <a:pt x="479" y="765"/>
                      <a:pt x="478" y="712"/>
                    </a:cubicBezTo>
                    <a:cubicBezTo>
                      <a:pt x="478" y="661"/>
                      <a:pt x="447" y="618"/>
                      <a:pt x="422" y="577"/>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56" name="Google Shape;856;p29"/>
              <p:cNvSpPr/>
              <p:nvPr/>
            </p:nvSpPr>
            <p:spPr>
              <a:xfrm>
                <a:off x="6245640" y="2465280"/>
                <a:ext cx="38880" cy="336600"/>
              </a:xfrm>
              <a:custGeom>
                <a:avLst/>
                <a:gdLst/>
                <a:ahLst/>
                <a:cxnLst/>
                <a:rect l="l" t="t" r="r" b="b"/>
                <a:pathLst>
                  <a:path w="108" h="935" extrusionOk="0">
                    <a:moveTo>
                      <a:pt x="49" y="888"/>
                    </a:moveTo>
                    <a:cubicBezTo>
                      <a:pt x="52" y="839"/>
                      <a:pt x="87" y="808"/>
                      <a:pt x="102" y="764"/>
                    </a:cubicBezTo>
                    <a:cubicBezTo>
                      <a:pt x="132" y="675"/>
                      <a:pt x="48" y="605"/>
                      <a:pt x="47" y="518"/>
                    </a:cubicBezTo>
                    <a:cubicBezTo>
                      <a:pt x="46" y="470"/>
                      <a:pt x="73" y="431"/>
                      <a:pt x="88" y="387"/>
                    </a:cubicBezTo>
                    <a:cubicBezTo>
                      <a:pt x="102" y="348"/>
                      <a:pt x="88" y="305"/>
                      <a:pt x="74" y="269"/>
                    </a:cubicBezTo>
                    <a:cubicBezTo>
                      <a:pt x="54" y="220"/>
                      <a:pt x="35" y="175"/>
                      <a:pt x="31" y="121"/>
                    </a:cubicBezTo>
                    <a:cubicBezTo>
                      <a:pt x="27" y="84"/>
                      <a:pt x="28" y="36"/>
                      <a:pt x="47" y="0"/>
                    </a:cubicBezTo>
                    <a:lnTo>
                      <a:pt x="15" y="0"/>
                    </a:lnTo>
                    <a:cubicBezTo>
                      <a:pt x="-9" y="61"/>
                      <a:pt x="1" y="142"/>
                      <a:pt x="16" y="198"/>
                    </a:cubicBezTo>
                    <a:cubicBezTo>
                      <a:pt x="31" y="250"/>
                      <a:pt x="63" y="295"/>
                      <a:pt x="66" y="350"/>
                    </a:cubicBezTo>
                    <a:cubicBezTo>
                      <a:pt x="68" y="399"/>
                      <a:pt x="27" y="445"/>
                      <a:pt x="21" y="494"/>
                    </a:cubicBezTo>
                    <a:cubicBezTo>
                      <a:pt x="16" y="542"/>
                      <a:pt x="28" y="582"/>
                      <a:pt x="49" y="626"/>
                    </a:cubicBezTo>
                    <a:cubicBezTo>
                      <a:pt x="60" y="649"/>
                      <a:pt x="71" y="672"/>
                      <a:pt x="78" y="697"/>
                    </a:cubicBezTo>
                    <a:cubicBezTo>
                      <a:pt x="88" y="733"/>
                      <a:pt x="74" y="763"/>
                      <a:pt x="55" y="792"/>
                    </a:cubicBezTo>
                    <a:cubicBezTo>
                      <a:pt x="28" y="836"/>
                      <a:pt x="16" y="886"/>
                      <a:pt x="23" y="935"/>
                    </a:cubicBezTo>
                    <a:lnTo>
                      <a:pt x="51" y="935"/>
                    </a:lnTo>
                    <a:cubicBezTo>
                      <a:pt x="49" y="920"/>
                      <a:pt x="48" y="904"/>
                      <a:pt x="49" y="888"/>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57" name="Google Shape;857;p29"/>
              <p:cNvSpPr/>
              <p:nvPr/>
            </p:nvSpPr>
            <p:spPr>
              <a:xfrm>
                <a:off x="6193800" y="2465280"/>
                <a:ext cx="50400" cy="336600"/>
              </a:xfrm>
              <a:custGeom>
                <a:avLst/>
                <a:gdLst/>
                <a:ahLst/>
                <a:cxnLst/>
                <a:rect l="l" t="t" r="r" b="b"/>
                <a:pathLst>
                  <a:path w="140" h="935" extrusionOk="0">
                    <a:moveTo>
                      <a:pt x="97" y="900"/>
                    </a:moveTo>
                    <a:cubicBezTo>
                      <a:pt x="98" y="854"/>
                      <a:pt x="131" y="810"/>
                      <a:pt x="138" y="763"/>
                    </a:cubicBezTo>
                    <a:cubicBezTo>
                      <a:pt x="145" y="717"/>
                      <a:pt x="136" y="673"/>
                      <a:pt x="116" y="631"/>
                    </a:cubicBezTo>
                    <a:cubicBezTo>
                      <a:pt x="95" y="587"/>
                      <a:pt x="65" y="556"/>
                      <a:pt x="79" y="504"/>
                    </a:cubicBezTo>
                    <a:cubicBezTo>
                      <a:pt x="91" y="461"/>
                      <a:pt x="118" y="425"/>
                      <a:pt x="124" y="380"/>
                    </a:cubicBezTo>
                    <a:cubicBezTo>
                      <a:pt x="129" y="332"/>
                      <a:pt x="118" y="285"/>
                      <a:pt x="102" y="239"/>
                    </a:cubicBezTo>
                    <a:cubicBezTo>
                      <a:pt x="86" y="191"/>
                      <a:pt x="63" y="140"/>
                      <a:pt x="72" y="87"/>
                    </a:cubicBezTo>
                    <a:cubicBezTo>
                      <a:pt x="77" y="56"/>
                      <a:pt x="95" y="27"/>
                      <a:pt x="115" y="0"/>
                    </a:cubicBezTo>
                    <a:lnTo>
                      <a:pt x="34" y="0"/>
                    </a:lnTo>
                    <a:cubicBezTo>
                      <a:pt x="24" y="18"/>
                      <a:pt x="15" y="36"/>
                      <a:pt x="8" y="56"/>
                    </a:cubicBezTo>
                    <a:cubicBezTo>
                      <a:pt x="-10" y="110"/>
                      <a:pt x="6" y="170"/>
                      <a:pt x="23" y="222"/>
                    </a:cubicBezTo>
                    <a:cubicBezTo>
                      <a:pt x="41" y="276"/>
                      <a:pt x="66" y="332"/>
                      <a:pt x="51" y="389"/>
                    </a:cubicBezTo>
                    <a:cubicBezTo>
                      <a:pt x="37" y="443"/>
                      <a:pt x="3" y="485"/>
                      <a:pt x="4" y="544"/>
                    </a:cubicBezTo>
                    <a:cubicBezTo>
                      <a:pt x="6" y="589"/>
                      <a:pt x="36" y="628"/>
                      <a:pt x="56" y="666"/>
                    </a:cubicBezTo>
                    <a:cubicBezTo>
                      <a:pt x="86" y="723"/>
                      <a:pt x="64" y="779"/>
                      <a:pt x="43" y="834"/>
                    </a:cubicBezTo>
                    <a:cubicBezTo>
                      <a:pt x="32" y="862"/>
                      <a:pt x="26" y="898"/>
                      <a:pt x="28" y="935"/>
                    </a:cubicBezTo>
                    <a:lnTo>
                      <a:pt x="98" y="935"/>
                    </a:lnTo>
                    <a:cubicBezTo>
                      <a:pt x="97" y="921"/>
                      <a:pt x="97" y="909"/>
                      <a:pt x="97" y="90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58" name="Google Shape;858;p29"/>
              <p:cNvSpPr/>
              <p:nvPr/>
            </p:nvSpPr>
            <p:spPr>
              <a:xfrm>
                <a:off x="6157080" y="2465280"/>
                <a:ext cx="32040" cy="336600"/>
              </a:xfrm>
              <a:custGeom>
                <a:avLst/>
                <a:gdLst/>
                <a:ahLst/>
                <a:cxnLst/>
                <a:rect l="l" t="t" r="r" b="b"/>
                <a:pathLst>
                  <a:path w="89" h="935" extrusionOk="0">
                    <a:moveTo>
                      <a:pt x="89" y="734"/>
                    </a:moveTo>
                    <a:cubicBezTo>
                      <a:pt x="85" y="643"/>
                      <a:pt x="20" y="570"/>
                      <a:pt x="33" y="477"/>
                    </a:cubicBezTo>
                    <a:cubicBezTo>
                      <a:pt x="39" y="436"/>
                      <a:pt x="59" y="398"/>
                      <a:pt x="68" y="357"/>
                    </a:cubicBezTo>
                    <a:cubicBezTo>
                      <a:pt x="76" y="319"/>
                      <a:pt x="68" y="287"/>
                      <a:pt x="55" y="252"/>
                    </a:cubicBezTo>
                    <a:cubicBezTo>
                      <a:pt x="39" y="208"/>
                      <a:pt x="24" y="168"/>
                      <a:pt x="28" y="121"/>
                    </a:cubicBezTo>
                    <a:cubicBezTo>
                      <a:pt x="31" y="78"/>
                      <a:pt x="44" y="38"/>
                      <a:pt x="63" y="0"/>
                    </a:cubicBezTo>
                    <a:lnTo>
                      <a:pt x="32" y="0"/>
                    </a:lnTo>
                    <a:cubicBezTo>
                      <a:pt x="0" y="67"/>
                      <a:pt x="-10" y="144"/>
                      <a:pt x="13" y="216"/>
                    </a:cubicBezTo>
                    <a:cubicBezTo>
                      <a:pt x="29" y="267"/>
                      <a:pt x="51" y="305"/>
                      <a:pt x="39" y="361"/>
                    </a:cubicBezTo>
                    <a:cubicBezTo>
                      <a:pt x="29" y="403"/>
                      <a:pt x="8" y="442"/>
                      <a:pt x="4" y="486"/>
                    </a:cubicBezTo>
                    <a:cubicBezTo>
                      <a:pt x="-5" y="583"/>
                      <a:pt x="63" y="662"/>
                      <a:pt x="62" y="758"/>
                    </a:cubicBezTo>
                    <a:cubicBezTo>
                      <a:pt x="62" y="806"/>
                      <a:pt x="40" y="850"/>
                      <a:pt x="36" y="896"/>
                    </a:cubicBezTo>
                    <a:cubicBezTo>
                      <a:pt x="35" y="909"/>
                      <a:pt x="35" y="922"/>
                      <a:pt x="36" y="935"/>
                    </a:cubicBezTo>
                    <a:lnTo>
                      <a:pt x="64" y="935"/>
                    </a:lnTo>
                    <a:cubicBezTo>
                      <a:pt x="59" y="869"/>
                      <a:pt x="92" y="801"/>
                      <a:pt x="89" y="734"/>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59" name="Google Shape;859;p29"/>
              <p:cNvSpPr/>
              <p:nvPr/>
            </p:nvSpPr>
            <p:spPr>
              <a:xfrm>
                <a:off x="6185160" y="2532600"/>
                <a:ext cx="14760" cy="14760"/>
              </a:xfrm>
              <a:custGeom>
                <a:avLst/>
                <a:gdLst/>
                <a:ahLst/>
                <a:cxnLst/>
                <a:rect l="l" t="t" r="r" b="b"/>
                <a:pathLst>
                  <a:path w="41" h="41" extrusionOk="0">
                    <a:moveTo>
                      <a:pt x="21" y="41"/>
                    </a:moveTo>
                    <a:cubicBezTo>
                      <a:pt x="47" y="42"/>
                      <a:pt x="48" y="0"/>
                      <a:pt x="21" y="0"/>
                    </a:cubicBezTo>
                    <a:cubicBezTo>
                      <a:pt x="-6" y="-1"/>
                      <a:pt x="-6" y="41"/>
                      <a:pt x="21" y="4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60" name="Google Shape;860;p29"/>
              <p:cNvSpPr/>
              <p:nvPr/>
            </p:nvSpPr>
            <p:spPr>
              <a:xfrm>
                <a:off x="6242040" y="2533680"/>
                <a:ext cx="14400" cy="14760"/>
              </a:xfrm>
              <a:custGeom>
                <a:avLst/>
                <a:gdLst/>
                <a:ahLst/>
                <a:cxnLst/>
                <a:rect l="l" t="t" r="r" b="b"/>
                <a:pathLst>
                  <a:path w="40" h="41" extrusionOk="0">
                    <a:moveTo>
                      <a:pt x="20" y="41"/>
                    </a:moveTo>
                    <a:cubicBezTo>
                      <a:pt x="47" y="42"/>
                      <a:pt x="48" y="0"/>
                      <a:pt x="21" y="0"/>
                    </a:cubicBezTo>
                    <a:cubicBezTo>
                      <a:pt x="-6" y="-1"/>
                      <a:pt x="-6" y="41"/>
                      <a:pt x="20" y="4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61" name="Google Shape;861;p29"/>
              <p:cNvSpPr/>
              <p:nvPr/>
            </p:nvSpPr>
            <p:spPr>
              <a:xfrm>
                <a:off x="6179040" y="2553120"/>
                <a:ext cx="23400" cy="16560"/>
              </a:xfrm>
              <a:custGeom>
                <a:avLst/>
                <a:gdLst/>
                <a:ahLst/>
                <a:cxnLst/>
                <a:rect l="l" t="t" r="r" b="b"/>
                <a:pathLst>
                  <a:path w="65" h="46" extrusionOk="0">
                    <a:moveTo>
                      <a:pt x="65" y="23"/>
                    </a:moveTo>
                    <a:cubicBezTo>
                      <a:pt x="65" y="36"/>
                      <a:pt x="50" y="47"/>
                      <a:pt x="32" y="46"/>
                    </a:cubicBezTo>
                    <a:cubicBezTo>
                      <a:pt x="14" y="46"/>
                      <a:pt x="0" y="35"/>
                      <a:pt x="0" y="23"/>
                    </a:cubicBezTo>
                    <a:cubicBezTo>
                      <a:pt x="0" y="10"/>
                      <a:pt x="15" y="-1"/>
                      <a:pt x="33" y="0"/>
                    </a:cubicBezTo>
                    <a:cubicBezTo>
                      <a:pt x="51" y="0"/>
                      <a:pt x="65" y="11"/>
                      <a:pt x="65" y="2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62" name="Google Shape;862;p29"/>
              <p:cNvSpPr/>
              <p:nvPr/>
            </p:nvSpPr>
            <p:spPr>
              <a:xfrm>
                <a:off x="6237360" y="2554560"/>
                <a:ext cx="23400" cy="16560"/>
              </a:xfrm>
              <a:custGeom>
                <a:avLst/>
                <a:gdLst/>
                <a:ahLst/>
                <a:cxnLst/>
                <a:rect l="l" t="t" r="r" b="b"/>
                <a:pathLst>
                  <a:path w="65" h="46" extrusionOk="0">
                    <a:moveTo>
                      <a:pt x="65" y="23"/>
                    </a:moveTo>
                    <a:cubicBezTo>
                      <a:pt x="65" y="36"/>
                      <a:pt x="50" y="46"/>
                      <a:pt x="32" y="46"/>
                    </a:cubicBezTo>
                    <a:cubicBezTo>
                      <a:pt x="14" y="46"/>
                      <a:pt x="0" y="35"/>
                      <a:pt x="0" y="22"/>
                    </a:cubicBezTo>
                    <a:cubicBezTo>
                      <a:pt x="0" y="10"/>
                      <a:pt x="15" y="-1"/>
                      <a:pt x="33" y="0"/>
                    </a:cubicBezTo>
                    <a:cubicBezTo>
                      <a:pt x="51" y="0"/>
                      <a:pt x="65" y="11"/>
                      <a:pt x="65" y="23"/>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863" name="Google Shape;863;p29"/>
              <p:cNvSpPr/>
              <p:nvPr/>
            </p:nvSpPr>
            <p:spPr>
              <a:xfrm>
                <a:off x="6207840" y="2538720"/>
                <a:ext cx="26280" cy="17280"/>
              </a:xfrm>
              <a:custGeom>
                <a:avLst/>
                <a:gdLst/>
                <a:ahLst/>
                <a:cxnLst/>
                <a:rect l="l" t="t" r="r" b="b"/>
                <a:pathLst>
                  <a:path w="73" h="48" extrusionOk="0">
                    <a:moveTo>
                      <a:pt x="0" y="6"/>
                    </a:moveTo>
                    <a:cubicBezTo>
                      <a:pt x="-1" y="28"/>
                      <a:pt x="14" y="48"/>
                      <a:pt x="37" y="48"/>
                    </a:cubicBezTo>
                    <a:cubicBezTo>
                      <a:pt x="58" y="47"/>
                      <a:pt x="75" y="25"/>
                      <a:pt x="73" y="5"/>
                    </a:cubicBezTo>
                    <a:cubicBezTo>
                      <a:pt x="72" y="-1"/>
                      <a:pt x="63" y="-1"/>
                      <a:pt x="64" y="5"/>
                    </a:cubicBezTo>
                    <a:cubicBezTo>
                      <a:pt x="65" y="20"/>
                      <a:pt x="56" y="33"/>
                      <a:pt x="42" y="38"/>
                    </a:cubicBezTo>
                    <a:cubicBezTo>
                      <a:pt x="22" y="45"/>
                      <a:pt x="8" y="24"/>
                      <a:pt x="9" y="6"/>
                    </a:cubicBezTo>
                    <a:cubicBezTo>
                      <a:pt x="10" y="1"/>
                      <a:pt x="1" y="1"/>
                      <a:pt x="0" y="6"/>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sp>
        <p:nvSpPr>
          <p:cNvPr id="840" name="Google Shape;840;p29"/>
          <p:cNvSpPr txBox="1">
            <a:spLocks noGrp="1"/>
          </p:cNvSpPr>
          <p:nvPr>
            <p:ph type="subTitle" idx="1"/>
          </p:nvPr>
        </p:nvSpPr>
        <p:spPr>
          <a:xfrm>
            <a:off x="961107" y="1115168"/>
            <a:ext cx="7141493" cy="141371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CR Number: </a:t>
            </a:r>
            <a:r>
              <a:rPr lang="en-US" dirty="0"/>
              <a:t>CR-01     Requested By: SmartBite Team    Date: 02/12/2025</a:t>
            </a:r>
          </a:p>
          <a:p>
            <a:pPr marL="0" lvl="0" indent="0" algn="l" rtl="0">
              <a:spcBef>
                <a:spcPts val="0"/>
              </a:spcBef>
              <a:spcAft>
                <a:spcPts val="0"/>
              </a:spcAft>
              <a:buNone/>
            </a:pPr>
            <a:r>
              <a:rPr lang="en-US" b="1" dirty="0"/>
              <a:t>Description of Change: </a:t>
            </a:r>
            <a:r>
              <a:rPr lang="en-US" dirty="0"/>
              <a:t>Update the recipe screen layout to make the ingredients and steps easier to read.</a:t>
            </a:r>
          </a:p>
          <a:p>
            <a:pPr marL="0" lvl="0" indent="0" algn="l" rtl="0">
              <a:spcBef>
                <a:spcPts val="0"/>
              </a:spcBef>
              <a:spcAft>
                <a:spcPts val="0"/>
              </a:spcAft>
              <a:buNone/>
            </a:pPr>
            <a:r>
              <a:rPr lang="en-US" b="1" dirty="0"/>
              <a:t>Reason for Change: </a:t>
            </a:r>
            <a:r>
              <a:rPr lang="en-US" dirty="0"/>
              <a:t>Users mentioned in the questionnaire that step-by-step instructions and clear ingredient lists are important (Q3). Improving layout increases usability.</a:t>
            </a:r>
          </a:p>
          <a:p>
            <a:pPr marL="0" lvl="0" indent="0" algn="ctr" rtl="0">
              <a:spcBef>
                <a:spcPts val="0"/>
              </a:spcBef>
              <a:spcAft>
                <a:spcPts val="0"/>
              </a:spcAft>
              <a:buNone/>
            </a:pPr>
            <a:endParaRPr lang="en-US" dirty="0"/>
          </a:p>
        </p:txBody>
      </p:sp>
      <p:sp>
        <p:nvSpPr>
          <p:cNvPr id="22" name="Google Shape;840;p29">
            <a:extLst>
              <a:ext uri="{FF2B5EF4-FFF2-40B4-BE49-F238E27FC236}">
                <a16:creationId xmlns:a16="http://schemas.microsoft.com/office/drawing/2014/main" id="{E008A259-E8CB-6DE3-6CFF-328AC0274BAE}"/>
              </a:ext>
            </a:extLst>
          </p:cNvPr>
          <p:cNvSpPr txBox="1">
            <a:spLocks/>
          </p:cNvSpPr>
          <p:nvPr/>
        </p:nvSpPr>
        <p:spPr>
          <a:xfrm>
            <a:off x="1224467" y="3798225"/>
            <a:ext cx="3035160" cy="113525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1pPr>
            <a:lvl2pPr marL="914400" marR="0" lvl="1"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2pPr>
            <a:lvl3pPr marL="1371600" marR="0" lvl="2"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3pPr>
            <a:lvl4pPr marL="1828800" marR="0" lvl="3"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4pPr>
            <a:lvl5pPr marL="2286000" marR="0" lvl="4"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5pPr>
            <a:lvl6pPr marL="2743200" marR="0" lvl="5"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6pPr>
            <a:lvl7pPr marL="3200400" marR="0" lvl="6"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7pPr>
            <a:lvl8pPr marL="3657600" marR="0" lvl="7"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8pPr>
            <a:lvl9pPr marL="4114800" marR="0" lvl="8"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9pPr>
          </a:lstStyle>
          <a:p>
            <a:pPr algn="l"/>
            <a:r>
              <a:rPr lang="en-US" b="1" dirty="0"/>
              <a:t>Risks:</a:t>
            </a:r>
            <a:endParaRPr lang="en-US" dirty="0"/>
          </a:p>
          <a:p>
            <a:pPr lvl="0" algn="l"/>
            <a:r>
              <a:rPr lang="en-US" dirty="0"/>
              <a:t>Minor delay in UI design updates</a:t>
            </a:r>
          </a:p>
          <a:p>
            <a:pPr lvl="0" algn="l"/>
            <a:r>
              <a:rPr lang="en-US" dirty="0"/>
              <a:t>No technical risks</a:t>
            </a:r>
          </a:p>
          <a:p>
            <a:pPr marL="0" indent="0"/>
            <a:endParaRPr lang="en-US" dirty="0"/>
          </a:p>
        </p:txBody>
      </p:sp>
      <p:sp>
        <p:nvSpPr>
          <p:cNvPr id="23" name="Google Shape;840;p29">
            <a:extLst>
              <a:ext uri="{FF2B5EF4-FFF2-40B4-BE49-F238E27FC236}">
                <a16:creationId xmlns:a16="http://schemas.microsoft.com/office/drawing/2014/main" id="{870CF76D-0CF1-CBFB-61A3-07CA2D7BA018}"/>
              </a:ext>
            </a:extLst>
          </p:cNvPr>
          <p:cNvSpPr txBox="1">
            <a:spLocks/>
          </p:cNvSpPr>
          <p:nvPr/>
        </p:nvSpPr>
        <p:spPr>
          <a:xfrm>
            <a:off x="4136460" y="2709569"/>
            <a:ext cx="3525241" cy="8733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1pPr>
            <a:lvl2pPr marL="914400" marR="0" lvl="1"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2pPr>
            <a:lvl3pPr marL="1371600" marR="0" lvl="2"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3pPr>
            <a:lvl4pPr marL="1828800" marR="0" lvl="3"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4pPr>
            <a:lvl5pPr marL="2286000" marR="0" lvl="4"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5pPr>
            <a:lvl6pPr marL="2743200" marR="0" lvl="5"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6pPr>
            <a:lvl7pPr marL="3200400" marR="0" lvl="6"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7pPr>
            <a:lvl8pPr marL="3657600" marR="0" lvl="7"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8pPr>
            <a:lvl9pPr marL="4114800" marR="0" lvl="8"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9pPr>
          </a:lstStyle>
          <a:p>
            <a:pPr algn="l"/>
            <a:r>
              <a:rPr lang="en-US" b="1" dirty="0"/>
              <a:t>Affected Diagrams:</a:t>
            </a:r>
            <a:endParaRPr lang="en-US" dirty="0"/>
          </a:p>
          <a:p>
            <a:pPr lvl="0" algn="l"/>
            <a:r>
              <a:rPr lang="en-US" dirty="0"/>
              <a:t>UI mockups (only visual changes)</a:t>
            </a:r>
          </a:p>
          <a:p>
            <a:pPr lvl="0" algn="l"/>
            <a:r>
              <a:rPr lang="en-US" dirty="0"/>
              <a:t>No changes to use cases</a:t>
            </a:r>
          </a:p>
        </p:txBody>
      </p:sp>
      <p:sp>
        <p:nvSpPr>
          <p:cNvPr id="24" name="Google Shape;840;p29">
            <a:extLst>
              <a:ext uri="{FF2B5EF4-FFF2-40B4-BE49-F238E27FC236}">
                <a16:creationId xmlns:a16="http://schemas.microsoft.com/office/drawing/2014/main" id="{CADA9E1D-FC84-298E-FAB4-45E3954B322E}"/>
              </a:ext>
            </a:extLst>
          </p:cNvPr>
          <p:cNvSpPr txBox="1">
            <a:spLocks/>
          </p:cNvSpPr>
          <p:nvPr/>
        </p:nvSpPr>
        <p:spPr>
          <a:xfrm>
            <a:off x="1162556" y="2677896"/>
            <a:ext cx="3035160" cy="113525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1pPr>
            <a:lvl2pPr marL="914400" marR="0" lvl="1"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2pPr>
            <a:lvl3pPr marL="1371600" marR="0" lvl="2"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3pPr>
            <a:lvl4pPr marL="1828800" marR="0" lvl="3"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4pPr>
            <a:lvl5pPr marL="2286000" marR="0" lvl="4"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5pPr>
            <a:lvl6pPr marL="2743200" marR="0" lvl="5"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6pPr>
            <a:lvl7pPr marL="3200400" marR="0" lvl="6"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7pPr>
            <a:lvl8pPr marL="3657600" marR="0" lvl="7"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8pPr>
            <a:lvl9pPr marL="4114800" marR="0" lvl="8"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9pPr>
          </a:lstStyle>
          <a:p>
            <a:pPr algn="l"/>
            <a:r>
              <a:rPr lang="en-US" b="1" dirty="0"/>
              <a:t>Impact Analysis:</a:t>
            </a:r>
            <a:endParaRPr lang="en-US" dirty="0"/>
          </a:p>
          <a:p>
            <a:pPr algn="l"/>
            <a:r>
              <a:rPr lang="en-US" b="1" dirty="0"/>
              <a:t>• Affected Requirements:</a:t>
            </a:r>
            <a:endParaRPr lang="en-US" dirty="0"/>
          </a:p>
          <a:p>
            <a:pPr lvl="0" algn="l"/>
            <a:r>
              <a:rPr lang="en-US" dirty="0"/>
              <a:t>FR-1: Personalized recipe display</a:t>
            </a:r>
          </a:p>
          <a:p>
            <a:pPr lvl="0" algn="l"/>
            <a:r>
              <a:rPr lang="en-US" dirty="0"/>
              <a:t>FR-2: Recipe saving and viewing</a:t>
            </a:r>
          </a:p>
          <a:p>
            <a:pPr marL="0" indent="0"/>
            <a:endParaRPr lang="en-US" dirty="0"/>
          </a:p>
        </p:txBody>
      </p:sp>
      <p:sp>
        <p:nvSpPr>
          <p:cNvPr id="25" name="Google Shape;840;p29">
            <a:extLst>
              <a:ext uri="{FF2B5EF4-FFF2-40B4-BE49-F238E27FC236}">
                <a16:creationId xmlns:a16="http://schemas.microsoft.com/office/drawing/2014/main" id="{0AC297BB-ACDD-73B9-349E-74F230367DA4}"/>
              </a:ext>
            </a:extLst>
          </p:cNvPr>
          <p:cNvSpPr txBox="1">
            <a:spLocks/>
          </p:cNvSpPr>
          <p:nvPr/>
        </p:nvSpPr>
        <p:spPr>
          <a:xfrm>
            <a:off x="4259627" y="3704196"/>
            <a:ext cx="3525241" cy="113525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1pPr>
            <a:lvl2pPr marL="914400" marR="0" lvl="1"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2pPr>
            <a:lvl3pPr marL="1371600" marR="0" lvl="2"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3pPr>
            <a:lvl4pPr marL="1828800" marR="0" lvl="3"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4pPr>
            <a:lvl5pPr marL="2286000" marR="0" lvl="4"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5pPr>
            <a:lvl6pPr marL="2743200" marR="0" lvl="5"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6pPr>
            <a:lvl7pPr marL="3200400" marR="0" lvl="6"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7pPr>
            <a:lvl8pPr marL="3657600" marR="0" lvl="7"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8pPr>
            <a:lvl9pPr marL="4114800" marR="0" lvl="8" indent="-317500" algn="ctr" rtl="0">
              <a:lnSpc>
                <a:spcPct val="115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9pPr>
          </a:lstStyle>
          <a:p>
            <a:pPr algn="l"/>
            <a:r>
              <a:rPr lang="en-US" b="1" dirty="0"/>
              <a:t>Approved?</a:t>
            </a:r>
            <a:endParaRPr lang="en-US" dirty="0"/>
          </a:p>
          <a:p>
            <a:pPr algn="l"/>
            <a:r>
              <a:rPr lang="en-US" b="1" dirty="0"/>
              <a:t>☐ Yes</a:t>
            </a:r>
          </a:p>
          <a:p>
            <a:pPr algn="l"/>
            <a:r>
              <a:rPr lang="en-US" b="1" dirty="0"/>
              <a:t>☑ No</a:t>
            </a:r>
            <a:endParaRPr lang="en-US" dirty="0"/>
          </a:p>
          <a:p>
            <a:pPr algn="l"/>
            <a:r>
              <a:rPr lang="en-US" b="1" dirty="0"/>
              <a:t>Updated SRS Version: Version 1.0.1</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9" name="Google Shape;105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ea typeface="Balsamiq Sans" panose="020B0604020202020204" charset="0"/>
              </a:rPr>
              <a:t>Conclusion</a:t>
            </a:r>
            <a:endParaRPr dirty="0">
              <a:ea typeface="Balsamiq Sans" panose="020B0604020202020204" charset="0"/>
            </a:endParaRPr>
          </a:p>
        </p:txBody>
      </p:sp>
      <p:sp>
        <p:nvSpPr>
          <p:cNvPr id="1066" name="Google Shape;1066;p35"/>
          <p:cNvSpPr txBox="1"/>
          <p:nvPr/>
        </p:nvSpPr>
        <p:spPr>
          <a:xfrm>
            <a:off x="327040" y="1227254"/>
            <a:ext cx="8489921" cy="2688993"/>
          </a:xfrm>
          <a:prstGeom prst="rect">
            <a:avLst/>
          </a:prstGeom>
          <a:noFill/>
          <a:ln>
            <a:noFill/>
          </a:ln>
        </p:spPr>
        <p:txBody>
          <a:bodyPr spcFirstLastPara="1" wrap="square" lIns="91425" tIns="91425" rIns="91425" bIns="91425" anchor="ctr" anchorCtr="0">
            <a:noAutofit/>
          </a:bodyPr>
          <a:lstStyle/>
          <a:p>
            <a:pPr lvl="0" algn="ctr">
              <a:lnSpc>
                <a:spcPct val="115000"/>
              </a:lnSpc>
            </a:pPr>
            <a:r>
              <a:rPr lang="en-US" sz="1800" dirty="0">
                <a:solidFill>
                  <a:schemeClr val="tx1"/>
                </a:solidFill>
                <a:latin typeface="Nunito" pitchFamily="2" charset="0"/>
              </a:rPr>
              <a:t>Smart Bite offers a practical and intelligent solution to everyday cooking challenges by transforming available ingredients into healthy, affordable, and easy-to-follow recipes. Through AI-powered ingredient detection and personalized meal generation, the app helps users save time, reduce food waste, and make smarter nutrition choices. Designed for students, families, and busy individuals, Smart Bite makes cooking simpler, more efficient, and more accessible—turning the question </a:t>
            </a:r>
            <a:r>
              <a:rPr lang="en-US" sz="1800" i="1" dirty="0">
                <a:solidFill>
                  <a:schemeClr val="tx1"/>
                </a:solidFill>
                <a:latin typeface="Nunito" pitchFamily="2" charset="0"/>
              </a:rPr>
              <a:t>“What should I cook?”</a:t>
            </a:r>
            <a:r>
              <a:rPr lang="en-US" sz="1800" dirty="0">
                <a:solidFill>
                  <a:schemeClr val="tx1"/>
                </a:solidFill>
                <a:latin typeface="Nunito" pitchFamily="2" charset="0"/>
              </a:rPr>
              <a:t> into instant, confidence-boosting answers.</a:t>
            </a:r>
            <a:endParaRPr sz="1800" b="1" dirty="0">
              <a:solidFill>
                <a:schemeClr val="tx1"/>
              </a:solidFill>
              <a:latin typeface="Nunito" pitchFamily="2" charset="0"/>
              <a:ea typeface="Balsamiq Sans"/>
              <a:cs typeface="Balsamiq Sans"/>
              <a:sym typeface="Balsamiq Sans"/>
            </a:endParaRPr>
          </a:p>
        </p:txBody>
      </p:sp>
      <p:grpSp>
        <p:nvGrpSpPr>
          <p:cNvPr id="1067" name="Google Shape;1067;p35"/>
          <p:cNvGrpSpPr/>
          <p:nvPr/>
        </p:nvGrpSpPr>
        <p:grpSpPr>
          <a:xfrm rot="-244207">
            <a:off x="8101988" y="3805361"/>
            <a:ext cx="644024" cy="1316944"/>
            <a:chOff x="6559385" y="753480"/>
            <a:chExt cx="203763" cy="363600"/>
          </a:xfrm>
        </p:grpSpPr>
        <p:sp>
          <p:nvSpPr>
            <p:cNvPr id="1068" name="Google Shape;1068;p35"/>
            <p:cNvSpPr/>
            <p:nvPr/>
          </p:nvSpPr>
          <p:spPr>
            <a:xfrm>
              <a:off x="6559385" y="753480"/>
              <a:ext cx="203760" cy="363600"/>
            </a:xfrm>
            <a:custGeom>
              <a:avLst/>
              <a:gdLst/>
              <a:ahLst/>
              <a:cxnLst/>
              <a:rect l="l" t="t" r="r" b="b"/>
              <a:pathLst>
                <a:path w="566" h="1010" extrusionOk="0">
                  <a:moveTo>
                    <a:pt x="91" y="602"/>
                  </a:moveTo>
                  <a:lnTo>
                    <a:pt x="112" y="599"/>
                  </a:lnTo>
                  <a:cubicBezTo>
                    <a:pt x="143" y="688"/>
                    <a:pt x="257" y="1016"/>
                    <a:pt x="293" y="1010"/>
                  </a:cubicBezTo>
                  <a:cubicBezTo>
                    <a:pt x="331" y="1004"/>
                    <a:pt x="436" y="632"/>
                    <a:pt x="457" y="556"/>
                  </a:cubicBezTo>
                  <a:lnTo>
                    <a:pt x="497" y="551"/>
                  </a:lnTo>
                  <a:cubicBezTo>
                    <a:pt x="540" y="545"/>
                    <a:pt x="570" y="506"/>
                    <a:pt x="565" y="464"/>
                  </a:cubicBezTo>
                  <a:lnTo>
                    <a:pt x="562" y="445"/>
                  </a:lnTo>
                  <a:cubicBezTo>
                    <a:pt x="558" y="408"/>
                    <a:pt x="527" y="380"/>
                    <a:pt x="491" y="377"/>
                  </a:cubicBezTo>
                  <a:cubicBezTo>
                    <a:pt x="514" y="361"/>
                    <a:pt x="528" y="333"/>
                    <a:pt x="524" y="304"/>
                  </a:cubicBezTo>
                  <a:lnTo>
                    <a:pt x="521" y="280"/>
                  </a:lnTo>
                  <a:cubicBezTo>
                    <a:pt x="516" y="237"/>
                    <a:pt x="476" y="207"/>
                    <a:pt x="434" y="212"/>
                  </a:cubicBezTo>
                  <a:lnTo>
                    <a:pt x="408" y="215"/>
                  </a:lnTo>
                  <a:cubicBezTo>
                    <a:pt x="427" y="198"/>
                    <a:pt x="438" y="167"/>
                    <a:pt x="433" y="133"/>
                  </a:cubicBezTo>
                  <a:cubicBezTo>
                    <a:pt x="427" y="86"/>
                    <a:pt x="309" y="-5"/>
                    <a:pt x="273" y="0"/>
                  </a:cubicBezTo>
                  <a:cubicBezTo>
                    <a:pt x="273" y="0"/>
                    <a:pt x="341" y="105"/>
                    <a:pt x="242" y="102"/>
                  </a:cubicBezTo>
                  <a:cubicBezTo>
                    <a:pt x="157" y="100"/>
                    <a:pt x="60" y="116"/>
                    <a:pt x="59" y="181"/>
                  </a:cubicBezTo>
                  <a:cubicBezTo>
                    <a:pt x="59" y="223"/>
                    <a:pt x="76" y="245"/>
                    <a:pt x="98" y="254"/>
                  </a:cubicBezTo>
                  <a:lnTo>
                    <a:pt x="68" y="258"/>
                  </a:lnTo>
                  <a:cubicBezTo>
                    <a:pt x="25" y="264"/>
                    <a:pt x="-5" y="303"/>
                    <a:pt x="0" y="345"/>
                  </a:cubicBezTo>
                  <a:lnTo>
                    <a:pt x="3" y="370"/>
                  </a:lnTo>
                  <a:cubicBezTo>
                    <a:pt x="7" y="399"/>
                    <a:pt x="27" y="423"/>
                    <a:pt x="53" y="433"/>
                  </a:cubicBezTo>
                  <a:cubicBezTo>
                    <a:pt x="19" y="444"/>
                    <a:pt x="-3" y="479"/>
                    <a:pt x="1" y="516"/>
                  </a:cubicBezTo>
                  <a:lnTo>
                    <a:pt x="4" y="534"/>
                  </a:lnTo>
                  <a:cubicBezTo>
                    <a:pt x="9" y="577"/>
                    <a:pt x="48" y="607"/>
                    <a:pt x="91" y="602"/>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1069" name="Google Shape;1069;p35"/>
            <p:cNvGrpSpPr/>
            <p:nvPr/>
          </p:nvGrpSpPr>
          <p:grpSpPr>
            <a:xfrm>
              <a:off x="6559388" y="753830"/>
              <a:ext cx="203760" cy="363240"/>
              <a:chOff x="8073000" y="3284280"/>
              <a:chExt cx="203760" cy="363240"/>
            </a:xfrm>
          </p:grpSpPr>
          <p:sp>
            <p:nvSpPr>
              <p:cNvPr id="1070" name="Google Shape;1070;p35"/>
              <p:cNvSpPr/>
              <p:nvPr/>
            </p:nvSpPr>
            <p:spPr>
              <a:xfrm>
                <a:off x="8110800" y="3479400"/>
                <a:ext cx="128160" cy="168120"/>
              </a:xfrm>
              <a:custGeom>
                <a:avLst/>
                <a:gdLst/>
                <a:ahLst/>
                <a:cxnLst/>
                <a:rect l="l" t="t" r="r" b="b"/>
                <a:pathLst>
                  <a:path w="356" h="467" extrusionOk="0">
                    <a:moveTo>
                      <a:pt x="0" y="35"/>
                    </a:moveTo>
                    <a:cubicBezTo>
                      <a:pt x="0" y="35"/>
                      <a:pt x="146" y="474"/>
                      <a:pt x="188" y="467"/>
                    </a:cubicBezTo>
                    <a:cubicBezTo>
                      <a:pt x="230" y="460"/>
                      <a:pt x="356" y="0"/>
                      <a:pt x="356" y="0"/>
                    </a:cubicBezTo>
                    <a:lnTo>
                      <a:pt x="0" y="35"/>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71" name="Google Shape;1071;p35"/>
              <p:cNvSpPr/>
              <p:nvPr/>
            </p:nvSpPr>
            <p:spPr>
              <a:xfrm>
                <a:off x="8073360" y="3420000"/>
                <a:ext cx="203400" cy="81360"/>
              </a:xfrm>
              <a:custGeom>
                <a:avLst/>
                <a:gdLst/>
                <a:ahLst/>
                <a:cxnLst/>
                <a:rect l="l" t="t" r="r" b="b"/>
                <a:pathLst>
                  <a:path w="565" h="226" extrusionOk="0">
                    <a:moveTo>
                      <a:pt x="496" y="173"/>
                    </a:moveTo>
                    <a:lnTo>
                      <a:pt x="90" y="225"/>
                    </a:lnTo>
                    <a:cubicBezTo>
                      <a:pt x="47" y="230"/>
                      <a:pt x="8" y="200"/>
                      <a:pt x="3" y="157"/>
                    </a:cubicBezTo>
                    <a:lnTo>
                      <a:pt x="0" y="138"/>
                    </a:lnTo>
                    <a:cubicBezTo>
                      <a:pt x="-5" y="96"/>
                      <a:pt x="25" y="57"/>
                      <a:pt x="68" y="51"/>
                    </a:cubicBezTo>
                    <a:lnTo>
                      <a:pt x="474" y="0"/>
                    </a:lnTo>
                    <a:cubicBezTo>
                      <a:pt x="517" y="-5"/>
                      <a:pt x="556" y="25"/>
                      <a:pt x="561" y="68"/>
                    </a:cubicBezTo>
                    <a:lnTo>
                      <a:pt x="564" y="86"/>
                    </a:lnTo>
                    <a:cubicBezTo>
                      <a:pt x="569" y="129"/>
                      <a:pt x="539" y="168"/>
                      <a:pt x="496" y="173"/>
                    </a:cubicBezTo>
                    <a:close/>
                  </a:path>
                </a:pathLst>
              </a:custGeom>
              <a:solidFill>
                <a:schemeClr val="lt2"/>
              </a:solidFill>
              <a:ln>
                <a:noFill/>
              </a:ln>
            </p:spPr>
            <p:txBody>
              <a:bodyPr spcFirstLastPara="1" wrap="square" lIns="90000" tIns="36350" rIns="90000" bIns="363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72" name="Google Shape;1072;p35"/>
              <p:cNvSpPr/>
              <p:nvPr/>
            </p:nvSpPr>
            <p:spPr>
              <a:xfrm>
                <a:off x="8073000" y="3360600"/>
                <a:ext cx="189000" cy="81360"/>
              </a:xfrm>
              <a:custGeom>
                <a:avLst/>
                <a:gdLst/>
                <a:ahLst/>
                <a:cxnLst/>
                <a:rect l="l" t="t" r="r" b="b"/>
                <a:pathLst>
                  <a:path w="525" h="226" extrusionOk="0">
                    <a:moveTo>
                      <a:pt x="456" y="178"/>
                    </a:moveTo>
                    <a:lnTo>
                      <a:pt x="90" y="225"/>
                    </a:lnTo>
                    <a:cubicBezTo>
                      <a:pt x="48" y="230"/>
                      <a:pt x="8" y="200"/>
                      <a:pt x="3" y="157"/>
                    </a:cubicBezTo>
                    <a:lnTo>
                      <a:pt x="0" y="133"/>
                    </a:lnTo>
                    <a:cubicBezTo>
                      <a:pt x="-5" y="90"/>
                      <a:pt x="25" y="51"/>
                      <a:pt x="68" y="46"/>
                    </a:cubicBezTo>
                    <a:lnTo>
                      <a:pt x="434" y="0"/>
                    </a:lnTo>
                    <a:cubicBezTo>
                      <a:pt x="476" y="-6"/>
                      <a:pt x="516" y="25"/>
                      <a:pt x="521" y="67"/>
                    </a:cubicBezTo>
                    <a:lnTo>
                      <a:pt x="524" y="91"/>
                    </a:lnTo>
                    <a:cubicBezTo>
                      <a:pt x="529" y="134"/>
                      <a:pt x="499" y="173"/>
                      <a:pt x="456" y="178"/>
                    </a:cubicBezTo>
                    <a:close/>
                  </a:path>
                </a:pathLst>
              </a:custGeom>
              <a:solidFill>
                <a:schemeClr val="accent5"/>
              </a:solidFill>
              <a:ln>
                <a:noFill/>
              </a:ln>
            </p:spPr>
            <p:txBody>
              <a:bodyPr spcFirstLastPara="1" wrap="square" lIns="90000" tIns="36350" rIns="90000" bIns="363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73" name="Google Shape;1073;p35"/>
              <p:cNvSpPr/>
              <p:nvPr/>
            </p:nvSpPr>
            <p:spPr>
              <a:xfrm>
                <a:off x="8094240" y="3284280"/>
                <a:ext cx="135000" cy="93600"/>
              </a:xfrm>
              <a:custGeom>
                <a:avLst/>
                <a:gdLst/>
                <a:ahLst/>
                <a:cxnLst/>
                <a:rect l="l" t="t" r="r" b="b"/>
                <a:pathLst>
                  <a:path w="375" h="260" extrusionOk="0">
                    <a:moveTo>
                      <a:pt x="321" y="228"/>
                    </a:moveTo>
                    <a:lnTo>
                      <a:pt x="76" y="259"/>
                    </a:lnTo>
                    <a:cubicBezTo>
                      <a:pt x="40" y="263"/>
                      <a:pt x="0" y="244"/>
                      <a:pt x="0" y="180"/>
                    </a:cubicBezTo>
                    <a:cubicBezTo>
                      <a:pt x="1" y="116"/>
                      <a:pt x="97" y="99"/>
                      <a:pt x="182" y="102"/>
                    </a:cubicBezTo>
                    <a:cubicBezTo>
                      <a:pt x="282" y="105"/>
                      <a:pt x="214" y="0"/>
                      <a:pt x="214" y="0"/>
                    </a:cubicBezTo>
                    <a:cubicBezTo>
                      <a:pt x="250" y="-5"/>
                      <a:pt x="368" y="85"/>
                      <a:pt x="374" y="133"/>
                    </a:cubicBezTo>
                    <a:lnTo>
                      <a:pt x="374" y="133"/>
                    </a:lnTo>
                    <a:cubicBezTo>
                      <a:pt x="380" y="181"/>
                      <a:pt x="356" y="223"/>
                      <a:pt x="321" y="228"/>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74" name="Google Shape;1074;p35"/>
              <p:cNvSpPr/>
              <p:nvPr/>
            </p:nvSpPr>
            <p:spPr>
              <a:xfrm>
                <a:off x="8140680" y="3504600"/>
                <a:ext cx="14760" cy="14760"/>
              </a:xfrm>
              <a:custGeom>
                <a:avLst/>
                <a:gdLst/>
                <a:ahLst/>
                <a:cxnLst/>
                <a:rect l="l" t="t" r="r" b="b"/>
                <a:pathLst>
                  <a:path w="41" h="41" extrusionOk="0">
                    <a:moveTo>
                      <a:pt x="41" y="20"/>
                    </a:moveTo>
                    <a:cubicBezTo>
                      <a:pt x="41" y="32"/>
                      <a:pt x="32" y="41"/>
                      <a:pt x="20" y="41"/>
                    </a:cubicBezTo>
                    <a:cubicBezTo>
                      <a:pt x="9" y="41"/>
                      <a:pt x="0" y="32"/>
                      <a:pt x="0" y="20"/>
                    </a:cubicBezTo>
                    <a:cubicBezTo>
                      <a:pt x="0" y="9"/>
                      <a:pt x="9" y="0"/>
                      <a:pt x="20" y="0"/>
                    </a:cubicBezTo>
                    <a:cubicBezTo>
                      <a:pt x="32" y="0"/>
                      <a:pt x="41" y="9"/>
                      <a:pt x="41"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75" name="Google Shape;1075;p35"/>
              <p:cNvSpPr/>
              <p:nvPr/>
            </p:nvSpPr>
            <p:spPr>
              <a:xfrm>
                <a:off x="8191080" y="3504600"/>
                <a:ext cx="14760" cy="14760"/>
              </a:xfrm>
              <a:custGeom>
                <a:avLst/>
                <a:gdLst/>
                <a:ahLst/>
                <a:cxnLst/>
                <a:rect l="l" t="t" r="r" b="b"/>
                <a:pathLst>
                  <a:path w="41" h="41" extrusionOk="0">
                    <a:moveTo>
                      <a:pt x="41" y="20"/>
                    </a:moveTo>
                    <a:cubicBezTo>
                      <a:pt x="41" y="32"/>
                      <a:pt x="32" y="41"/>
                      <a:pt x="20" y="41"/>
                    </a:cubicBezTo>
                    <a:cubicBezTo>
                      <a:pt x="9" y="41"/>
                      <a:pt x="0" y="32"/>
                      <a:pt x="0" y="20"/>
                    </a:cubicBezTo>
                    <a:cubicBezTo>
                      <a:pt x="0" y="9"/>
                      <a:pt x="9" y="0"/>
                      <a:pt x="20" y="0"/>
                    </a:cubicBezTo>
                    <a:cubicBezTo>
                      <a:pt x="32" y="0"/>
                      <a:pt x="41" y="9"/>
                      <a:pt x="41"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76" name="Google Shape;1076;p35"/>
              <p:cNvSpPr/>
              <p:nvPr/>
            </p:nvSpPr>
            <p:spPr>
              <a:xfrm>
                <a:off x="8161920" y="3523320"/>
                <a:ext cx="26280" cy="12600"/>
              </a:xfrm>
              <a:custGeom>
                <a:avLst/>
                <a:gdLst/>
                <a:ahLst/>
                <a:cxnLst/>
                <a:rect l="l" t="t" r="r" b="b"/>
                <a:pathLst>
                  <a:path w="73" h="35" extrusionOk="0">
                    <a:moveTo>
                      <a:pt x="36" y="35"/>
                    </a:moveTo>
                    <a:cubicBezTo>
                      <a:pt x="16" y="35"/>
                      <a:pt x="0" y="23"/>
                      <a:pt x="0" y="7"/>
                    </a:cubicBezTo>
                    <a:cubicBezTo>
                      <a:pt x="0" y="3"/>
                      <a:pt x="3" y="0"/>
                      <a:pt x="7" y="0"/>
                    </a:cubicBezTo>
                    <a:cubicBezTo>
                      <a:pt x="11" y="0"/>
                      <a:pt x="15" y="3"/>
                      <a:pt x="15" y="7"/>
                    </a:cubicBezTo>
                    <a:cubicBezTo>
                      <a:pt x="15" y="14"/>
                      <a:pt x="23" y="21"/>
                      <a:pt x="36" y="21"/>
                    </a:cubicBezTo>
                    <a:cubicBezTo>
                      <a:pt x="49" y="21"/>
                      <a:pt x="58" y="14"/>
                      <a:pt x="58" y="7"/>
                    </a:cubicBezTo>
                    <a:cubicBezTo>
                      <a:pt x="58" y="3"/>
                      <a:pt x="61" y="0"/>
                      <a:pt x="65" y="0"/>
                    </a:cubicBezTo>
                    <a:cubicBezTo>
                      <a:pt x="70" y="0"/>
                      <a:pt x="73" y="3"/>
                      <a:pt x="73" y="7"/>
                    </a:cubicBezTo>
                    <a:cubicBezTo>
                      <a:pt x="73" y="23"/>
                      <a:pt x="57" y="35"/>
                      <a:pt x="36" y="35"/>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77" name="Google Shape;1077;p35"/>
              <p:cNvSpPr/>
              <p:nvPr/>
            </p:nvSpPr>
            <p:spPr>
              <a:xfrm>
                <a:off x="8127360" y="3520800"/>
                <a:ext cx="19800" cy="11160"/>
              </a:xfrm>
              <a:custGeom>
                <a:avLst/>
                <a:gdLst/>
                <a:ahLst/>
                <a:cxnLst/>
                <a:rect l="l" t="t" r="r" b="b"/>
                <a:pathLst>
                  <a:path w="55" h="31" extrusionOk="0">
                    <a:moveTo>
                      <a:pt x="55" y="16"/>
                    </a:moveTo>
                    <a:cubicBezTo>
                      <a:pt x="55" y="24"/>
                      <a:pt x="43" y="31"/>
                      <a:pt x="28" y="31"/>
                    </a:cubicBezTo>
                    <a:cubicBezTo>
                      <a:pt x="13" y="31"/>
                      <a:pt x="0" y="24"/>
                      <a:pt x="0" y="16"/>
                    </a:cubicBezTo>
                    <a:cubicBezTo>
                      <a:pt x="0" y="7"/>
                      <a:pt x="13" y="0"/>
                      <a:pt x="28" y="0"/>
                    </a:cubicBezTo>
                    <a:cubicBezTo>
                      <a:pt x="43" y="0"/>
                      <a:pt x="55" y="7"/>
                      <a:pt x="55" y="1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078" name="Google Shape;1078;p35"/>
              <p:cNvSpPr/>
              <p:nvPr/>
            </p:nvSpPr>
            <p:spPr>
              <a:xfrm>
                <a:off x="8201880" y="3520800"/>
                <a:ext cx="19800" cy="11160"/>
              </a:xfrm>
              <a:custGeom>
                <a:avLst/>
                <a:gdLst/>
                <a:ahLst/>
                <a:cxnLst/>
                <a:rect l="l" t="t" r="r" b="b"/>
                <a:pathLst>
                  <a:path w="55" h="31" extrusionOk="0">
                    <a:moveTo>
                      <a:pt x="55" y="16"/>
                    </a:moveTo>
                    <a:cubicBezTo>
                      <a:pt x="55" y="24"/>
                      <a:pt x="43" y="31"/>
                      <a:pt x="28" y="31"/>
                    </a:cubicBezTo>
                    <a:cubicBezTo>
                      <a:pt x="13" y="31"/>
                      <a:pt x="0" y="24"/>
                      <a:pt x="0" y="16"/>
                    </a:cubicBezTo>
                    <a:cubicBezTo>
                      <a:pt x="0" y="7"/>
                      <a:pt x="13" y="0"/>
                      <a:pt x="28" y="0"/>
                    </a:cubicBezTo>
                    <a:cubicBezTo>
                      <a:pt x="43" y="0"/>
                      <a:pt x="55" y="7"/>
                      <a:pt x="55" y="1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40"/>
          <p:cNvSpPr txBox="1">
            <a:spLocks noGrp="1"/>
          </p:cNvSpPr>
          <p:nvPr>
            <p:ph type="title"/>
          </p:nvPr>
        </p:nvSpPr>
        <p:spPr>
          <a:xfrm>
            <a:off x="2439900" y="1307100"/>
            <a:ext cx="42642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Thank you!</a:t>
            </a:r>
            <a:endParaRPr dirty="0"/>
          </a:p>
        </p:txBody>
      </p:sp>
      <p:grpSp>
        <p:nvGrpSpPr>
          <p:cNvPr id="1208" name="Google Shape;1208;p40"/>
          <p:cNvGrpSpPr/>
          <p:nvPr/>
        </p:nvGrpSpPr>
        <p:grpSpPr>
          <a:xfrm rot="-982496">
            <a:off x="6895375" y="933827"/>
            <a:ext cx="1547048" cy="911746"/>
            <a:chOff x="7825864" y="925188"/>
            <a:chExt cx="445320" cy="262440"/>
          </a:xfrm>
        </p:grpSpPr>
        <p:sp>
          <p:nvSpPr>
            <p:cNvPr id="1209" name="Google Shape;1209;p40"/>
            <p:cNvSpPr/>
            <p:nvPr/>
          </p:nvSpPr>
          <p:spPr>
            <a:xfrm>
              <a:off x="7825864" y="925188"/>
              <a:ext cx="445320" cy="262440"/>
            </a:xfrm>
            <a:custGeom>
              <a:avLst/>
              <a:gdLst/>
              <a:ahLst/>
              <a:cxnLst/>
              <a:rect l="l" t="t" r="r" b="b"/>
              <a:pathLst>
                <a:path w="1237" h="729" extrusionOk="0">
                  <a:moveTo>
                    <a:pt x="1226" y="510"/>
                  </a:moveTo>
                  <a:cubicBezTo>
                    <a:pt x="1212" y="495"/>
                    <a:pt x="1192" y="482"/>
                    <a:pt x="1172" y="488"/>
                  </a:cubicBezTo>
                  <a:cubicBezTo>
                    <a:pt x="1190" y="468"/>
                    <a:pt x="1218" y="448"/>
                    <a:pt x="1200" y="418"/>
                  </a:cubicBezTo>
                  <a:cubicBezTo>
                    <a:pt x="1194" y="408"/>
                    <a:pt x="1183" y="401"/>
                    <a:pt x="1171" y="401"/>
                  </a:cubicBezTo>
                  <a:cubicBezTo>
                    <a:pt x="1192" y="390"/>
                    <a:pt x="1199" y="362"/>
                    <a:pt x="1190" y="340"/>
                  </a:cubicBezTo>
                  <a:cubicBezTo>
                    <a:pt x="1193" y="335"/>
                    <a:pt x="1195" y="329"/>
                    <a:pt x="1197" y="323"/>
                  </a:cubicBezTo>
                  <a:cubicBezTo>
                    <a:pt x="1200" y="316"/>
                    <a:pt x="1201" y="307"/>
                    <a:pt x="1199" y="300"/>
                  </a:cubicBezTo>
                  <a:cubicBezTo>
                    <a:pt x="1196" y="288"/>
                    <a:pt x="1185" y="280"/>
                    <a:pt x="1174" y="278"/>
                  </a:cubicBezTo>
                  <a:cubicBezTo>
                    <a:pt x="1163" y="275"/>
                    <a:pt x="1151" y="277"/>
                    <a:pt x="1140" y="281"/>
                  </a:cubicBezTo>
                  <a:cubicBezTo>
                    <a:pt x="1145" y="270"/>
                    <a:pt x="1152" y="260"/>
                    <a:pt x="1156" y="249"/>
                  </a:cubicBezTo>
                  <a:cubicBezTo>
                    <a:pt x="1161" y="238"/>
                    <a:pt x="1164" y="225"/>
                    <a:pt x="1159" y="213"/>
                  </a:cubicBezTo>
                  <a:cubicBezTo>
                    <a:pt x="1146" y="179"/>
                    <a:pt x="1107" y="184"/>
                    <a:pt x="1081" y="199"/>
                  </a:cubicBezTo>
                  <a:cubicBezTo>
                    <a:pt x="1088" y="187"/>
                    <a:pt x="1096" y="174"/>
                    <a:pt x="1094" y="161"/>
                  </a:cubicBezTo>
                  <a:cubicBezTo>
                    <a:pt x="1091" y="145"/>
                    <a:pt x="1077" y="135"/>
                    <a:pt x="1062" y="131"/>
                  </a:cubicBezTo>
                  <a:cubicBezTo>
                    <a:pt x="1056" y="129"/>
                    <a:pt x="1050" y="129"/>
                    <a:pt x="1044" y="129"/>
                  </a:cubicBezTo>
                  <a:cubicBezTo>
                    <a:pt x="1039" y="119"/>
                    <a:pt x="1032" y="109"/>
                    <a:pt x="1026" y="100"/>
                  </a:cubicBezTo>
                  <a:cubicBezTo>
                    <a:pt x="996" y="63"/>
                    <a:pt x="953" y="38"/>
                    <a:pt x="908" y="26"/>
                  </a:cubicBezTo>
                  <a:cubicBezTo>
                    <a:pt x="861" y="13"/>
                    <a:pt x="805" y="32"/>
                    <a:pt x="767" y="60"/>
                  </a:cubicBezTo>
                  <a:cubicBezTo>
                    <a:pt x="761" y="64"/>
                    <a:pt x="756" y="69"/>
                    <a:pt x="751" y="74"/>
                  </a:cubicBezTo>
                  <a:cubicBezTo>
                    <a:pt x="743" y="73"/>
                    <a:pt x="734" y="75"/>
                    <a:pt x="727" y="80"/>
                  </a:cubicBezTo>
                  <a:cubicBezTo>
                    <a:pt x="738" y="63"/>
                    <a:pt x="732" y="37"/>
                    <a:pt x="715" y="24"/>
                  </a:cubicBezTo>
                  <a:cubicBezTo>
                    <a:pt x="698" y="12"/>
                    <a:pt x="673" y="13"/>
                    <a:pt x="655" y="23"/>
                  </a:cubicBezTo>
                  <a:cubicBezTo>
                    <a:pt x="637" y="34"/>
                    <a:pt x="625" y="54"/>
                    <a:pt x="620" y="75"/>
                  </a:cubicBezTo>
                  <a:cubicBezTo>
                    <a:pt x="622" y="53"/>
                    <a:pt x="623" y="29"/>
                    <a:pt x="608" y="12"/>
                  </a:cubicBezTo>
                  <a:cubicBezTo>
                    <a:pt x="595" y="-2"/>
                    <a:pt x="570" y="-5"/>
                    <a:pt x="554" y="7"/>
                  </a:cubicBezTo>
                  <a:cubicBezTo>
                    <a:pt x="535" y="21"/>
                    <a:pt x="532" y="48"/>
                    <a:pt x="531" y="73"/>
                  </a:cubicBezTo>
                  <a:cubicBezTo>
                    <a:pt x="527" y="55"/>
                    <a:pt x="521" y="37"/>
                    <a:pt x="510" y="23"/>
                  </a:cubicBezTo>
                  <a:cubicBezTo>
                    <a:pt x="499" y="9"/>
                    <a:pt x="480" y="-1"/>
                    <a:pt x="463" y="2"/>
                  </a:cubicBezTo>
                  <a:cubicBezTo>
                    <a:pt x="446" y="6"/>
                    <a:pt x="433" y="20"/>
                    <a:pt x="427" y="35"/>
                  </a:cubicBezTo>
                  <a:cubicBezTo>
                    <a:pt x="421" y="51"/>
                    <a:pt x="422" y="68"/>
                    <a:pt x="421" y="84"/>
                  </a:cubicBezTo>
                  <a:cubicBezTo>
                    <a:pt x="407" y="71"/>
                    <a:pt x="395" y="64"/>
                    <a:pt x="379" y="77"/>
                  </a:cubicBezTo>
                  <a:cubicBezTo>
                    <a:pt x="374" y="81"/>
                    <a:pt x="370" y="87"/>
                    <a:pt x="367" y="92"/>
                  </a:cubicBezTo>
                  <a:cubicBezTo>
                    <a:pt x="364" y="91"/>
                    <a:pt x="362" y="90"/>
                    <a:pt x="359" y="89"/>
                  </a:cubicBezTo>
                  <a:cubicBezTo>
                    <a:pt x="316" y="72"/>
                    <a:pt x="259" y="77"/>
                    <a:pt x="217" y="95"/>
                  </a:cubicBezTo>
                  <a:cubicBezTo>
                    <a:pt x="207" y="99"/>
                    <a:pt x="197" y="105"/>
                    <a:pt x="188" y="110"/>
                  </a:cubicBezTo>
                  <a:cubicBezTo>
                    <a:pt x="188" y="110"/>
                    <a:pt x="187" y="110"/>
                    <a:pt x="187" y="109"/>
                  </a:cubicBezTo>
                  <a:cubicBezTo>
                    <a:pt x="175" y="103"/>
                    <a:pt x="159" y="105"/>
                    <a:pt x="149" y="114"/>
                  </a:cubicBezTo>
                  <a:cubicBezTo>
                    <a:pt x="138" y="123"/>
                    <a:pt x="134" y="138"/>
                    <a:pt x="138" y="151"/>
                  </a:cubicBezTo>
                  <a:cubicBezTo>
                    <a:pt x="108" y="123"/>
                    <a:pt x="51" y="158"/>
                    <a:pt x="70" y="198"/>
                  </a:cubicBezTo>
                  <a:cubicBezTo>
                    <a:pt x="73" y="204"/>
                    <a:pt x="79" y="210"/>
                    <a:pt x="83" y="215"/>
                  </a:cubicBezTo>
                  <a:cubicBezTo>
                    <a:pt x="66" y="208"/>
                    <a:pt x="43" y="205"/>
                    <a:pt x="29" y="218"/>
                  </a:cubicBezTo>
                  <a:cubicBezTo>
                    <a:pt x="18" y="229"/>
                    <a:pt x="17" y="249"/>
                    <a:pt x="24" y="263"/>
                  </a:cubicBezTo>
                  <a:cubicBezTo>
                    <a:pt x="31" y="278"/>
                    <a:pt x="44" y="289"/>
                    <a:pt x="57" y="299"/>
                  </a:cubicBezTo>
                  <a:cubicBezTo>
                    <a:pt x="42" y="298"/>
                    <a:pt x="27" y="303"/>
                    <a:pt x="18" y="314"/>
                  </a:cubicBezTo>
                  <a:cubicBezTo>
                    <a:pt x="7" y="331"/>
                    <a:pt x="17" y="352"/>
                    <a:pt x="30" y="365"/>
                  </a:cubicBezTo>
                  <a:cubicBezTo>
                    <a:pt x="22" y="368"/>
                    <a:pt x="14" y="372"/>
                    <a:pt x="9" y="378"/>
                  </a:cubicBezTo>
                  <a:cubicBezTo>
                    <a:pt x="-5" y="394"/>
                    <a:pt x="6" y="424"/>
                    <a:pt x="22" y="434"/>
                  </a:cubicBezTo>
                  <a:cubicBezTo>
                    <a:pt x="34" y="441"/>
                    <a:pt x="47" y="447"/>
                    <a:pt x="60" y="452"/>
                  </a:cubicBezTo>
                  <a:cubicBezTo>
                    <a:pt x="48" y="453"/>
                    <a:pt x="36" y="453"/>
                    <a:pt x="25" y="457"/>
                  </a:cubicBezTo>
                  <a:cubicBezTo>
                    <a:pt x="-2" y="468"/>
                    <a:pt x="-4" y="492"/>
                    <a:pt x="14" y="513"/>
                  </a:cubicBezTo>
                  <a:cubicBezTo>
                    <a:pt x="23" y="522"/>
                    <a:pt x="34" y="528"/>
                    <a:pt x="47" y="530"/>
                  </a:cubicBezTo>
                  <a:cubicBezTo>
                    <a:pt x="32" y="530"/>
                    <a:pt x="17" y="540"/>
                    <a:pt x="8" y="553"/>
                  </a:cubicBezTo>
                  <a:cubicBezTo>
                    <a:pt x="2" y="562"/>
                    <a:pt x="-2" y="573"/>
                    <a:pt x="1" y="583"/>
                  </a:cubicBezTo>
                  <a:cubicBezTo>
                    <a:pt x="5" y="593"/>
                    <a:pt x="15" y="600"/>
                    <a:pt x="26" y="603"/>
                  </a:cubicBezTo>
                  <a:cubicBezTo>
                    <a:pt x="36" y="605"/>
                    <a:pt x="47" y="604"/>
                    <a:pt x="58" y="602"/>
                  </a:cubicBezTo>
                  <a:cubicBezTo>
                    <a:pt x="48" y="617"/>
                    <a:pt x="40" y="637"/>
                    <a:pt x="50" y="651"/>
                  </a:cubicBezTo>
                  <a:cubicBezTo>
                    <a:pt x="55" y="659"/>
                    <a:pt x="63" y="663"/>
                    <a:pt x="73" y="665"/>
                  </a:cubicBezTo>
                  <a:cubicBezTo>
                    <a:pt x="73" y="681"/>
                    <a:pt x="75" y="697"/>
                    <a:pt x="77" y="713"/>
                  </a:cubicBezTo>
                  <a:cubicBezTo>
                    <a:pt x="77" y="714"/>
                    <a:pt x="77" y="715"/>
                    <a:pt x="77" y="716"/>
                  </a:cubicBezTo>
                  <a:cubicBezTo>
                    <a:pt x="78" y="719"/>
                    <a:pt x="79" y="722"/>
                    <a:pt x="81" y="724"/>
                  </a:cubicBezTo>
                  <a:lnTo>
                    <a:pt x="81" y="724"/>
                  </a:lnTo>
                  <a:lnTo>
                    <a:pt x="81" y="724"/>
                  </a:lnTo>
                  <a:lnTo>
                    <a:pt x="81" y="724"/>
                  </a:lnTo>
                  <a:cubicBezTo>
                    <a:pt x="86" y="729"/>
                    <a:pt x="94" y="729"/>
                    <a:pt x="101" y="728"/>
                  </a:cubicBezTo>
                  <a:cubicBezTo>
                    <a:pt x="123" y="724"/>
                    <a:pt x="145" y="721"/>
                    <a:pt x="167" y="718"/>
                  </a:cubicBezTo>
                  <a:cubicBezTo>
                    <a:pt x="270" y="704"/>
                    <a:pt x="373" y="695"/>
                    <a:pt x="475" y="690"/>
                  </a:cubicBezTo>
                  <a:cubicBezTo>
                    <a:pt x="477" y="690"/>
                    <a:pt x="479" y="690"/>
                    <a:pt x="481" y="689"/>
                  </a:cubicBezTo>
                  <a:cubicBezTo>
                    <a:pt x="493" y="689"/>
                    <a:pt x="505" y="689"/>
                    <a:pt x="517" y="688"/>
                  </a:cubicBezTo>
                  <a:cubicBezTo>
                    <a:pt x="521" y="688"/>
                    <a:pt x="525" y="688"/>
                    <a:pt x="529" y="688"/>
                  </a:cubicBezTo>
                  <a:cubicBezTo>
                    <a:pt x="539" y="687"/>
                    <a:pt x="550" y="687"/>
                    <a:pt x="560" y="687"/>
                  </a:cubicBezTo>
                  <a:cubicBezTo>
                    <a:pt x="565" y="687"/>
                    <a:pt x="571" y="687"/>
                    <a:pt x="576" y="687"/>
                  </a:cubicBezTo>
                  <a:cubicBezTo>
                    <a:pt x="586" y="686"/>
                    <a:pt x="595" y="686"/>
                    <a:pt x="605" y="686"/>
                  </a:cubicBezTo>
                  <a:cubicBezTo>
                    <a:pt x="611" y="686"/>
                    <a:pt x="617" y="686"/>
                    <a:pt x="624" y="686"/>
                  </a:cubicBezTo>
                  <a:cubicBezTo>
                    <a:pt x="633" y="686"/>
                    <a:pt x="642" y="686"/>
                    <a:pt x="651" y="686"/>
                  </a:cubicBezTo>
                  <a:cubicBezTo>
                    <a:pt x="658" y="686"/>
                    <a:pt x="665" y="686"/>
                    <a:pt x="672" y="686"/>
                  </a:cubicBezTo>
                  <a:cubicBezTo>
                    <a:pt x="680" y="686"/>
                    <a:pt x="688" y="686"/>
                    <a:pt x="697" y="686"/>
                  </a:cubicBezTo>
                  <a:cubicBezTo>
                    <a:pt x="704" y="687"/>
                    <a:pt x="712" y="687"/>
                    <a:pt x="720" y="687"/>
                  </a:cubicBezTo>
                  <a:cubicBezTo>
                    <a:pt x="728" y="687"/>
                    <a:pt x="735" y="687"/>
                    <a:pt x="743" y="687"/>
                  </a:cubicBezTo>
                  <a:cubicBezTo>
                    <a:pt x="752" y="688"/>
                    <a:pt x="760" y="688"/>
                    <a:pt x="769" y="688"/>
                  </a:cubicBezTo>
                  <a:cubicBezTo>
                    <a:pt x="776" y="689"/>
                    <a:pt x="783" y="689"/>
                    <a:pt x="790" y="689"/>
                  </a:cubicBezTo>
                  <a:cubicBezTo>
                    <a:pt x="800" y="689"/>
                    <a:pt x="810" y="690"/>
                    <a:pt x="820" y="691"/>
                  </a:cubicBezTo>
                  <a:cubicBezTo>
                    <a:pt x="826" y="691"/>
                    <a:pt x="831" y="691"/>
                    <a:pt x="837" y="691"/>
                  </a:cubicBezTo>
                  <a:cubicBezTo>
                    <a:pt x="852" y="692"/>
                    <a:pt x="868" y="693"/>
                    <a:pt x="884" y="694"/>
                  </a:cubicBezTo>
                  <a:cubicBezTo>
                    <a:pt x="973" y="700"/>
                    <a:pt x="1061" y="712"/>
                    <a:pt x="1150" y="720"/>
                  </a:cubicBezTo>
                  <a:cubicBezTo>
                    <a:pt x="1157" y="720"/>
                    <a:pt x="1164" y="720"/>
                    <a:pt x="1170" y="718"/>
                  </a:cubicBezTo>
                  <a:cubicBezTo>
                    <a:pt x="1171" y="717"/>
                    <a:pt x="1173" y="716"/>
                    <a:pt x="1175" y="714"/>
                  </a:cubicBezTo>
                  <a:cubicBezTo>
                    <a:pt x="1178" y="710"/>
                    <a:pt x="1179" y="703"/>
                    <a:pt x="1179" y="697"/>
                  </a:cubicBezTo>
                  <a:cubicBezTo>
                    <a:pt x="1180" y="684"/>
                    <a:pt x="1180" y="670"/>
                    <a:pt x="1180" y="656"/>
                  </a:cubicBezTo>
                  <a:cubicBezTo>
                    <a:pt x="1198" y="647"/>
                    <a:pt x="1209" y="625"/>
                    <a:pt x="1201" y="605"/>
                  </a:cubicBezTo>
                  <a:cubicBezTo>
                    <a:pt x="1195" y="591"/>
                    <a:pt x="1185" y="581"/>
                    <a:pt x="1174" y="571"/>
                  </a:cubicBezTo>
                  <a:cubicBezTo>
                    <a:pt x="1189" y="571"/>
                    <a:pt x="1203" y="571"/>
                    <a:pt x="1216" y="565"/>
                  </a:cubicBezTo>
                  <a:cubicBezTo>
                    <a:pt x="1229" y="558"/>
                    <a:pt x="1239" y="545"/>
                    <a:pt x="1237" y="531"/>
                  </a:cubicBezTo>
                  <a:cubicBezTo>
                    <a:pt x="1236" y="523"/>
                    <a:pt x="1231" y="516"/>
                    <a:pt x="1226" y="51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1210" name="Google Shape;1210;p40"/>
            <p:cNvGrpSpPr/>
            <p:nvPr/>
          </p:nvGrpSpPr>
          <p:grpSpPr>
            <a:xfrm>
              <a:off x="7825864" y="925188"/>
              <a:ext cx="445320" cy="262440"/>
              <a:chOff x="7825865" y="925195"/>
              <a:chExt cx="445320" cy="262440"/>
            </a:xfrm>
          </p:grpSpPr>
          <p:sp>
            <p:nvSpPr>
              <p:cNvPr id="1211" name="Google Shape;1211;p40"/>
              <p:cNvSpPr/>
              <p:nvPr/>
            </p:nvSpPr>
            <p:spPr>
              <a:xfrm>
                <a:off x="7830545" y="963715"/>
                <a:ext cx="69480" cy="106200"/>
              </a:xfrm>
              <a:custGeom>
                <a:avLst/>
                <a:gdLst/>
                <a:ahLst/>
                <a:cxnLst/>
                <a:rect l="l" t="t" r="r" b="b"/>
                <a:pathLst>
                  <a:path w="193" h="295" extrusionOk="0">
                    <a:moveTo>
                      <a:pt x="158" y="295"/>
                    </a:moveTo>
                    <a:cubicBezTo>
                      <a:pt x="135" y="290"/>
                      <a:pt x="111" y="293"/>
                      <a:pt x="87" y="291"/>
                    </a:cubicBezTo>
                    <a:cubicBezTo>
                      <a:pt x="65" y="290"/>
                      <a:pt x="41" y="281"/>
                      <a:pt x="24" y="266"/>
                    </a:cubicBezTo>
                    <a:cubicBezTo>
                      <a:pt x="9" y="253"/>
                      <a:pt x="-9" y="227"/>
                      <a:pt x="5" y="208"/>
                    </a:cubicBezTo>
                    <a:cubicBezTo>
                      <a:pt x="14" y="196"/>
                      <a:pt x="29" y="191"/>
                      <a:pt x="43" y="192"/>
                    </a:cubicBezTo>
                    <a:cubicBezTo>
                      <a:pt x="30" y="182"/>
                      <a:pt x="18" y="172"/>
                      <a:pt x="11" y="157"/>
                    </a:cubicBezTo>
                    <a:cubicBezTo>
                      <a:pt x="4" y="142"/>
                      <a:pt x="5" y="123"/>
                      <a:pt x="16" y="112"/>
                    </a:cubicBezTo>
                    <a:cubicBezTo>
                      <a:pt x="30" y="99"/>
                      <a:pt x="53" y="102"/>
                      <a:pt x="70" y="109"/>
                    </a:cubicBezTo>
                    <a:cubicBezTo>
                      <a:pt x="65" y="103"/>
                      <a:pt x="60" y="98"/>
                      <a:pt x="57" y="91"/>
                    </a:cubicBezTo>
                    <a:cubicBezTo>
                      <a:pt x="38" y="52"/>
                      <a:pt x="95" y="16"/>
                      <a:pt x="125" y="45"/>
                    </a:cubicBezTo>
                    <a:cubicBezTo>
                      <a:pt x="121" y="32"/>
                      <a:pt x="125" y="16"/>
                      <a:pt x="136" y="8"/>
                    </a:cubicBezTo>
                    <a:cubicBezTo>
                      <a:pt x="146" y="-1"/>
                      <a:pt x="161" y="-3"/>
                      <a:pt x="174" y="3"/>
                    </a:cubicBezTo>
                    <a:cubicBezTo>
                      <a:pt x="186" y="9"/>
                      <a:pt x="194" y="23"/>
                      <a:pt x="193" y="36"/>
                    </a:cubicBezTo>
                    <a:lnTo>
                      <a:pt x="158" y="295"/>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12" name="Google Shape;1212;p40"/>
              <p:cNvSpPr/>
              <p:nvPr/>
            </p:nvSpPr>
            <p:spPr>
              <a:xfrm>
                <a:off x="8186945" y="971635"/>
                <a:ext cx="70920" cy="99720"/>
              </a:xfrm>
              <a:custGeom>
                <a:avLst/>
                <a:gdLst/>
                <a:ahLst/>
                <a:cxnLst/>
                <a:rect l="l" t="t" r="r" b="b"/>
                <a:pathLst>
                  <a:path w="197" h="277" extrusionOk="0">
                    <a:moveTo>
                      <a:pt x="0" y="16"/>
                    </a:moveTo>
                    <a:cubicBezTo>
                      <a:pt x="16" y="2"/>
                      <a:pt x="39" y="-3"/>
                      <a:pt x="59" y="2"/>
                    </a:cubicBezTo>
                    <a:cubicBezTo>
                      <a:pt x="74" y="6"/>
                      <a:pt x="88" y="17"/>
                      <a:pt x="91" y="32"/>
                    </a:cubicBezTo>
                    <a:cubicBezTo>
                      <a:pt x="93" y="46"/>
                      <a:pt x="85" y="59"/>
                      <a:pt x="78" y="70"/>
                    </a:cubicBezTo>
                    <a:cubicBezTo>
                      <a:pt x="104" y="56"/>
                      <a:pt x="143" y="50"/>
                      <a:pt x="156" y="85"/>
                    </a:cubicBezTo>
                    <a:cubicBezTo>
                      <a:pt x="161" y="96"/>
                      <a:pt x="158" y="109"/>
                      <a:pt x="153" y="120"/>
                    </a:cubicBezTo>
                    <a:cubicBezTo>
                      <a:pt x="148" y="132"/>
                      <a:pt x="142" y="142"/>
                      <a:pt x="137" y="153"/>
                    </a:cubicBezTo>
                    <a:cubicBezTo>
                      <a:pt x="148" y="149"/>
                      <a:pt x="160" y="147"/>
                      <a:pt x="171" y="149"/>
                    </a:cubicBezTo>
                    <a:cubicBezTo>
                      <a:pt x="182" y="152"/>
                      <a:pt x="193" y="160"/>
                      <a:pt x="196" y="171"/>
                    </a:cubicBezTo>
                    <a:cubicBezTo>
                      <a:pt x="198" y="179"/>
                      <a:pt x="197" y="187"/>
                      <a:pt x="194" y="195"/>
                    </a:cubicBezTo>
                    <a:cubicBezTo>
                      <a:pt x="188" y="215"/>
                      <a:pt x="174" y="236"/>
                      <a:pt x="154" y="244"/>
                    </a:cubicBezTo>
                    <a:cubicBezTo>
                      <a:pt x="132" y="253"/>
                      <a:pt x="111" y="268"/>
                      <a:pt x="87" y="273"/>
                    </a:cubicBezTo>
                    <a:cubicBezTo>
                      <a:pt x="67" y="277"/>
                      <a:pt x="46" y="277"/>
                      <a:pt x="25" y="277"/>
                    </a:cubicBezTo>
                    <a:lnTo>
                      <a:pt x="0" y="16"/>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13" name="Google Shape;1213;p40"/>
              <p:cNvSpPr/>
              <p:nvPr/>
            </p:nvSpPr>
            <p:spPr>
              <a:xfrm>
                <a:off x="7825865" y="1027075"/>
                <a:ext cx="52560" cy="137880"/>
              </a:xfrm>
              <a:custGeom>
                <a:avLst/>
                <a:gdLst/>
                <a:ahLst/>
                <a:cxnLst/>
                <a:rect l="l" t="t" r="r" b="b"/>
                <a:pathLst>
                  <a:path w="146" h="383" extrusionOk="0">
                    <a:moveTo>
                      <a:pt x="146" y="24"/>
                    </a:moveTo>
                    <a:cubicBezTo>
                      <a:pt x="137" y="14"/>
                      <a:pt x="126" y="6"/>
                      <a:pt x="112" y="2"/>
                    </a:cubicBezTo>
                    <a:cubicBezTo>
                      <a:pt x="99" y="-2"/>
                      <a:pt x="84" y="0"/>
                      <a:pt x="74" y="10"/>
                    </a:cubicBezTo>
                    <a:cubicBezTo>
                      <a:pt x="64" y="20"/>
                      <a:pt x="63" y="36"/>
                      <a:pt x="67" y="50"/>
                    </a:cubicBezTo>
                    <a:cubicBezTo>
                      <a:pt x="72" y="64"/>
                      <a:pt x="81" y="75"/>
                      <a:pt x="90" y="86"/>
                    </a:cubicBezTo>
                    <a:cubicBezTo>
                      <a:pt x="67" y="76"/>
                      <a:pt x="27" y="75"/>
                      <a:pt x="9" y="96"/>
                    </a:cubicBezTo>
                    <a:cubicBezTo>
                      <a:pt x="-5" y="112"/>
                      <a:pt x="5" y="141"/>
                      <a:pt x="22" y="151"/>
                    </a:cubicBezTo>
                    <a:cubicBezTo>
                      <a:pt x="34" y="158"/>
                      <a:pt x="47" y="165"/>
                      <a:pt x="60" y="170"/>
                    </a:cubicBezTo>
                    <a:cubicBezTo>
                      <a:pt x="48" y="170"/>
                      <a:pt x="36" y="171"/>
                      <a:pt x="25" y="175"/>
                    </a:cubicBezTo>
                    <a:cubicBezTo>
                      <a:pt x="-2" y="185"/>
                      <a:pt x="-4" y="210"/>
                      <a:pt x="14" y="230"/>
                    </a:cubicBezTo>
                    <a:cubicBezTo>
                      <a:pt x="25" y="242"/>
                      <a:pt x="41" y="248"/>
                      <a:pt x="56" y="249"/>
                    </a:cubicBezTo>
                    <a:cubicBezTo>
                      <a:pt x="38" y="244"/>
                      <a:pt x="19" y="255"/>
                      <a:pt x="8" y="270"/>
                    </a:cubicBezTo>
                    <a:cubicBezTo>
                      <a:pt x="2" y="279"/>
                      <a:pt x="-2" y="291"/>
                      <a:pt x="1" y="301"/>
                    </a:cubicBezTo>
                    <a:cubicBezTo>
                      <a:pt x="5" y="311"/>
                      <a:pt x="15" y="318"/>
                      <a:pt x="25" y="320"/>
                    </a:cubicBezTo>
                    <a:cubicBezTo>
                      <a:pt x="36" y="322"/>
                      <a:pt x="47" y="321"/>
                      <a:pt x="58" y="320"/>
                    </a:cubicBezTo>
                    <a:cubicBezTo>
                      <a:pt x="48" y="335"/>
                      <a:pt x="40" y="354"/>
                      <a:pt x="50" y="369"/>
                    </a:cubicBezTo>
                    <a:cubicBezTo>
                      <a:pt x="59" y="384"/>
                      <a:pt x="81" y="384"/>
                      <a:pt x="99" y="383"/>
                    </a:cubicBezTo>
                    <a:lnTo>
                      <a:pt x="146" y="24"/>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14" name="Google Shape;1214;p40"/>
              <p:cNvSpPr/>
              <p:nvPr/>
            </p:nvSpPr>
            <p:spPr>
              <a:xfrm>
                <a:off x="7956545" y="925195"/>
                <a:ext cx="153000" cy="58680"/>
              </a:xfrm>
              <a:custGeom>
                <a:avLst/>
                <a:gdLst/>
                <a:ahLst/>
                <a:cxnLst/>
                <a:rect l="l" t="t" r="r" b="b"/>
                <a:pathLst>
                  <a:path w="425" h="163" extrusionOk="0">
                    <a:moveTo>
                      <a:pt x="3" y="122"/>
                    </a:moveTo>
                    <a:cubicBezTo>
                      <a:pt x="-5" y="106"/>
                      <a:pt x="3" y="88"/>
                      <a:pt x="16" y="78"/>
                    </a:cubicBezTo>
                    <a:cubicBezTo>
                      <a:pt x="32" y="65"/>
                      <a:pt x="44" y="72"/>
                      <a:pt x="58" y="85"/>
                    </a:cubicBezTo>
                    <a:cubicBezTo>
                      <a:pt x="59" y="68"/>
                      <a:pt x="58" y="52"/>
                      <a:pt x="64" y="36"/>
                    </a:cubicBezTo>
                    <a:cubicBezTo>
                      <a:pt x="70" y="20"/>
                      <a:pt x="83" y="6"/>
                      <a:pt x="100" y="3"/>
                    </a:cubicBezTo>
                    <a:cubicBezTo>
                      <a:pt x="117" y="0"/>
                      <a:pt x="136" y="9"/>
                      <a:pt x="147" y="23"/>
                    </a:cubicBezTo>
                    <a:cubicBezTo>
                      <a:pt x="158" y="38"/>
                      <a:pt x="164" y="55"/>
                      <a:pt x="168" y="73"/>
                    </a:cubicBezTo>
                    <a:cubicBezTo>
                      <a:pt x="169" y="49"/>
                      <a:pt x="172" y="22"/>
                      <a:pt x="191" y="7"/>
                    </a:cubicBezTo>
                    <a:cubicBezTo>
                      <a:pt x="207" y="-4"/>
                      <a:pt x="232" y="-2"/>
                      <a:pt x="245" y="13"/>
                    </a:cubicBezTo>
                    <a:cubicBezTo>
                      <a:pt x="260" y="29"/>
                      <a:pt x="259" y="54"/>
                      <a:pt x="257" y="75"/>
                    </a:cubicBezTo>
                    <a:cubicBezTo>
                      <a:pt x="262" y="55"/>
                      <a:pt x="274" y="35"/>
                      <a:pt x="292" y="24"/>
                    </a:cubicBezTo>
                    <a:cubicBezTo>
                      <a:pt x="310" y="13"/>
                      <a:pt x="335" y="12"/>
                      <a:pt x="352" y="25"/>
                    </a:cubicBezTo>
                    <a:cubicBezTo>
                      <a:pt x="369" y="37"/>
                      <a:pt x="375" y="63"/>
                      <a:pt x="364" y="81"/>
                    </a:cubicBezTo>
                    <a:cubicBezTo>
                      <a:pt x="380" y="69"/>
                      <a:pt x="405" y="73"/>
                      <a:pt x="418" y="88"/>
                    </a:cubicBezTo>
                    <a:cubicBezTo>
                      <a:pt x="433" y="109"/>
                      <a:pt x="420" y="145"/>
                      <a:pt x="406" y="163"/>
                    </a:cubicBezTo>
                    <a:lnTo>
                      <a:pt x="3" y="122"/>
                    </a:lnTo>
                    <a:close/>
                  </a:path>
                </a:pathLst>
              </a:custGeom>
              <a:solidFill>
                <a:schemeClr val="accent3"/>
              </a:solidFill>
              <a:ln>
                <a:noFill/>
              </a:ln>
            </p:spPr>
            <p:txBody>
              <a:bodyPr spcFirstLastPara="1" wrap="square" lIns="90000" tIns="13675" rIns="90000" bIns="1367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15" name="Google Shape;1215;p40"/>
              <p:cNvSpPr/>
              <p:nvPr/>
            </p:nvSpPr>
            <p:spPr>
              <a:xfrm>
                <a:off x="8190185" y="1013035"/>
                <a:ext cx="81000" cy="150120"/>
              </a:xfrm>
              <a:custGeom>
                <a:avLst/>
                <a:gdLst/>
                <a:ahLst/>
                <a:cxnLst/>
                <a:rect l="l" t="t" r="r" b="b"/>
                <a:pathLst>
                  <a:path w="225" h="417" extrusionOk="0">
                    <a:moveTo>
                      <a:pt x="0" y="13"/>
                    </a:moveTo>
                    <a:cubicBezTo>
                      <a:pt x="18" y="1"/>
                      <a:pt x="52" y="-6"/>
                      <a:pt x="72" y="7"/>
                    </a:cubicBezTo>
                    <a:cubicBezTo>
                      <a:pt x="93" y="20"/>
                      <a:pt x="87" y="54"/>
                      <a:pt x="83" y="75"/>
                    </a:cubicBezTo>
                    <a:cubicBezTo>
                      <a:pt x="87" y="71"/>
                      <a:pt x="92" y="68"/>
                      <a:pt x="98" y="66"/>
                    </a:cubicBezTo>
                    <a:cubicBezTo>
                      <a:pt x="124" y="57"/>
                      <a:pt x="156" y="64"/>
                      <a:pt x="172" y="87"/>
                    </a:cubicBezTo>
                    <a:cubicBezTo>
                      <a:pt x="188" y="109"/>
                      <a:pt x="183" y="145"/>
                      <a:pt x="159" y="158"/>
                    </a:cubicBezTo>
                    <a:cubicBezTo>
                      <a:pt x="171" y="158"/>
                      <a:pt x="182" y="164"/>
                      <a:pt x="188" y="174"/>
                    </a:cubicBezTo>
                    <a:cubicBezTo>
                      <a:pt x="206" y="205"/>
                      <a:pt x="178" y="225"/>
                      <a:pt x="160" y="245"/>
                    </a:cubicBezTo>
                    <a:cubicBezTo>
                      <a:pt x="180" y="239"/>
                      <a:pt x="200" y="252"/>
                      <a:pt x="213" y="267"/>
                    </a:cubicBezTo>
                    <a:cubicBezTo>
                      <a:pt x="219" y="273"/>
                      <a:pt x="224" y="280"/>
                      <a:pt x="225" y="288"/>
                    </a:cubicBezTo>
                    <a:cubicBezTo>
                      <a:pt x="227" y="302"/>
                      <a:pt x="217" y="315"/>
                      <a:pt x="204" y="321"/>
                    </a:cubicBezTo>
                    <a:cubicBezTo>
                      <a:pt x="191" y="327"/>
                      <a:pt x="177" y="327"/>
                      <a:pt x="162" y="328"/>
                    </a:cubicBezTo>
                    <a:cubicBezTo>
                      <a:pt x="173" y="337"/>
                      <a:pt x="183" y="348"/>
                      <a:pt x="189" y="361"/>
                    </a:cubicBezTo>
                    <a:cubicBezTo>
                      <a:pt x="200" y="389"/>
                      <a:pt x="175" y="419"/>
                      <a:pt x="146" y="417"/>
                    </a:cubicBezTo>
                    <a:cubicBezTo>
                      <a:pt x="120" y="415"/>
                      <a:pt x="85" y="406"/>
                      <a:pt x="74" y="379"/>
                    </a:cubicBezTo>
                    <a:lnTo>
                      <a:pt x="0" y="13"/>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16" name="Google Shape;1216;p40"/>
              <p:cNvSpPr/>
              <p:nvPr/>
            </p:nvSpPr>
            <p:spPr>
              <a:xfrm>
                <a:off x="7860785" y="953995"/>
                <a:ext cx="122400" cy="111960"/>
              </a:xfrm>
              <a:custGeom>
                <a:avLst/>
                <a:gdLst/>
                <a:ahLst/>
                <a:cxnLst/>
                <a:rect l="l" t="t" r="r" b="b"/>
                <a:pathLst>
                  <a:path w="340" h="311" extrusionOk="0">
                    <a:moveTo>
                      <a:pt x="59" y="311"/>
                    </a:moveTo>
                    <a:cubicBezTo>
                      <a:pt x="38" y="299"/>
                      <a:pt x="23" y="278"/>
                      <a:pt x="14" y="255"/>
                    </a:cubicBezTo>
                    <a:cubicBezTo>
                      <a:pt x="-3" y="211"/>
                      <a:pt x="-7" y="153"/>
                      <a:pt x="18" y="110"/>
                    </a:cubicBezTo>
                    <a:cubicBezTo>
                      <a:pt x="41" y="70"/>
                      <a:pt x="76" y="34"/>
                      <a:pt x="120" y="16"/>
                    </a:cubicBezTo>
                    <a:cubicBezTo>
                      <a:pt x="162" y="-2"/>
                      <a:pt x="219" y="-7"/>
                      <a:pt x="262" y="10"/>
                    </a:cubicBezTo>
                    <a:cubicBezTo>
                      <a:pt x="300" y="24"/>
                      <a:pt x="327" y="55"/>
                      <a:pt x="340" y="93"/>
                    </a:cubicBezTo>
                    <a:lnTo>
                      <a:pt x="59" y="311"/>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17" name="Google Shape;1217;p40"/>
              <p:cNvSpPr/>
              <p:nvPr/>
            </p:nvSpPr>
            <p:spPr>
              <a:xfrm>
                <a:off x="7886705" y="972715"/>
                <a:ext cx="44280" cy="48240"/>
              </a:xfrm>
              <a:custGeom>
                <a:avLst/>
                <a:gdLst/>
                <a:ahLst/>
                <a:cxnLst/>
                <a:rect l="l" t="t" r="r" b="b"/>
                <a:pathLst>
                  <a:path w="123" h="134" extrusionOk="0">
                    <a:moveTo>
                      <a:pt x="72" y="134"/>
                    </a:moveTo>
                    <a:cubicBezTo>
                      <a:pt x="54" y="126"/>
                      <a:pt x="36" y="117"/>
                      <a:pt x="22" y="102"/>
                    </a:cubicBezTo>
                    <a:cubicBezTo>
                      <a:pt x="12" y="91"/>
                      <a:pt x="0" y="75"/>
                      <a:pt x="0" y="60"/>
                    </a:cubicBezTo>
                    <a:cubicBezTo>
                      <a:pt x="-1" y="30"/>
                      <a:pt x="31" y="-3"/>
                      <a:pt x="61" y="0"/>
                    </a:cubicBezTo>
                    <a:cubicBezTo>
                      <a:pt x="86" y="3"/>
                      <a:pt x="100" y="42"/>
                      <a:pt x="107" y="62"/>
                    </a:cubicBezTo>
                    <a:cubicBezTo>
                      <a:pt x="113" y="75"/>
                      <a:pt x="118" y="88"/>
                      <a:pt x="123" y="102"/>
                    </a:cubicBezTo>
                    <a:lnTo>
                      <a:pt x="72" y="134"/>
                    </a:lnTo>
                    <a:close/>
                  </a:path>
                </a:pathLst>
              </a:custGeom>
              <a:solidFill>
                <a:schemeClr val="accent2"/>
              </a:solidFill>
              <a:ln>
                <a:noFill/>
              </a:ln>
            </p:spPr>
            <p:txBody>
              <a:bodyPr spcFirstLastPara="1" wrap="square" lIns="90000" tIns="3225" rIns="90000" bIns="32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18" name="Google Shape;1218;p40"/>
              <p:cNvSpPr/>
              <p:nvPr/>
            </p:nvSpPr>
            <p:spPr>
              <a:xfrm>
                <a:off x="7905065" y="980995"/>
                <a:ext cx="19440" cy="31320"/>
              </a:xfrm>
              <a:custGeom>
                <a:avLst/>
                <a:gdLst/>
                <a:ahLst/>
                <a:cxnLst/>
                <a:rect l="l" t="t" r="r" b="b"/>
                <a:pathLst>
                  <a:path w="54" h="87" extrusionOk="0">
                    <a:moveTo>
                      <a:pt x="50" y="87"/>
                    </a:moveTo>
                    <a:cubicBezTo>
                      <a:pt x="35" y="74"/>
                      <a:pt x="23" y="56"/>
                      <a:pt x="12" y="39"/>
                    </a:cubicBezTo>
                    <a:cubicBezTo>
                      <a:pt x="7" y="31"/>
                      <a:pt x="0" y="21"/>
                      <a:pt x="0" y="12"/>
                    </a:cubicBezTo>
                    <a:cubicBezTo>
                      <a:pt x="0" y="-8"/>
                      <a:pt x="18" y="0"/>
                      <a:pt x="26" y="10"/>
                    </a:cubicBezTo>
                    <a:cubicBezTo>
                      <a:pt x="42" y="30"/>
                      <a:pt x="48" y="55"/>
                      <a:pt x="54" y="79"/>
                    </a:cubicBezTo>
                    <a:lnTo>
                      <a:pt x="50" y="87"/>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19" name="Google Shape;1219;p40"/>
              <p:cNvSpPr/>
              <p:nvPr/>
            </p:nvSpPr>
            <p:spPr>
              <a:xfrm>
                <a:off x="7892105" y="994315"/>
                <a:ext cx="29160" cy="23760"/>
              </a:xfrm>
              <a:custGeom>
                <a:avLst/>
                <a:gdLst/>
                <a:ahLst/>
                <a:cxnLst/>
                <a:rect l="l" t="t" r="r" b="b"/>
                <a:pathLst>
                  <a:path w="81" h="66" extrusionOk="0">
                    <a:moveTo>
                      <a:pt x="80" y="58"/>
                    </a:moveTo>
                    <a:cubicBezTo>
                      <a:pt x="62" y="37"/>
                      <a:pt x="41" y="15"/>
                      <a:pt x="17" y="3"/>
                    </a:cubicBezTo>
                    <a:cubicBezTo>
                      <a:pt x="13" y="1"/>
                      <a:pt x="10" y="0"/>
                      <a:pt x="7" y="0"/>
                    </a:cubicBezTo>
                    <a:cubicBezTo>
                      <a:pt x="3" y="1"/>
                      <a:pt x="0" y="5"/>
                      <a:pt x="0" y="9"/>
                    </a:cubicBezTo>
                    <a:cubicBezTo>
                      <a:pt x="-1" y="13"/>
                      <a:pt x="1" y="17"/>
                      <a:pt x="3" y="20"/>
                    </a:cubicBezTo>
                    <a:cubicBezTo>
                      <a:pt x="7" y="26"/>
                      <a:pt x="13" y="30"/>
                      <a:pt x="19" y="34"/>
                    </a:cubicBezTo>
                    <a:cubicBezTo>
                      <a:pt x="38" y="46"/>
                      <a:pt x="59" y="57"/>
                      <a:pt x="81" y="66"/>
                    </a:cubicBezTo>
                    <a:lnTo>
                      <a:pt x="80" y="58"/>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0" name="Google Shape;1220;p40"/>
              <p:cNvSpPr/>
              <p:nvPr/>
            </p:nvSpPr>
            <p:spPr>
              <a:xfrm>
                <a:off x="7929185" y="963715"/>
                <a:ext cx="31680" cy="40320"/>
              </a:xfrm>
              <a:custGeom>
                <a:avLst/>
                <a:gdLst/>
                <a:ahLst/>
                <a:cxnLst/>
                <a:rect l="l" t="t" r="r" b="b"/>
                <a:pathLst>
                  <a:path w="88" h="112" extrusionOk="0">
                    <a:moveTo>
                      <a:pt x="20" y="108"/>
                    </a:moveTo>
                    <a:cubicBezTo>
                      <a:pt x="11" y="94"/>
                      <a:pt x="3" y="78"/>
                      <a:pt x="1" y="61"/>
                    </a:cubicBezTo>
                    <a:cubicBezTo>
                      <a:pt x="-1" y="48"/>
                      <a:pt x="-1" y="31"/>
                      <a:pt x="6" y="20"/>
                    </a:cubicBezTo>
                    <a:cubicBezTo>
                      <a:pt x="20" y="-1"/>
                      <a:pt x="60" y="-8"/>
                      <a:pt x="80" y="10"/>
                    </a:cubicBezTo>
                    <a:cubicBezTo>
                      <a:pt x="96" y="25"/>
                      <a:pt x="85" y="59"/>
                      <a:pt x="81" y="77"/>
                    </a:cubicBezTo>
                    <a:cubicBezTo>
                      <a:pt x="78" y="89"/>
                      <a:pt x="75" y="101"/>
                      <a:pt x="72" y="112"/>
                    </a:cubicBezTo>
                    <a:lnTo>
                      <a:pt x="20" y="108"/>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1" name="Google Shape;1221;p40"/>
              <p:cNvSpPr/>
              <p:nvPr/>
            </p:nvSpPr>
            <p:spPr>
              <a:xfrm>
                <a:off x="7946825" y="971995"/>
                <a:ext cx="9000" cy="30240"/>
              </a:xfrm>
              <a:custGeom>
                <a:avLst/>
                <a:gdLst/>
                <a:ahLst/>
                <a:cxnLst/>
                <a:rect l="l" t="t" r="r" b="b"/>
                <a:pathLst>
                  <a:path w="25" h="84" extrusionOk="0">
                    <a:moveTo>
                      <a:pt x="3" y="84"/>
                    </a:moveTo>
                    <a:cubicBezTo>
                      <a:pt x="-1" y="67"/>
                      <a:pt x="0" y="48"/>
                      <a:pt x="1" y="31"/>
                    </a:cubicBezTo>
                    <a:cubicBezTo>
                      <a:pt x="1" y="24"/>
                      <a:pt x="1" y="13"/>
                      <a:pt x="6" y="6"/>
                    </a:cubicBezTo>
                    <a:cubicBezTo>
                      <a:pt x="16" y="-8"/>
                      <a:pt x="25" y="7"/>
                      <a:pt x="25" y="18"/>
                    </a:cubicBezTo>
                    <a:cubicBezTo>
                      <a:pt x="26" y="40"/>
                      <a:pt x="18" y="61"/>
                      <a:pt x="10" y="81"/>
                    </a:cubicBezTo>
                    <a:lnTo>
                      <a:pt x="3" y="84"/>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2" name="Google Shape;1222;p40"/>
              <p:cNvSpPr/>
              <p:nvPr/>
            </p:nvSpPr>
            <p:spPr>
              <a:xfrm>
                <a:off x="7932425" y="974875"/>
                <a:ext cx="12600" cy="30600"/>
              </a:xfrm>
              <a:custGeom>
                <a:avLst/>
                <a:gdLst/>
                <a:ahLst/>
                <a:cxnLst/>
                <a:rect l="l" t="t" r="r" b="b"/>
                <a:pathLst>
                  <a:path w="35" h="85" extrusionOk="0">
                    <a:moveTo>
                      <a:pt x="35" y="78"/>
                    </a:moveTo>
                    <a:cubicBezTo>
                      <a:pt x="33" y="54"/>
                      <a:pt x="29" y="29"/>
                      <a:pt x="18" y="7"/>
                    </a:cubicBezTo>
                    <a:cubicBezTo>
                      <a:pt x="17" y="5"/>
                      <a:pt x="15" y="2"/>
                      <a:pt x="12" y="1"/>
                    </a:cubicBezTo>
                    <a:cubicBezTo>
                      <a:pt x="9" y="-1"/>
                      <a:pt x="5" y="0"/>
                      <a:pt x="3" y="3"/>
                    </a:cubicBezTo>
                    <a:cubicBezTo>
                      <a:pt x="1" y="5"/>
                      <a:pt x="0" y="9"/>
                      <a:pt x="0" y="12"/>
                    </a:cubicBezTo>
                    <a:cubicBezTo>
                      <a:pt x="-1" y="18"/>
                      <a:pt x="2" y="24"/>
                      <a:pt x="4" y="30"/>
                    </a:cubicBezTo>
                    <a:cubicBezTo>
                      <a:pt x="11" y="49"/>
                      <a:pt x="21" y="67"/>
                      <a:pt x="32" y="85"/>
                    </a:cubicBezTo>
                    <a:lnTo>
                      <a:pt x="35" y="78"/>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3" name="Google Shape;1223;p40"/>
              <p:cNvSpPr/>
              <p:nvPr/>
            </p:nvSpPr>
            <p:spPr>
              <a:xfrm>
                <a:off x="7870505" y="1012675"/>
                <a:ext cx="42120" cy="34200"/>
              </a:xfrm>
              <a:custGeom>
                <a:avLst/>
                <a:gdLst/>
                <a:ahLst/>
                <a:cxnLst/>
                <a:rect l="l" t="t" r="r" b="b"/>
                <a:pathLst>
                  <a:path w="117" h="95" extrusionOk="0">
                    <a:moveTo>
                      <a:pt x="100" y="88"/>
                    </a:moveTo>
                    <a:cubicBezTo>
                      <a:pt x="83" y="92"/>
                      <a:pt x="66" y="96"/>
                      <a:pt x="49" y="94"/>
                    </a:cubicBezTo>
                    <a:cubicBezTo>
                      <a:pt x="36" y="92"/>
                      <a:pt x="19" y="88"/>
                      <a:pt x="11" y="78"/>
                    </a:cubicBezTo>
                    <a:cubicBezTo>
                      <a:pt x="-6" y="58"/>
                      <a:pt x="-2" y="18"/>
                      <a:pt x="21" y="4"/>
                    </a:cubicBezTo>
                    <a:cubicBezTo>
                      <a:pt x="40" y="-8"/>
                      <a:pt x="70" y="12"/>
                      <a:pt x="86" y="21"/>
                    </a:cubicBezTo>
                    <a:cubicBezTo>
                      <a:pt x="96" y="27"/>
                      <a:pt x="107" y="33"/>
                      <a:pt x="117" y="39"/>
                    </a:cubicBezTo>
                    <a:lnTo>
                      <a:pt x="100" y="88"/>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4" name="Google Shape;1224;p40"/>
              <p:cNvSpPr/>
              <p:nvPr/>
            </p:nvSpPr>
            <p:spPr>
              <a:xfrm>
                <a:off x="7880945" y="1018795"/>
                <a:ext cx="28080" cy="14040"/>
              </a:xfrm>
              <a:custGeom>
                <a:avLst/>
                <a:gdLst/>
                <a:ahLst/>
                <a:cxnLst/>
                <a:rect l="l" t="t" r="r" b="b"/>
                <a:pathLst>
                  <a:path w="78" h="39" extrusionOk="0">
                    <a:moveTo>
                      <a:pt x="78" y="39"/>
                    </a:moveTo>
                    <a:cubicBezTo>
                      <a:pt x="61" y="39"/>
                      <a:pt x="42" y="33"/>
                      <a:pt x="26" y="28"/>
                    </a:cubicBezTo>
                    <a:cubicBezTo>
                      <a:pt x="19" y="25"/>
                      <a:pt x="9" y="22"/>
                      <a:pt x="3" y="16"/>
                    </a:cubicBezTo>
                    <a:cubicBezTo>
                      <a:pt x="-7" y="3"/>
                      <a:pt x="10" y="-2"/>
                      <a:pt x="20" y="0"/>
                    </a:cubicBezTo>
                    <a:cubicBezTo>
                      <a:pt x="42" y="5"/>
                      <a:pt x="59" y="19"/>
                      <a:pt x="77" y="32"/>
                    </a:cubicBezTo>
                    <a:lnTo>
                      <a:pt x="78" y="39"/>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5" name="Google Shape;1225;p40"/>
              <p:cNvSpPr/>
              <p:nvPr/>
            </p:nvSpPr>
            <p:spPr>
              <a:xfrm>
                <a:off x="8086865" y="933475"/>
                <a:ext cx="123840" cy="111600"/>
              </a:xfrm>
              <a:custGeom>
                <a:avLst/>
                <a:gdLst/>
                <a:ahLst/>
                <a:cxnLst/>
                <a:rect l="l" t="t" r="r" b="b"/>
                <a:pathLst>
                  <a:path w="344" h="310" extrusionOk="0">
                    <a:moveTo>
                      <a:pt x="0" y="96"/>
                    </a:moveTo>
                    <a:cubicBezTo>
                      <a:pt x="6" y="72"/>
                      <a:pt x="22" y="52"/>
                      <a:pt x="42" y="38"/>
                    </a:cubicBezTo>
                    <a:cubicBezTo>
                      <a:pt x="80" y="10"/>
                      <a:pt x="136" y="-9"/>
                      <a:pt x="183" y="4"/>
                    </a:cubicBezTo>
                    <a:cubicBezTo>
                      <a:pt x="228" y="16"/>
                      <a:pt x="271" y="40"/>
                      <a:pt x="301" y="78"/>
                    </a:cubicBezTo>
                    <a:cubicBezTo>
                      <a:pt x="329" y="114"/>
                      <a:pt x="348" y="168"/>
                      <a:pt x="343" y="214"/>
                    </a:cubicBezTo>
                    <a:cubicBezTo>
                      <a:pt x="339" y="254"/>
                      <a:pt x="316" y="288"/>
                      <a:pt x="282" y="310"/>
                    </a:cubicBezTo>
                    <a:lnTo>
                      <a:pt x="0" y="96"/>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6" name="Google Shape;1226;p40"/>
              <p:cNvSpPr/>
              <p:nvPr/>
            </p:nvSpPr>
            <p:spPr>
              <a:xfrm>
                <a:off x="8137985" y="952915"/>
                <a:ext cx="45720" cy="47520"/>
              </a:xfrm>
              <a:custGeom>
                <a:avLst/>
                <a:gdLst/>
                <a:ahLst/>
                <a:cxnLst/>
                <a:rect l="l" t="t" r="r" b="b"/>
                <a:pathLst>
                  <a:path w="127" h="132" extrusionOk="0">
                    <a:moveTo>
                      <a:pt x="0" y="91"/>
                    </a:moveTo>
                    <a:cubicBezTo>
                      <a:pt x="4" y="72"/>
                      <a:pt x="8" y="52"/>
                      <a:pt x="18" y="35"/>
                    </a:cubicBezTo>
                    <a:cubicBezTo>
                      <a:pt x="26" y="22"/>
                      <a:pt x="39" y="7"/>
                      <a:pt x="53" y="2"/>
                    </a:cubicBezTo>
                    <a:cubicBezTo>
                      <a:pt x="82" y="-6"/>
                      <a:pt x="122" y="16"/>
                      <a:pt x="127" y="46"/>
                    </a:cubicBezTo>
                    <a:cubicBezTo>
                      <a:pt x="131" y="71"/>
                      <a:pt x="96" y="94"/>
                      <a:pt x="79" y="107"/>
                    </a:cubicBezTo>
                    <a:cubicBezTo>
                      <a:pt x="68" y="115"/>
                      <a:pt x="56" y="124"/>
                      <a:pt x="45" y="132"/>
                    </a:cubicBezTo>
                    <a:lnTo>
                      <a:pt x="0" y="91"/>
                    </a:lnTo>
                    <a:close/>
                  </a:path>
                </a:pathLst>
              </a:custGeom>
              <a:solidFill>
                <a:schemeClr val="accent2"/>
              </a:solidFill>
              <a:ln>
                <a:noFill/>
              </a:ln>
            </p:spPr>
            <p:txBody>
              <a:bodyPr spcFirstLastPara="1" wrap="square" lIns="90000" tIns="2500" rIns="90000" bIns="25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7" name="Google Shape;1227;p40"/>
              <p:cNvSpPr/>
              <p:nvPr/>
            </p:nvSpPr>
            <p:spPr>
              <a:xfrm>
                <a:off x="8149865" y="968755"/>
                <a:ext cx="26640" cy="25560"/>
              </a:xfrm>
              <a:custGeom>
                <a:avLst/>
                <a:gdLst/>
                <a:ahLst/>
                <a:cxnLst/>
                <a:rect l="l" t="t" r="r" b="b"/>
                <a:pathLst>
                  <a:path w="74" h="71" extrusionOk="0">
                    <a:moveTo>
                      <a:pt x="0" y="69"/>
                    </a:moveTo>
                    <a:cubicBezTo>
                      <a:pt x="9" y="51"/>
                      <a:pt x="23" y="34"/>
                      <a:pt x="37" y="20"/>
                    </a:cubicBezTo>
                    <a:cubicBezTo>
                      <a:pt x="43" y="13"/>
                      <a:pt x="51" y="4"/>
                      <a:pt x="60" y="1"/>
                    </a:cubicBezTo>
                    <a:cubicBezTo>
                      <a:pt x="79" y="-4"/>
                      <a:pt x="76" y="16"/>
                      <a:pt x="69" y="26"/>
                    </a:cubicBezTo>
                    <a:cubicBezTo>
                      <a:pt x="53" y="46"/>
                      <a:pt x="31" y="59"/>
                      <a:pt x="9" y="71"/>
                    </a:cubicBezTo>
                    <a:lnTo>
                      <a:pt x="0" y="69"/>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8" name="Google Shape;1228;p40"/>
              <p:cNvSpPr/>
              <p:nvPr/>
            </p:nvSpPr>
            <p:spPr>
              <a:xfrm>
                <a:off x="8144825" y="959755"/>
                <a:ext cx="16560" cy="33840"/>
              </a:xfrm>
              <a:custGeom>
                <a:avLst/>
                <a:gdLst/>
                <a:ahLst/>
                <a:cxnLst/>
                <a:rect l="l" t="t" r="r" b="b"/>
                <a:pathLst>
                  <a:path w="46" h="94" extrusionOk="0">
                    <a:moveTo>
                      <a:pt x="8" y="90"/>
                    </a:moveTo>
                    <a:cubicBezTo>
                      <a:pt x="24" y="68"/>
                      <a:pt x="39" y="42"/>
                      <a:pt x="45" y="15"/>
                    </a:cubicBezTo>
                    <a:cubicBezTo>
                      <a:pt x="46" y="12"/>
                      <a:pt x="46" y="8"/>
                      <a:pt x="45" y="5"/>
                    </a:cubicBezTo>
                    <a:cubicBezTo>
                      <a:pt x="43" y="2"/>
                      <a:pt x="38" y="0"/>
                      <a:pt x="35" y="0"/>
                    </a:cubicBezTo>
                    <a:cubicBezTo>
                      <a:pt x="31" y="1"/>
                      <a:pt x="27" y="3"/>
                      <a:pt x="25" y="6"/>
                    </a:cubicBezTo>
                    <a:cubicBezTo>
                      <a:pt x="20" y="12"/>
                      <a:pt x="18" y="18"/>
                      <a:pt x="15" y="25"/>
                    </a:cubicBezTo>
                    <a:cubicBezTo>
                      <a:pt x="8" y="48"/>
                      <a:pt x="3" y="71"/>
                      <a:pt x="0" y="94"/>
                    </a:cubicBezTo>
                    <a:lnTo>
                      <a:pt x="8" y="90"/>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29" name="Google Shape;1229;p40"/>
              <p:cNvSpPr/>
              <p:nvPr/>
            </p:nvSpPr>
            <p:spPr>
              <a:xfrm>
                <a:off x="8161745" y="990355"/>
                <a:ext cx="41040" cy="32040"/>
              </a:xfrm>
              <a:custGeom>
                <a:avLst/>
                <a:gdLst/>
                <a:ahLst/>
                <a:cxnLst/>
                <a:rect l="l" t="t" r="r" b="b"/>
                <a:pathLst>
                  <a:path w="114" h="89" extrusionOk="0">
                    <a:moveTo>
                      <a:pt x="0" y="37"/>
                    </a:moveTo>
                    <a:cubicBezTo>
                      <a:pt x="12" y="26"/>
                      <a:pt x="26" y="13"/>
                      <a:pt x="41" y="7"/>
                    </a:cubicBezTo>
                    <a:cubicBezTo>
                      <a:pt x="53" y="2"/>
                      <a:pt x="70" y="-3"/>
                      <a:pt x="82" y="2"/>
                    </a:cubicBezTo>
                    <a:cubicBezTo>
                      <a:pt x="106" y="10"/>
                      <a:pt x="123" y="46"/>
                      <a:pt x="110" y="70"/>
                    </a:cubicBezTo>
                    <a:cubicBezTo>
                      <a:pt x="100" y="90"/>
                      <a:pt x="65" y="88"/>
                      <a:pt x="46" y="89"/>
                    </a:cubicBezTo>
                    <a:cubicBezTo>
                      <a:pt x="34" y="89"/>
                      <a:pt x="22" y="89"/>
                      <a:pt x="10" y="89"/>
                    </a:cubicBezTo>
                    <a:lnTo>
                      <a:pt x="0" y="37"/>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0" name="Google Shape;1230;p40"/>
              <p:cNvSpPr/>
              <p:nvPr/>
            </p:nvSpPr>
            <p:spPr>
              <a:xfrm>
                <a:off x="8166425" y="1008355"/>
                <a:ext cx="30240" cy="9720"/>
              </a:xfrm>
              <a:custGeom>
                <a:avLst/>
                <a:gdLst/>
                <a:ahLst/>
                <a:cxnLst/>
                <a:rect l="l" t="t" r="r" b="b"/>
                <a:pathLst>
                  <a:path w="84" h="27" extrusionOk="0">
                    <a:moveTo>
                      <a:pt x="0" y="19"/>
                    </a:moveTo>
                    <a:cubicBezTo>
                      <a:pt x="15" y="10"/>
                      <a:pt x="34" y="6"/>
                      <a:pt x="50" y="3"/>
                    </a:cubicBezTo>
                    <a:cubicBezTo>
                      <a:pt x="58" y="1"/>
                      <a:pt x="69" y="-1"/>
                      <a:pt x="76" y="1"/>
                    </a:cubicBezTo>
                    <a:cubicBezTo>
                      <a:pt x="92" y="7"/>
                      <a:pt x="80" y="20"/>
                      <a:pt x="69" y="23"/>
                    </a:cubicBezTo>
                    <a:cubicBezTo>
                      <a:pt x="49" y="30"/>
                      <a:pt x="26" y="27"/>
                      <a:pt x="5" y="25"/>
                    </a:cubicBezTo>
                    <a:lnTo>
                      <a:pt x="0" y="19"/>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1" name="Google Shape;1231;p40"/>
              <p:cNvSpPr/>
              <p:nvPr/>
            </p:nvSpPr>
            <p:spPr>
              <a:xfrm>
                <a:off x="8162825" y="994675"/>
                <a:ext cx="27720" cy="18720"/>
              </a:xfrm>
              <a:custGeom>
                <a:avLst/>
                <a:gdLst/>
                <a:ahLst/>
                <a:cxnLst/>
                <a:rect l="l" t="t" r="r" b="b"/>
                <a:pathLst>
                  <a:path w="77" h="52" extrusionOk="0">
                    <a:moveTo>
                      <a:pt x="8" y="52"/>
                    </a:moveTo>
                    <a:cubicBezTo>
                      <a:pt x="30" y="44"/>
                      <a:pt x="54" y="33"/>
                      <a:pt x="72" y="17"/>
                    </a:cubicBezTo>
                    <a:cubicBezTo>
                      <a:pt x="74" y="15"/>
                      <a:pt x="76" y="13"/>
                      <a:pt x="77" y="10"/>
                    </a:cubicBezTo>
                    <a:cubicBezTo>
                      <a:pt x="77" y="7"/>
                      <a:pt x="75" y="3"/>
                      <a:pt x="72" y="2"/>
                    </a:cubicBezTo>
                    <a:cubicBezTo>
                      <a:pt x="69" y="0"/>
                      <a:pt x="65" y="0"/>
                      <a:pt x="62" y="1"/>
                    </a:cubicBezTo>
                    <a:cubicBezTo>
                      <a:pt x="56" y="2"/>
                      <a:pt x="51" y="6"/>
                      <a:pt x="46" y="9"/>
                    </a:cubicBezTo>
                    <a:cubicBezTo>
                      <a:pt x="30" y="22"/>
                      <a:pt x="14" y="35"/>
                      <a:pt x="0" y="50"/>
                    </a:cubicBezTo>
                    <a:lnTo>
                      <a:pt x="8" y="52"/>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2" name="Google Shape;1232;p40"/>
              <p:cNvSpPr/>
              <p:nvPr/>
            </p:nvSpPr>
            <p:spPr>
              <a:xfrm>
                <a:off x="8106665" y="946795"/>
                <a:ext cx="32040" cy="40680"/>
              </a:xfrm>
              <a:custGeom>
                <a:avLst/>
                <a:gdLst/>
                <a:ahLst/>
                <a:cxnLst/>
                <a:rect l="l" t="t" r="r" b="b"/>
                <a:pathLst>
                  <a:path w="89" h="113" extrusionOk="0">
                    <a:moveTo>
                      <a:pt x="20" y="108"/>
                    </a:moveTo>
                    <a:cubicBezTo>
                      <a:pt x="12" y="93"/>
                      <a:pt x="4" y="77"/>
                      <a:pt x="1" y="60"/>
                    </a:cubicBezTo>
                    <a:cubicBezTo>
                      <a:pt x="0" y="48"/>
                      <a:pt x="0" y="30"/>
                      <a:pt x="7" y="20"/>
                    </a:cubicBezTo>
                    <a:cubicBezTo>
                      <a:pt x="22" y="-1"/>
                      <a:pt x="61" y="-8"/>
                      <a:pt x="81" y="11"/>
                    </a:cubicBezTo>
                    <a:cubicBezTo>
                      <a:pt x="97" y="26"/>
                      <a:pt x="86" y="59"/>
                      <a:pt x="82" y="77"/>
                    </a:cubicBezTo>
                    <a:cubicBezTo>
                      <a:pt x="78" y="89"/>
                      <a:pt x="75" y="101"/>
                      <a:pt x="72" y="113"/>
                    </a:cubicBezTo>
                    <a:lnTo>
                      <a:pt x="20" y="108"/>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3" name="Google Shape;1233;p40"/>
              <p:cNvSpPr/>
              <p:nvPr/>
            </p:nvSpPr>
            <p:spPr>
              <a:xfrm>
                <a:off x="8124665" y="955075"/>
                <a:ext cx="9000" cy="30240"/>
              </a:xfrm>
              <a:custGeom>
                <a:avLst/>
                <a:gdLst/>
                <a:ahLst/>
                <a:cxnLst/>
                <a:rect l="l" t="t" r="r" b="b"/>
                <a:pathLst>
                  <a:path w="25" h="84" extrusionOk="0">
                    <a:moveTo>
                      <a:pt x="3" y="84"/>
                    </a:moveTo>
                    <a:cubicBezTo>
                      <a:pt x="-1" y="67"/>
                      <a:pt x="-1" y="48"/>
                      <a:pt x="1" y="31"/>
                    </a:cubicBezTo>
                    <a:cubicBezTo>
                      <a:pt x="1" y="23"/>
                      <a:pt x="1" y="13"/>
                      <a:pt x="6" y="6"/>
                    </a:cubicBezTo>
                    <a:cubicBezTo>
                      <a:pt x="16" y="-8"/>
                      <a:pt x="25" y="7"/>
                      <a:pt x="25" y="18"/>
                    </a:cubicBezTo>
                    <a:cubicBezTo>
                      <a:pt x="26" y="40"/>
                      <a:pt x="18" y="61"/>
                      <a:pt x="10" y="81"/>
                    </a:cubicBezTo>
                    <a:lnTo>
                      <a:pt x="3" y="84"/>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4" name="Google Shape;1234;p40"/>
              <p:cNvSpPr/>
              <p:nvPr/>
            </p:nvSpPr>
            <p:spPr>
              <a:xfrm>
                <a:off x="8112785" y="955435"/>
                <a:ext cx="7920" cy="33840"/>
              </a:xfrm>
              <a:custGeom>
                <a:avLst/>
                <a:gdLst/>
                <a:ahLst/>
                <a:cxnLst/>
                <a:rect l="l" t="t" r="r" b="b"/>
                <a:pathLst>
                  <a:path w="22" h="94" extrusionOk="0">
                    <a:moveTo>
                      <a:pt x="15" y="85"/>
                    </a:moveTo>
                    <a:cubicBezTo>
                      <a:pt x="5" y="62"/>
                      <a:pt x="-2" y="40"/>
                      <a:pt x="0" y="15"/>
                    </a:cubicBezTo>
                    <a:cubicBezTo>
                      <a:pt x="1" y="8"/>
                      <a:pt x="8" y="-8"/>
                      <a:pt x="15" y="4"/>
                    </a:cubicBezTo>
                    <a:cubicBezTo>
                      <a:pt x="21" y="12"/>
                      <a:pt x="21" y="23"/>
                      <a:pt x="22" y="33"/>
                    </a:cubicBezTo>
                    <a:cubicBezTo>
                      <a:pt x="22" y="53"/>
                      <a:pt x="21" y="74"/>
                      <a:pt x="19" y="94"/>
                    </a:cubicBezTo>
                    <a:lnTo>
                      <a:pt x="15" y="85"/>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5" name="Google Shape;1235;p40"/>
              <p:cNvSpPr/>
              <p:nvPr/>
            </p:nvSpPr>
            <p:spPr>
              <a:xfrm>
                <a:off x="7879145" y="1034275"/>
                <a:ext cx="31680" cy="8280"/>
              </a:xfrm>
              <a:custGeom>
                <a:avLst/>
                <a:gdLst/>
                <a:ahLst/>
                <a:cxnLst/>
                <a:rect l="l" t="t" r="r" b="b"/>
                <a:pathLst>
                  <a:path w="88" h="23" extrusionOk="0">
                    <a:moveTo>
                      <a:pt x="82" y="5"/>
                    </a:moveTo>
                    <a:cubicBezTo>
                      <a:pt x="59" y="0"/>
                      <a:pt x="33" y="-3"/>
                      <a:pt x="10" y="2"/>
                    </a:cubicBezTo>
                    <a:cubicBezTo>
                      <a:pt x="7" y="3"/>
                      <a:pt x="4" y="4"/>
                      <a:pt x="2" y="6"/>
                    </a:cubicBezTo>
                    <a:cubicBezTo>
                      <a:pt x="0" y="9"/>
                      <a:pt x="0" y="13"/>
                      <a:pt x="2" y="16"/>
                    </a:cubicBezTo>
                    <a:cubicBezTo>
                      <a:pt x="3" y="19"/>
                      <a:pt x="6" y="20"/>
                      <a:pt x="10" y="21"/>
                    </a:cubicBezTo>
                    <a:cubicBezTo>
                      <a:pt x="15" y="23"/>
                      <a:pt x="22" y="23"/>
                      <a:pt x="28" y="22"/>
                    </a:cubicBezTo>
                    <a:cubicBezTo>
                      <a:pt x="48" y="20"/>
                      <a:pt x="68" y="16"/>
                      <a:pt x="88" y="10"/>
                    </a:cubicBezTo>
                    <a:lnTo>
                      <a:pt x="82" y="5"/>
                    </a:ln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6" name="Google Shape;1236;p40"/>
              <p:cNvSpPr/>
              <p:nvPr/>
            </p:nvSpPr>
            <p:spPr>
              <a:xfrm>
                <a:off x="7851785" y="956155"/>
                <a:ext cx="398520" cy="231480"/>
              </a:xfrm>
              <a:custGeom>
                <a:avLst/>
                <a:gdLst/>
                <a:ahLst/>
                <a:cxnLst/>
                <a:rect l="l" t="t" r="r" b="b"/>
                <a:pathLst>
                  <a:path w="1107" h="643" extrusionOk="0">
                    <a:moveTo>
                      <a:pt x="940" y="160"/>
                    </a:moveTo>
                    <a:cubicBezTo>
                      <a:pt x="990" y="208"/>
                      <a:pt x="1030" y="266"/>
                      <a:pt x="1058" y="330"/>
                    </a:cubicBezTo>
                    <a:cubicBezTo>
                      <a:pt x="1084" y="387"/>
                      <a:pt x="1095" y="450"/>
                      <a:pt x="1103" y="513"/>
                    </a:cubicBezTo>
                    <a:cubicBezTo>
                      <a:pt x="1108" y="544"/>
                      <a:pt x="1108" y="580"/>
                      <a:pt x="1107" y="612"/>
                    </a:cubicBezTo>
                    <a:cubicBezTo>
                      <a:pt x="1107" y="618"/>
                      <a:pt x="1106" y="624"/>
                      <a:pt x="1103" y="629"/>
                    </a:cubicBezTo>
                    <a:cubicBezTo>
                      <a:pt x="1097" y="635"/>
                      <a:pt x="1087" y="635"/>
                      <a:pt x="1078" y="634"/>
                    </a:cubicBezTo>
                    <a:cubicBezTo>
                      <a:pt x="989" y="626"/>
                      <a:pt x="901" y="615"/>
                      <a:pt x="812" y="609"/>
                    </a:cubicBezTo>
                    <a:cubicBezTo>
                      <a:pt x="549" y="591"/>
                      <a:pt x="289" y="601"/>
                      <a:pt x="29" y="642"/>
                    </a:cubicBezTo>
                    <a:cubicBezTo>
                      <a:pt x="22" y="643"/>
                      <a:pt x="13" y="644"/>
                      <a:pt x="9" y="638"/>
                    </a:cubicBezTo>
                    <a:cubicBezTo>
                      <a:pt x="6" y="635"/>
                      <a:pt x="5" y="631"/>
                      <a:pt x="5" y="627"/>
                    </a:cubicBezTo>
                    <a:cubicBezTo>
                      <a:pt x="-11" y="514"/>
                      <a:pt x="17" y="395"/>
                      <a:pt x="69" y="293"/>
                    </a:cubicBezTo>
                    <a:cubicBezTo>
                      <a:pt x="197" y="47"/>
                      <a:pt x="472" y="-59"/>
                      <a:pt x="734" y="32"/>
                    </a:cubicBezTo>
                    <a:cubicBezTo>
                      <a:pt x="811" y="59"/>
                      <a:pt x="881" y="104"/>
                      <a:pt x="940" y="160"/>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7" name="Google Shape;1237;p40"/>
              <p:cNvSpPr/>
              <p:nvPr/>
            </p:nvSpPr>
            <p:spPr>
              <a:xfrm>
                <a:off x="7985345" y="1038595"/>
                <a:ext cx="21960" cy="22320"/>
              </a:xfrm>
              <a:custGeom>
                <a:avLst/>
                <a:gdLst/>
                <a:ahLst/>
                <a:cxnLst/>
                <a:rect l="l" t="t" r="r" b="b"/>
                <a:pathLst>
                  <a:path w="61" h="62" extrusionOk="0">
                    <a:moveTo>
                      <a:pt x="30" y="62"/>
                    </a:moveTo>
                    <a:cubicBezTo>
                      <a:pt x="71" y="63"/>
                      <a:pt x="71" y="0"/>
                      <a:pt x="31" y="0"/>
                    </a:cubicBezTo>
                    <a:cubicBezTo>
                      <a:pt x="-9" y="-1"/>
                      <a:pt x="-10" y="62"/>
                      <a:pt x="30" y="6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8" name="Google Shape;1238;p40"/>
              <p:cNvSpPr/>
              <p:nvPr/>
            </p:nvSpPr>
            <p:spPr>
              <a:xfrm>
                <a:off x="8094425" y="1040035"/>
                <a:ext cx="21600" cy="22680"/>
              </a:xfrm>
              <a:custGeom>
                <a:avLst/>
                <a:gdLst/>
                <a:ahLst/>
                <a:cxnLst/>
                <a:rect l="l" t="t" r="r" b="b"/>
                <a:pathLst>
                  <a:path w="60" h="63" extrusionOk="0">
                    <a:moveTo>
                      <a:pt x="30" y="63"/>
                    </a:moveTo>
                    <a:cubicBezTo>
                      <a:pt x="70" y="63"/>
                      <a:pt x="71" y="1"/>
                      <a:pt x="31" y="0"/>
                    </a:cubicBezTo>
                    <a:cubicBezTo>
                      <a:pt x="-10" y="-1"/>
                      <a:pt x="-11" y="62"/>
                      <a:pt x="30" y="6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39" name="Google Shape;1239;p40"/>
              <p:cNvSpPr/>
              <p:nvPr/>
            </p:nvSpPr>
            <p:spPr>
              <a:xfrm>
                <a:off x="8017385" y="1050115"/>
                <a:ext cx="66600" cy="39960"/>
              </a:xfrm>
              <a:custGeom>
                <a:avLst/>
                <a:gdLst/>
                <a:ahLst/>
                <a:cxnLst/>
                <a:rect l="l" t="t" r="r" b="b"/>
                <a:pathLst>
                  <a:path w="185" h="111" extrusionOk="0">
                    <a:moveTo>
                      <a:pt x="1" y="0"/>
                    </a:moveTo>
                    <a:cubicBezTo>
                      <a:pt x="1" y="2"/>
                      <a:pt x="1" y="4"/>
                      <a:pt x="0" y="6"/>
                    </a:cubicBezTo>
                    <a:cubicBezTo>
                      <a:pt x="0" y="64"/>
                      <a:pt x="40" y="110"/>
                      <a:pt x="91" y="111"/>
                    </a:cubicBezTo>
                    <a:cubicBezTo>
                      <a:pt x="142" y="112"/>
                      <a:pt x="184" y="66"/>
                      <a:pt x="185" y="9"/>
                    </a:cubicBezTo>
                    <a:cubicBezTo>
                      <a:pt x="185" y="7"/>
                      <a:pt x="185" y="5"/>
                      <a:pt x="185" y="3"/>
                    </a:cubicBezTo>
                    <a:lnTo>
                      <a:pt x="1"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0" name="Google Shape;1240;p40"/>
              <p:cNvSpPr/>
              <p:nvPr/>
            </p:nvSpPr>
            <p:spPr>
              <a:xfrm>
                <a:off x="8027465" y="1069195"/>
                <a:ext cx="48960" cy="20880"/>
              </a:xfrm>
              <a:custGeom>
                <a:avLst/>
                <a:gdLst/>
                <a:ahLst/>
                <a:cxnLst/>
                <a:rect l="l" t="t" r="r" b="b"/>
                <a:pathLst>
                  <a:path w="136" h="58" extrusionOk="0">
                    <a:moveTo>
                      <a:pt x="136" y="20"/>
                    </a:moveTo>
                    <a:cubicBezTo>
                      <a:pt x="112" y="4"/>
                      <a:pt x="83" y="-3"/>
                      <a:pt x="55" y="1"/>
                    </a:cubicBezTo>
                    <a:cubicBezTo>
                      <a:pt x="34" y="5"/>
                      <a:pt x="16" y="15"/>
                      <a:pt x="0" y="28"/>
                    </a:cubicBezTo>
                    <a:cubicBezTo>
                      <a:pt x="16" y="46"/>
                      <a:pt x="38" y="58"/>
                      <a:pt x="63" y="58"/>
                    </a:cubicBezTo>
                    <a:cubicBezTo>
                      <a:pt x="92" y="59"/>
                      <a:pt x="118" y="44"/>
                      <a:pt x="136" y="20"/>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1" name="Google Shape;1241;p40"/>
              <p:cNvSpPr/>
              <p:nvPr/>
            </p:nvSpPr>
            <p:spPr>
              <a:xfrm>
                <a:off x="7975625" y="1069195"/>
                <a:ext cx="35280" cy="25200"/>
              </a:xfrm>
              <a:custGeom>
                <a:avLst/>
                <a:gdLst/>
                <a:ahLst/>
                <a:cxnLst/>
                <a:rect l="l" t="t" r="r" b="b"/>
                <a:pathLst>
                  <a:path w="98" h="70" extrusionOk="0">
                    <a:moveTo>
                      <a:pt x="98" y="36"/>
                    </a:moveTo>
                    <a:cubicBezTo>
                      <a:pt x="98" y="55"/>
                      <a:pt x="75" y="71"/>
                      <a:pt x="48" y="70"/>
                    </a:cubicBezTo>
                    <a:cubicBezTo>
                      <a:pt x="21" y="70"/>
                      <a:pt x="0" y="54"/>
                      <a:pt x="0" y="35"/>
                    </a:cubicBezTo>
                    <a:cubicBezTo>
                      <a:pt x="0" y="15"/>
                      <a:pt x="22" y="0"/>
                      <a:pt x="49" y="0"/>
                    </a:cubicBezTo>
                    <a:cubicBezTo>
                      <a:pt x="77" y="1"/>
                      <a:pt x="98" y="17"/>
                      <a:pt x="98" y="36"/>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2" name="Google Shape;1242;p40"/>
              <p:cNvSpPr/>
              <p:nvPr/>
            </p:nvSpPr>
            <p:spPr>
              <a:xfrm>
                <a:off x="8087225" y="1071355"/>
                <a:ext cx="35280" cy="25200"/>
              </a:xfrm>
              <a:custGeom>
                <a:avLst/>
                <a:gdLst/>
                <a:ahLst/>
                <a:cxnLst/>
                <a:rect l="l" t="t" r="r" b="b"/>
                <a:pathLst>
                  <a:path w="98" h="70" extrusionOk="0">
                    <a:moveTo>
                      <a:pt x="98" y="36"/>
                    </a:moveTo>
                    <a:cubicBezTo>
                      <a:pt x="98" y="55"/>
                      <a:pt x="75" y="71"/>
                      <a:pt x="48" y="70"/>
                    </a:cubicBezTo>
                    <a:cubicBezTo>
                      <a:pt x="21" y="70"/>
                      <a:pt x="0" y="54"/>
                      <a:pt x="0" y="35"/>
                    </a:cubicBezTo>
                    <a:cubicBezTo>
                      <a:pt x="0" y="15"/>
                      <a:pt x="22" y="0"/>
                      <a:pt x="49" y="0"/>
                    </a:cubicBezTo>
                    <a:cubicBezTo>
                      <a:pt x="76" y="1"/>
                      <a:pt x="98" y="17"/>
                      <a:pt x="98" y="36"/>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3" name="Google Shape;1243;p40"/>
              <p:cNvSpPr/>
              <p:nvPr/>
            </p:nvSpPr>
            <p:spPr>
              <a:xfrm>
                <a:off x="7917305" y="1078195"/>
                <a:ext cx="15480" cy="12960"/>
              </a:xfrm>
              <a:custGeom>
                <a:avLst/>
                <a:gdLst/>
                <a:ahLst/>
                <a:cxnLst/>
                <a:rect l="l" t="t" r="r" b="b"/>
                <a:pathLst>
                  <a:path w="43" h="36" extrusionOk="0">
                    <a:moveTo>
                      <a:pt x="41" y="8"/>
                    </a:moveTo>
                    <a:cubicBezTo>
                      <a:pt x="32" y="-5"/>
                      <a:pt x="7" y="-3"/>
                      <a:pt x="1" y="14"/>
                    </a:cubicBezTo>
                    <a:cubicBezTo>
                      <a:pt x="-8" y="42"/>
                      <a:pt x="43" y="42"/>
                      <a:pt x="43" y="19"/>
                    </a:cubicBezTo>
                    <a:cubicBezTo>
                      <a:pt x="43" y="14"/>
                      <a:pt x="42" y="11"/>
                      <a:pt x="41" y="8"/>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4" name="Google Shape;1244;p40"/>
              <p:cNvSpPr/>
              <p:nvPr/>
            </p:nvSpPr>
            <p:spPr>
              <a:xfrm>
                <a:off x="8080025" y="996115"/>
                <a:ext cx="15480" cy="12600"/>
              </a:xfrm>
              <a:custGeom>
                <a:avLst/>
                <a:gdLst/>
                <a:ahLst/>
                <a:cxnLst/>
                <a:rect l="l" t="t" r="r" b="b"/>
                <a:pathLst>
                  <a:path w="43" h="35" extrusionOk="0">
                    <a:moveTo>
                      <a:pt x="40" y="8"/>
                    </a:moveTo>
                    <a:cubicBezTo>
                      <a:pt x="32" y="-5"/>
                      <a:pt x="7" y="-3"/>
                      <a:pt x="1" y="13"/>
                    </a:cubicBezTo>
                    <a:cubicBezTo>
                      <a:pt x="-9" y="41"/>
                      <a:pt x="42" y="41"/>
                      <a:pt x="43" y="18"/>
                    </a:cubicBezTo>
                    <a:cubicBezTo>
                      <a:pt x="43" y="14"/>
                      <a:pt x="42" y="11"/>
                      <a:pt x="40" y="8"/>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5" name="Google Shape;1245;p40"/>
              <p:cNvSpPr/>
              <p:nvPr/>
            </p:nvSpPr>
            <p:spPr>
              <a:xfrm>
                <a:off x="8203865" y="1111315"/>
                <a:ext cx="15480" cy="12960"/>
              </a:xfrm>
              <a:custGeom>
                <a:avLst/>
                <a:gdLst/>
                <a:ahLst/>
                <a:cxnLst/>
                <a:rect l="l" t="t" r="r" b="b"/>
                <a:pathLst>
                  <a:path w="43" h="36" extrusionOk="0">
                    <a:moveTo>
                      <a:pt x="40" y="8"/>
                    </a:moveTo>
                    <a:cubicBezTo>
                      <a:pt x="32" y="-5"/>
                      <a:pt x="7" y="-3"/>
                      <a:pt x="1" y="14"/>
                    </a:cubicBezTo>
                    <a:cubicBezTo>
                      <a:pt x="-9" y="42"/>
                      <a:pt x="42" y="42"/>
                      <a:pt x="43" y="19"/>
                    </a:cubicBezTo>
                    <a:cubicBezTo>
                      <a:pt x="43" y="14"/>
                      <a:pt x="42" y="11"/>
                      <a:pt x="40" y="8"/>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6" name="Google Shape;1246;p40"/>
              <p:cNvSpPr/>
              <p:nvPr/>
            </p:nvSpPr>
            <p:spPr>
              <a:xfrm>
                <a:off x="8157065" y="1033555"/>
                <a:ext cx="15840" cy="12960"/>
              </a:xfrm>
              <a:custGeom>
                <a:avLst/>
                <a:gdLst/>
                <a:ahLst/>
                <a:cxnLst/>
                <a:rect l="l" t="t" r="r" b="b"/>
                <a:pathLst>
                  <a:path w="44" h="36" extrusionOk="0">
                    <a:moveTo>
                      <a:pt x="44" y="14"/>
                    </a:moveTo>
                    <a:cubicBezTo>
                      <a:pt x="39" y="0"/>
                      <a:pt x="15" y="-6"/>
                      <a:pt x="4" y="8"/>
                    </a:cubicBezTo>
                    <a:cubicBezTo>
                      <a:pt x="-13" y="32"/>
                      <a:pt x="36" y="47"/>
                      <a:pt x="43" y="25"/>
                    </a:cubicBezTo>
                    <a:cubicBezTo>
                      <a:pt x="44" y="21"/>
                      <a:pt x="44" y="18"/>
                      <a:pt x="44" y="14"/>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7" name="Google Shape;1247;p40"/>
              <p:cNvSpPr/>
              <p:nvPr/>
            </p:nvSpPr>
            <p:spPr>
              <a:xfrm>
                <a:off x="7977425" y="1132555"/>
                <a:ext cx="15840" cy="12600"/>
              </a:xfrm>
              <a:custGeom>
                <a:avLst/>
                <a:gdLst/>
                <a:ahLst/>
                <a:cxnLst/>
                <a:rect l="l" t="t" r="r" b="b"/>
                <a:pathLst>
                  <a:path w="44" h="35" extrusionOk="0">
                    <a:moveTo>
                      <a:pt x="43" y="14"/>
                    </a:moveTo>
                    <a:cubicBezTo>
                      <a:pt x="39" y="-1"/>
                      <a:pt x="15" y="-6"/>
                      <a:pt x="4" y="8"/>
                    </a:cubicBezTo>
                    <a:cubicBezTo>
                      <a:pt x="-13" y="32"/>
                      <a:pt x="36" y="47"/>
                      <a:pt x="43" y="24"/>
                    </a:cubicBezTo>
                    <a:cubicBezTo>
                      <a:pt x="44" y="21"/>
                      <a:pt x="44" y="17"/>
                      <a:pt x="43" y="14"/>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8" name="Google Shape;1248;p40"/>
              <p:cNvSpPr/>
              <p:nvPr/>
            </p:nvSpPr>
            <p:spPr>
              <a:xfrm>
                <a:off x="8068505" y="1109515"/>
                <a:ext cx="10440" cy="9000"/>
              </a:xfrm>
              <a:custGeom>
                <a:avLst/>
                <a:gdLst/>
                <a:ahLst/>
                <a:cxnLst/>
                <a:rect l="l" t="t" r="r" b="b"/>
                <a:pathLst>
                  <a:path w="29" h="25" extrusionOk="0">
                    <a:moveTo>
                      <a:pt x="28" y="6"/>
                    </a:moveTo>
                    <a:cubicBezTo>
                      <a:pt x="22" y="-3"/>
                      <a:pt x="5" y="-1"/>
                      <a:pt x="1" y="10"/>
                    </a:cubicBezTo>
                    <a:cubicBezTo>
                      <a:pt x="-6" y="29"/>
                      <a:pt x="29" y="29"/>
                      <a:pt x="29" y="13"/>
                    </a:cubicBezTo>
                    <a:cubicBezTo>
                      <a:pt x="30" y="10"/>
                      <a:pt x="29" y="8"/>
                      <a:pt x="28" y="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49" name="Google Shape;1249;p40"/>
              <p:cNvSpPr/>
              <p:nvPr/>
            </p:nvSpPr>
            <p:spPr>
              <a:xfrm>
                <a:off x="7910825" y="1134355"/>
                <a:ext cx="10440" cy="9000"/>
              </a:xfrm>
              <a:custGeom>
                <a:avLst/>
                <a:gdLst/>
                <a:ahLst/>
                <a:cxnLst/>
                <a:rect l="l" t="t" r="r" b="b"/>
                <a:pathLst>
                  <a:path w="29" h="25" extrusionOk="0">
                    <a:moveTo>
                      <a:pt x="27" y="6"/>
                    </a:moveTo>
                    <a:cubicBezTo>
                      <a:pt x="22" y="-3"/>
                      <a:pt x="5" y="-1"/>
                      <a:pt x="1" y="10"/>
                    </a:cubicBezTo>
                    <a:cubicBezTo>
                      <a:pt x="-6" y="29"/>
                      <a:pt x="29" y="29"/>
                      <a:pt x="29" y="13"/>
                    </a:cubicBezTo>
                    <a:cubicBezTo>
                      <a:pt x="29" y="10"/>
                      <a:pt x="28" y="8"/>
                      <a:pt x="27" y="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50" name="Google Shape;1250;p40"/>
              <p:cNvSpPr/>
              <p:nvPr/>
            </p:nvSpPr>
            <p:spPr>
              <a:xfrm>
                <a:off x="7915865" y="1029235"/>
                <a:ext cx="10800" cy="9000"/>
              </a:xfrm>
              <a:custGeom>
                <a:avLst/>
                <a:gdLst/>
                <a:ahLst/>
                <a:cxnLst/>
                <a:rect l="l" t="t" r="r" b="b"/>
                <a:pathLst>
                  <a:path w="30" h="25" extrusionOk="0">
                    <a:moveTo>
                      <a:pt x="28" y="6"/>
                    </a:moveTo>
                    <a:cubicBezTo>
                      <a:pt x="22" y="-3"/>
                      <a:pt x="5" y="-2"/>
                      <a:pt x="1" y="10"/>
                    </a:cubicBezTo>
                    <a:cubicBezTo>
                      <a:pt x="-5" y="29"/>
                      <a:pt x="29" y="29"/>
                      <a:pt x="30" y="13"/>
                    </a:cubicBezTo>
                    <a:cubicBezTo>
                      <a:pt x="30" y="10"/>
                      <a:pt x="29" y="8"/>
                      <a:pt x="28" y="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51" name="Google Shape;1251;p40"/>
              <p:cNvSpPr/>
              <p:nvPr/>
            </p:nvSpPr>
            <p:spPr>
              <a:xfrm>
                <a:off x="8145905" y="1130035"/>
                <a:ext cx="10800" cy="9000"/>
              </a:xfrm>
              <a:custGeom>
                <a:avLst/>
                <a:gdLst/>
                <a:ahLst/>
                <a:cxnLst/>
                <a:rect l="l" t="t" r="r" b="b"/>
                <a:pathLst>
                  <a:path w="30" h="25" extrusionOk="0">
                    <a:moveTo>
                      <a:pt x="28" y="6"/>
                    </a:moveTo>
                    <a:cubicBezTo>
                      <a:pt x="22" y="-3"/>
                      <a:pt x="5" y="-1"/>
                      <a:pt x="1" y="10"/>
                    </a:cubicBezTo>
                    <a:cubicBezTo>
                      <a:pt x="-6" y="29"/>
                      <a:pt x="29" y="29"/>
                      <a:pt x="30" y="13"/>
                    </a:cubicBezTo>
                    <a:cubicBezTo>
                      <a:pt x="30" y="10"/>
                      <a:pt x="29" y="8"/>
                      <a:pt x="28" y="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52" name="Google Shape;1252;p40"/>
              <p:cNvSpPr/>
              <p:nvPr/>
            </p:nvSpPr>
            <p:spPr>
              <a:xfrm>
                <a:off x="8001905" y="982795"/>
                <a:ext cx="10800" cy="9000"/>
              </a:xfrm>
              <a:custGeom>
                <a:avLst/>
                <a:gdLst/>
                <a:ahLst/>
                <a:cxnLst/>
                <a:rect l="l" t="t" r="r" b="b"/>
                <a:pathLst>
                  <a:path w="30" h="25" extrusionOk="0">
                    <a:moveTo>
                      <a:pt x="28" y="6"/>
                    </a:moveTo>
                    <a:cubicBezTo>
                      <a:pt x="22" y="-3"/>
                      <a:pt x="5" y="-1"/>
                      <a:pt x="1" y="10"/>
                    </a:cubicBezTo>
                    <a:cubicBezTo>
                      <a:pt x="-6" y="29"/>
                      <a:pt x="29" y="29"/>
                      <a:pt x="30" y="13"/>
                    </a:cubicBezTo>
                    <a:cubicBezTo>
                      <a:pt x="30" y="10"/>
                      <a:pt x="29" y="8"/>
                      <a:pt x="28" y="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nvGrpSpPr>
          <p:cNvPr id="1253" name="Google Shape;1253;p40"/>
          <p:cNvGrpSpPr/>
          <p:nvPr/>
        </p:nvGrpSpPr>
        <p:grpSpPr>
          <a:xfrm rot="-709221">
            <a:off x="718362" y="771572"/>
            <a:ext cx="873042" cy="1607131"/>
            <a:chOff x="6820379" y="857165"/>
            <a:chExt cx="239760" cy="441360"/>
          </a:xfrm>
        </p:grpSpPr>
        <p:sp>
          <p:nvSpPr>
            <p:cNvPr id="1254" name="Google Shape;1254;p40"/>
            <p:cNvSpPr/>
            <p:nvPr/>
          </p:nvSpPr>
          <p:spPr>
            <a:xfrm>
              <a:off x="6820379" y="857165"/>
              <a:ext cx="239760" cy="441360"/>
            </a:xfrm>
            <a:custGeom>
              <a:avLst/>
              <a:gdLst/>
              <a:ahLst/>
              <a:cxnLst/>
              <a:rect l="l" t="t" r="r" b="b"/>
              <a:pathLst>
                <a:path w="666" h="1226" extrusionOk="0">
                  <a:moveTo>
                    <a:pt x="578" y="348"/>
                  </a:moveTo>
                  <a:lnTo>
                    <a:pt x="386" y="348"/>
                  </a:lnTo>
                  <a:lnTo>
                    <a:pt x="361" y="348"/>
                  </a:lnTo>
                  <a:lnTo>
                    <a:pt x="410" y="60"/>
                  </a:lnTo>
                  <a:lnTo>
                    <a:pt x="597" y="113"/>
                  </a:lnTo>
                  <a:cubicBezTo>
                    <a:pt x="611" y="117"/>
                    <a:pt x="626" y="108"/>
                    <a:pt x="630" y="94"/>
                  </a:cubicBezTo>
                  <a:cubicBezTo>
                    <a:pt x="634" y="80"/>
                    <a:pt x="625" y="65"/>
                    <a:pt x="611" y="61"/>
                  </a:cubicBezTo>
                  <a:lnTo>
                    <a:pt x="396" y="1"/>
                  </a:lnTo>
                  <a:cubicBezTo>
                    <a:pt x="389" y="-1"/>
                    <a:pt x="381" y="0"/>
                    <a:pt x="375" y="4"/>
                  </a:cubicBezTo>
                  <a:cubicBezTo>
                    <a:pt x="369" y="8"/>
                    <a:pt x="364" y="15"/>
                    <a:pt x="363" y="22"/>
                  </a:cubicBezTo>
                  <a:lnTo>
                    <a:pt x="307" y="348"/>
                  </a:lnTo>
                  <a:lnTo>
                    <a:pt x="287" y="348"/>
                  </a:lnTo>
                  <a:lnTo>
                    <a:pt x="96" y="348"/>
                  </a:lnTo>
                  <a:lnTo>
                    <a:pt x="53" y="415"/>
                  </a:lnTo>
                  <a:lnTo>
                    <a:pt x="0" y="415"/>
                  </a:lnTo>
                  <a:lnTo>
                    <a:pt x="0" y="514"/>
                  </a:lnTo>
                  <a:lnTo>
                    <a:pt x="51" y="514"/>
                  </a:lnTo>
                  <a:lnTo>
                    <a:pt x="105" y="965"/>
                  </a:lnTo>
                  <a:lnTo>
                    <a:pt x="121" y="1092"/>
                  </a:lnTo>
                  <a:lnTo>
                    <a:pt x="121" y="1092"/>
                  </a:lnTo>
                  <a:lnTo>
                    <a:pt x="134" y="1202"/>
                  </a:lnTo>
                  <a:cubicBezTo>
                    <a:pt x="134" y="1202"/>
                    <a:pt x="202" y="1219"/>
                    <a:pt x="297" y="1225"/>
                  </a:cubicBezTo>
                  <a:cubicBezTo>
                    <a:pt x="298" y="1225"/>
                    <a:pt x="299" y="1225"/>
                    <a:pt x="299" y="1225"/>
                  </a:cubicBezTo>
                  <a:cubicBezTo>
                    <a:pt x="303" y="1225"/>
                    <a:pt x="306" y="1225"/>
                    <a:pt x="309" y="1225"/>
                  </a:cubicBezTo>
                  <a:cubicBezTo>
                    <a:pt x="310" y="1225"/>
                    <a:pt x="312" y="1225"/>
                    <a:pt x="313" y="1225"/>
                  </a:cubicBezTo>
                  <a:cubicBezTo>
                    <a:pt x="316" y="1226"/>
                    <a:pt x="319" y="1226"/>
                    <a:pt x="322" y="1226"/>
                  </a:cubicBezTo>
                  <a:cubicBezTo>
                    <a:pt x="323" y="1226"/>
                    <a:pt x="324" y="1226"/>
                    <a:pt x="325" y="1226"/>
                  </a:cubicBezTo>
                  <a:cubicBezTo>
                    <a:pt x="330" y="1226"/>
                    <a:pt x="334" y="1226"/>
                    <a:pt x="338" y="1226"/>
                  </a:cubicBezTo>
                  <a:lnTo>
                    <a:pt x="338" y="1226"/>
                  </a:lnTo>
                  <a:lnTo>
                    <a:pt x="339" y="1226"/>
                  </a:lnTo>
                  <a:cubicBezTo>
                    <a:pt x="340" y="1226"/>
                    <a:pt x="340" y="1226"/>
                    <a:pt x="341" y="1226"/>
                  </a:cubicBezTo>
                  <a:lnTo>
                    <a:pt x="341" y="1226"/>
                  </a:lnTo>
                  <a:cubicBezTo>
                    <a:pt x="457" y="1224"/>
                    <a:pt x="544" y="1202"/>
                    <a:pt x="544" y="1202"/>
                  </a:cubicBezTo>
                  <a:lnTo>
                    <a:pt x="607" y="683"/>
                  </a:lnTo>
                  <a:lnTo>
                    <a:pt x="626" y="527"/>
                  </a:lnTo>
                  <a:lnTo>
                    <a:pt x="627" y="514"/>
                  </a:lnTo>
                  <a:lnTo>
                    <a:pt x="666" y="514"/>
                  </a:lnTo>
                  <a:lnTo>
                    <a:pt x="666" y="415"/>
                  </a:lnTo>
                  <a:lnTo>
                    <a:pt x="620" y="415"/>
                  </a:lnTo>
                  <a:lnTo>
                    <a:pt x="578" y="348"/>
                  </a:ln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1255" name="Google Shape;1255;p40"/>
            <p:cNvGrpSpPr/>
            <p:nvPr/>
          </p:nvGrpSpPr>
          <p:grpSpPr>
            <a:xfrm>
              <a:off x="6820379" y="857165"/>
              <a:ext cx="239760" cy="441360"/>
              <a:chOff x="6820380" y="857165"/>
              <a:chExt cx="239760" cy="441360"/>
            </a:xfrm>
          </p:grpSpPr>
          <p:sp>
            <p:nvSpPr>
              <p:cNvPr id="1256" name="Google Shape;1256;p40"/>
              <p:cNvSpPr/>
              <p:nvPr/>
            </p:nvSpPr>
            <p:spPr>
              <a:xfrm>
                <a:off x="6837660" y="1032485"/>
                <a:ext cx="209880" cy="266040"/>
              </a:xfrm>
              <a:custGeom>
                <a:avLst/>
                <a:gdLst/>
                <a:ahLst/>
                <a:cxnLst/>
                <a:rect l="l" t="t" r="r" b="b"/>
                <a:pathLst>
                  <a:path w="583" h="739" extrusionOk="0">
                    <a:moveTo>
                      <a:pt x="583" y="0"/>
                    </a:moveTo>
                    <a:lnTo>
                      <a:pt x="292" y="0"/>
                    </a:lnTo>
                    <a:lnTo>
                      <a:pt x="290" y="0"/>
                    </a:lnTo>
                    <a:lnTo>
                      <a:pt x="0" y="0"/>
                    </a:lnTo>
                    <a:lnTo>
                      <a:pt x="86" y="715"/>
                    </a:lnTo>
                    <a:cubicBezTo>
                      <a:pt x="86" y="715"/>
                      <a:pt x="173" y="737"/>
                      <a:pt x="290" y="739"/>
                    </a:cubicBezTo>
                    <a:lnTo>
                      <a:pt x="290" y="739"/>
                    </a:lnTo>
                    <a:lnTo>
                      <a:pt x="291" y="739"/>
                    </a:lnTo>
                    <a:cubicBezTo>
                      <a:pt x="292" y="739"/>
                      <a:pt x="292" y="739"/>
                      <a:pt x="292" y="739"/>
                    </a:cubicBezTo>
                    <a:lnTo>
                      <a:pt x="292" y="739"/>
                    </a:lnTo>
                    <a:cubicBezTo>
                      <a:pt x="409" y="737"/>
                      <a:pt x="496" y="715"/>
                      <a:pt x="496" y="715"/>
                    </a:cubicBezTo>
                    <a:lnTo>
                      <a:pt x="583" y="0"/>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57" name="Google Shape;1257;p40"/>
              <p:cNvSpPr/>
              <p:nvPr/>
            </p:nvSpPr>
            <p:spPr>
              <a:xfrm>
                <a:off x="6851340" y="1046885"/>
                <a:ext cx="194400" cy="203040"/>
              </a:xfrm>
              <a:custGeom>
                <a:avLst/>
                <a:gdLst/>
                <a:ahLst/>
                <a:cxnLst/>
                <a:rect l="l" t="t" r="r" b="b"/>
                <a:pathLst>
                  <a:path w="540" h="564" extrusionOk="0">
                    <a:moveTo>
                      <a:pt x="385" y="390"/>
                    </a:moveTo>
                    <a:cubicBezTo>
                      <a:pt x="423" y="370"/>
                      <a:pt x="461" y="352"/>
                      <a:pt x="500" y="333"/>
                    </a:cubicBezTo>
                    <a:lnTo>
                      <a:pt x="540" y="0"/>
                    </a:lnTo>
                    <a:cubicBezTo>
                      <a:pt x="528" y="6"/>
                      <a:pt x="516" y="11"/>
                      <a:pt x="505" y="17"/>
                    </a:cubicBezTo>
                    <a:cubicBezTo>
                      <a:pt x="395" y="72"/>
                      <a:pt x="286" y="125"/>
                      <a:pt x="177" y="181"/>
                    </a:cubicBezTo>
                    <a:cubicBezTo>
                      <a:pt x="137" y="202"/>
                      <a:pt x="96" y="223"/>
                      <a:pt x="56" y="244"/>
                    </a:cubicBezTo>
                    <a:cubicBezTo>
                      <a:pt x="42" y="253"/>
                      <a:pt x="27" y="262"/>
                      <a:pt x="13" y="271"/>
                    </a:cubicBezTo>
                    <a:cubicBezTo>
                      <a:pt x="9" y="274"/>
                      <a:pt x="5" y="277"/>
                      <a:pt x="0" y="279"/>
                    </a:cubicBezTo>
                    <a:lnTo>
                      <a:pt x="35" y="564"/>
                    </a:lnTo>
                    <a:cubicBezTo>
                      <a:pt x="153" y="510"/>
                      <a:pt x="269" y="449"/>
                      <a:pt x="385" y="39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58" name="Google Shape;1258;p40"/>
              <p:cNvSpPr/>
              <p:nvPr/>
            </p:nvSpPr>
            <p:spPr>
              <a:xfrm>
                <a:off x="6903540" y="1119245"/>
                <a:ext cx="14760" cy="15120"/>
              </a:xfrm>
              <a:custGeom>
                <a:avLst/>
                <a:gdLst/>
                <a:ahLst/>
                <a:cxnLst/>
                <a:rect l="l" t="t" r="r" b="b"/>
                <a:pathLst>
                  <a:path w="41" h="42" extrusionOk="0">
                    <a:moveTo>
                      <a:pt x="21" y="42"/>
                    </a:moveTo>
                    <a:cubicBezTo>
                      <a:pt x="48" y="42"/>
                      <a:pt x="48" y="0"/>
                      <a:pt x="21" y="0"/>
                    </a:cubicBezTo>
                    <a:cubicBezTo>
                      <a:pt x="-6" y="0"/>
                      <a:pt x="-6" y="42"/>
                      <a:pt x="21" y="4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59" name="Google Shape;1259;p40"/>
              <p:cNvSpPr/>
              <p:nvPr/>
            </p:nvSpPr>
            <p:spPr>
              <a:xfrm>
                <a:off x="6965460" y="1119245"/>
                <a:ext cx="14760" cy="15120"/>
              </a:xfrm>
              <a:custGeom>
                <a:avLst/>
                <a:gdLst/>
                <a:ahLst/>
                <a:cxnLst/>
                <a:rect l="l" t="t" r="r" b="b"/>
                <a:pathLst>
                  <a:path w="41" h="42" extrusionOk="0">
                    <a:moveTo>
                      <a:pt x="21" y="42"/>
                    </a:moveTo>
                    <a:cubicBezTo>
                      <a:pt x="48" y="42"/>
                      <a:pt x="48" y="0"/>
                      <a:pt x="21" y="0"/>
                    </a:cubicBezTo>
                    <a:cubicBezTo>
                      <a:pt x="-6" y="0"/>
                      <a:pt x="-6" y="42"/>
                      <a:pt x="21" y="42"/>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60" name="Google Shape;1260;p40"/>
              <p:cNvSpPr/>
              <p:nvPr/>
            </p:nvSpPr>
            <p:spPr>
              <a:xfrm>
                <a:off x="6924420" y="1129325"/>
                <a:ext cx="37080" cy="21960"/>
              </a:xfrm>
              <a:custGeom>
                <a:avLst/>
                <a:gdLst/>
                <a:ahLst/>
                <a:cxnLst/>
                <a:rect l="l" t="t" r="r" b="b"/>
                <a:pathLst>
                  <a:path w="103" h="61" extrusionOk="0">
                    <a:moveTo>
                      <a:pt x="1" y="0"/>
                    </a:moveTo>
                    <a:cubicBezTo>
                      <a:pt x="0" y="1"/>
                      <a:pt x="0" y="2"/>
                      <a:pt x="0" y="4"/>
                    </a:cubicBezTo>
                    <a:cubicBezTo>
                      <a:pt x="0" y="35"/>
                      <a:pt x="23" y="61"/>
                      <a:pt x="51" y="61"/>
                    </a:cubicBezTo>
                    <a:cubicBezTo>
                      <a:pt x="80" y="61"/>
                      <a:pt x="103" y="35"/>
                      <a:pt x="103" y="4"/>
                    </a:cubicBezTo>
                    <a:cubicBezTo>
                      <a:pt x="103" y="2"/>
                      <a:pt x="103" y="1"/>
                      <a:pt x="102" y="0"/>
                    </a:cubicBezTo>
                    <a:lnTo>
                      <a:pt x="1"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61" name="Google Shape;1261;p40"/>
              <p:cNvSpPr/>
              <p:nvPr/>
            </p:nvSpPr>
            <p:spPr>
              <a:xfrm>
                <a:off x="6930180" y="1139765"/>
                <a:ext cx="27000" cy="11520"/>
              </a:xfrm>
              <a:custGeom>
                <a:avLst/>
                <a:gdLst/>
                <a:ahLst/>
                <a:cxnLst/>
                <a:rect l="l" t="t" r="r" b="b"/>
                <a:pathLst>
                  <a:path w="75" h="32" extrusionOk="0">
                    <a:moveTo>
                      <a:pt x="75" y="10"/>
                    </a:moveTo>
                    <a:cubicBezTo>
                      <a:pt x="62" y="2"/>
                      <a:pt x="46" y="-2"/>
                      <a:pt x="30" y="0"/>
                    </a:cubicBezTo>
                    <a:cubicBezTo>
                      <a:pt x="19" y="3"/>
                      <a:pt x="9" y="8"/>
                      <a:pt x="0" y="16"/>
                    </a:cubicBezTo>
                    <a:cubicBezTo>
                      <a:pt x="9" y="26"/>
                      <a:pt x="22" y="32"/>
                      <a:pt x="35" y="32"/>
                    </a:cubicBezTo>
                    <a:cubicBezTo>
                      <a:pt x="52" y="32"/>
                      <a:pt x="66" y="23"/>
                      <a:pt x="75" y="10"/>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62" name="Google Shape;1262;p40"/>
              <p:cNvSpPr/>
              <p:nvPr/>
            </p:nvSpPr>
            <p:spPr>
              <a:xfrm>
                <a:off x="6901020" y="1140125"/>
                <a:ext cx="23400" cy="17280"/>
              </a:xfrm>
              <a:custGeom>
                <a:avLst/>
                <a:gdLst/>
                <a:ahLst/>
                <a:cxnLst/>
                <a:rect l="l" t="t" r="r" b="b"/>
                <a:pathLst>
                  <a:path w="65" h="48" extrusionOk="0">
                    <a:moveTo>
                      <a:pt x="65" y="24"/>
                    </a:moveTo>
                    <a:cubicBezTo>
                      <a:pt x="65" y="37"/>
                      <a:pt x="51" y="48"/>
                      <a:pt x="32" y="48"/>
                    </a:cubicBezTo>
                    <a:cubicBezTo>
                      <a:pt x="14" y="48"/>
                      <a:pt x="0" y="37"/>
                      <a:pt x="0" y="24"/>
                    </a:cubicBezTo>
                    <a:cubicBezTo>
                      <a:pt x="0" y="11"/>
                      <a:pt x="14" y="0"/>
                      <a:pt x="32" y="0"/>
                    </a:cubicBezTo>
                    <a:cubicBezTo>
                      <a:pt x="51" y="0"/>
                      <a:pt x="65" y="11"/>
                      <a:pt x="65" y="24"/>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63" name="Google Shape;1263;p40"/>
              <p:cNvSpPr/>
              <p:nvPr/>
            </p:nvSpPr>
            <p:spPr>
              <a:xfrm>
                <a:off x="6963300" y="1140125"/>
                <a:ext cx="23760" cy="17280"/>
              </a:xfrm>
              <a:custGeom>
                <a:avLst/>
                <a:gdLst/>
                <a:ahLst/>
                <a:cxnLst/>
                <a:rect l="l" t="t" r="r" b="b"/>
                <a:pathLst>
                  <a:path w="66" h="48" extrusionOk="0">
                    <a:moveTo>
                      <a:pt x="66" y="24"/>
                    </a:moveTo>
                    <a:cubicBezTo>
                      <a:pt x="66" y="37"/>
                      <a:pt x="51" y="48"/>
                      <a:pt x="33" y="48"/>
                    </a:cubicBezTo>
                    <a:cubicBezTo>
                      <a:pt x="15" y="48"/>
                      <a:pt x="0" y="37"/>
                      <a:pt x="0" y="24"/>
                    </a:cubicBezTo>
                    <a:cubicBezTo>
                      <a:pt x="0" y="11"/>
                      <a:pt x="15" y="0"/>
                      <a:pt x="33" y="0"/>
                    </a:cubicBezTo>
                    <a:cubicBezTo>
                      <a:pt x="51" y="0"/>
                      <a:pt x="66" y="11"/>
                      <a:pt x="66" y="24"/>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64" name="Google Shape;1264;p40"/>
              <p:cNvSpPr/>
              <p:nvPr/>
            </p:nvSpPr>
            <p:spPr>
              <a:xfrm>
                <a:off x="6929820" y="857165"/>
                <a:ext cx="117720" cy="141120"/>
              </a:xfrm>
              <a:custGeom>
                <a:avLst/>
                <a:gdLst/>
                <a:ahLst/>
                <a:cxnLst/>
                <a:rect l="l" t="t" r="r" b="b"/>
                <a:pathLst>
                  <a:path w="327" h="392" extrusionOk="0">
                    <a:moveTo>
                      <a:pt x="27" y="392"/>
                    </a:moveTo>
                    <a:cubicBezTo>
                      <a:pt x="26" y="392"/>
                      <a:pt x="24" y="391"/>
                      <a:pt x="23" y="391"/>
                    </a:cubicBezTo>
                    <a:cubicBezTo>
                      <a:pt x="8" y="389"/>
                      <a:pt x="-2" y="375"/>
                      <a:pt x="1" y="360"/>
                    </a:cubicBezTo>
                    <a:lnTo>
                      <a:pt x="59" y="22"/>
                    </a:lnTo>
                    <a:cubicBezTo>
                      <a:pt x="60" y="15"/>
                      <a:pt x="65" y="8"/>
                      <a:pt x="71" y="4"/>
                    </a:cubicBezTo>
                    <a:cubicBezTo>
                      <a:pt x="77" y="0"/>
                      <a:pt x="85" y="-1"/>
                      <a:pt x="92" y="1"/>
                    </a:cubicBezTo>
                    <a:lnTo>
                      <a:pt x="307" y="61"/>
                    </a:lnTo>
                    <a:cubicBezTo>
                      <a:pt x="321" y="65"/>
                      <a:pt x="330" y="80"/>
                      <a:pt x="326" y="94"/>
                    </a:cubicBezTo>
                    <a:cubicBezTo>
                      <a:pt x="322" y="108"/>
                      <a:pt x="307" y="116"/>
                      <a:pt x="293" y="112"/>
                    </a:cubicBezTo>
                    <a:lnTo>
                      <a:pt x="106" y="60"/>
                    </a:lnTo>
                    <a:lnTo>
                      <a:pt x="53" y="369"/>
                    </a:lnTo>
                    <a:cubicBezTo>
                      <a:pt x="51" y="382"/>
                      <a:pt x="40" y="392"/>
                      <a:pt x="27" y="392"/>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65" name="Google Shape;1265;p40"/>
              <p:cNvSpPr/>
              <p:nvPr/>
            </p:nvSpPr>
            <p:spPr>
              <a:xfrm>
                <a:off x="6838740" y="982445"/>
                <a:ext cx="205920" cy="26280"/>
              </a:xfrm>
              <a:custGeom>
                <a:avLst/>
                <a:gdLst/>
                <a:ahLst/>
                <a:cxnLst/>
                <a:rect l="l" t="t" r="r" b="b"/>
                <a:pathLst>
                  <a:path w="572" h="73" extrusionOk="0">
                    <a:moveTo>
                      <a:pt x="335" y="72"/>
                    </a:moveTo>
                    <a:lnTo>
                      <a:pt x="572" y="70"/>
                    </a:lnTo>
                    <a:lnTo>
                      <a:pt x="527" y="0"/>
                    </a:lnTo>
                    <a:lnTo>
                      <a:pt x="335" y="0"/>
                    </a:lnTo>
                    <a:lnTo>
                      <a:pt x="236" y="0"/>
                    </a:lnTo>
                    <a:lnTo>
                      <a:pt x="45" y="0"/>
                    </a:lnTo>
                    <a:lnTo>
                      <a:pt x="0" y="70"/>
                    </a:lnTo>
                    <a:lnTo>
                      <a:pt x="236" y="72"/>
                    </a:lnTo>
                    <a:lnTo>
                      <a:pt x="236" y="73"/>
                    </a:lnTo>
                    <a:lnTo>
                      <a:pt x="286" y="72"/>
                    </a:lnTo>
                    <a:lnTo>
                      <a:pt x="335" y="73"/>
                    </a:lnTo>
                    <a:lnTo>
                      <a:pt x="335" y="72"/>
                    </a:lnTo>
                    <a:close/>
                  </a:path>
                </a:pathLst>
              </a:custGeom>
              <a:solidFill>
                <a:schemeClr val="l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66" name="Google Shape;1266;p40"/>
              <p:cNvSpPr/>
              <p:nvPr/>
            </p:nvSpPr>
            <p:spPr>
              <a:xfrm>
                <a:off x="6820380" y="1006205"/>
                <a:ext cx="239760" cy="35640"/>
              </a:xfrm>
              <a:custGeom>
                <a:avLst/>
                <a:gdLst/>
                <a:ahLst/>
                <a:cxnLst/>
                <a:rect l="l" t="t" r="r" b="b"/>
                <a:pathLst>
                  <a:path w="666" h="99" extrusionOk="0">
                    <a:moveTo>
                      <a:pt x="666" y="99"/>
                    </a:moveTo>
                    <a:lnTo>
                      <a:pt x="0" y="99"/>
                    </a:lnTo>
                    <a:lnTo>
                      <a:pt x="0" y="0"/>
                    </a:lnTo>
                    <a:lnTo>
                      <a:pt x="666" y="0"/>
                    </a:lnTo>
                    <a:lnTo>
                      <a:pt x="666" y="99"/>
                    </a:ln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nvGrpSpPr>
          <p:cNvPr id="1267" name="Google Shape;1267;p40"/>
          <p:cNvGrpSpPr/>
          <p:nvPr/>
        </p:nvGrpSpPr>
        <p:grpSpPr>
          <a:xfrm>
            <a:off x="1530864" y="3145961"/>
            <a:ext cx="1120145" cy="1304769"/>
            <a:chOff x="6346564" y="961780"/>
            <a:chExt cx="292680" cy="340920"/>
          </a:xfrm>
        </p:grpSpPr>
        <p:sp>
          <p:nvSpPr>
            <p:cNvPr id="1268" name="Google Shape;1268;p40"/>
            <p:cNvSpPr/>
            <p:nvPr/>
          </p:nvSpPr>
          <p:spPr>
            <a:xfrm>
              <a:off x="6346564" y="961960"/>
              <a:ext cx="292680" cy="340560"/>
            </a:xfrm>
            <a:custGeom>
              <a:avLst/>
              <a:gdLst/>
              <a:ahLst/>
              <a:cxnLst/>
              <a:rect l="l" t="t" r="r" b="b"/>
              <a:pathLst>
                <a:path w="813" h="946" extrusionOk="0">
                  <a:moveTo>
                    <a:pt x="51" y="940"/>
                  </a:moveTo>
                  <a:lnTo>
                    <a:pt x="724" y="431"/>
                  </a:lnTo>
                  <a:cubicBezTo>
                    <a:pt x="762" y="423"/>
                    <a:pt x="795" y="395"/>
                    <a:pt x="808" y="354"/>
                  </a:cubicBezTo>
                  <a:lnTo>
                    <a:pt x="808" y="354"/>
                  </a:lnTo>
                  <a:cubicBezTo>
                    <a:pt x="827" y="294"/>
                    <a:pt x="796" y="229"/>
                    <a:pt x="738" y="209"/>
                  </a:cubicBezTo>
                  <a:lnTo>
                    <a:pt x="148" y="6"/>
                  </a:lnTo>
                  <a:cubicBezTo>
                    <a:pt x="90" y="-14"/>
                    <a:pt x="27" y="19"/>
                    <a:pt x="8" y="79"/>
                  </a:cubicBezTo>
                  <a:cubicBezTo>
                    <a:pt x="-6" y="122"/>
                    <a:pt x="6" y="167"/>
                    <a:pt x="35" y="197"/>
                  </a:cubicBezTo>
                  <a:lnTo>
                    <a:pt x="26" y="358"/>
                  </a:lnTo>
                  <a:lnTo>
                    <a:pt x="18" y="513"/>
                  </a:lnTo>
                  <a:lnTo>
                    <a:pt x="18" y="513"/>
                  </a:lnTo>
                  <a:lnTo>
                    <a:pt x="0" y="822"/>
                  </a:lnTo>
                  <a:cubicBezTo>
                    <a:pt x="0" y="828"/>
                    <a:pt x="2" y="834"/>
                    <a:pt x="5" y="839"/>
                  </a:cubicBezTo>
                  <a:lnTo>
                    <a:pt x="0" y="913"/>
                  </a:lnTo>
                  <a:cubicBezTo>
                    <a:pt x="-1" y="940"/>
                    <a:pt x="30" y="956"/>
                    <a:pt x="51" y="94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1269" name="Google Shape;1269;p40"/>
            <p:cNvGrpSpPr/>
            <p:nvPr/>
          </p:nvGrpSpPr>
          <p:grpSpPr>
            <a:xfrm>
              <a:off x="6346564" y="961780"/>
              <a:ext cx="292680" cy="340920"/>
              <a:chOff x="6346603" y="961780"/>
              <a:chExt cx="292680" cy="340920"/>
            </a:xfrm>
          </p:grpSpPr>
          <p:sp>
            <p:nvSpPr>
              <p:cNvPr id="1270" name="Google Shape;1270;p40"/>
              <p:cNvSpPr/>
              <p:nvPr/>
            </p:nvSpPr>
            <p:spPr>
              <a:xfrm>
                <a:off x="6346602" y="1025860"/>
                <a:ext cx="269640" cy="276840"/>
              </a:xfrm>
              <a:custGeom>
                <a:avLst/>
                <a:gdLst/>
                <a:ahLst/>
                <a:cxnLst/>
                <a:rect l="l" t="t" r="r" b="b"/>
                <a:pathLst>
                  <a:path w="749" h="769" extrusionOk="0">
                    <a:moveTo>
                      <a:pt x="42" y="0"/>
                    </a:moveTo>
                    <a:lnTo>
                      <a:pt x="0" y="735"/>
                    </a:lnTo>
                    <a:cubicBezTo>
                      <a:pt x="-1" y="762"/>
                      <a:pt x="30" y="779"/>
                      <a:pt x="51" y="762"/>
                    </a:cubicBezTo>
                    <a:lnTo>
                      <a:pt x="749" y="234"/>
                    </a:lnTo>
                    <a:lnTo>
                      <a:pt x="42" y="0"/>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1" name="Google Shape;1271;p40"/>
              <p:cNvSpPr/>
              <p:nvPr/>
            </p:nvSpPr>
            <p:spPr>
              <a:xfrm>
                <a:off x="6346602" y="993100"/>
                <a:ext cx="269640" cy="276840"/>
              </a:xfrm>
              <a:custGeom>
                <a:avLst/>
                <a:gdLst/>
                <a:ahLst/>
                <a:cxnLst/>
                <a:rect l="l" t="t" r="r" b="b"/>
                <a:pathLst>
                  <a:path w="749" h="769" extrusionOk="0">
                    <a:moveTo>
                      <a:pt x="42" y="0"/>
                    </a:moveTo>
                    <a:lnTo>
                      <a:pt x="0" y="735"/>
                    </a:lnTo>
                    <a:cubicBezTo>
                      <a:pt x="-1" y="762"/>
                      <a:pt x="30" y="779"/>
                      <a:pt x="51" y="762"/>
                    </a:cubicBezTo>
                    <a:lnTo>
                      <a:pt x="749" y="234"/>
                    </a:lnTo>
                    <a:lnTo>
                      <a:pt x="42" y="0"/>
                    </a:ln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2" name="Google Shape;1272;p40"/>
              <p:cNvSpPr/>
              <p:nvPr/>
            </p:nvSpPr>
            <p:spPr>
              <a:xfrm>
                <a:off x="6347323" y="961780"/>
                <a:ext cx="291960" cy="156240"/>
              </a:xfrm>
              <a:custGeom>
                <a:avLst/>
                <a:gdLst/>
                <a:ahLst/>
                <a:cxnLst/>
                <a:rect l="l" t="t" r="r" b="b"/>
                <a:pathLst>
                  <a:path w="811" h="434" extrusionOk="0">
                    <a:moveTo>
                      <a:pt x="666" y="428"/>
                    </a:moveTo>
                    <a:lnTo>
                      <a:pt x="76" y="225"/>
                    </a:lnTo>
                    <a:cubicBezTo>
                      <a:pt x="18" y="205"/>
                      <a:pt x="-13" y="140"/>
                      <a:pt x="6" y="79"/>
                    </a:cubicBezTo>
                    <a:cubicBezTo>
                      <a:pt x="25" y="19"/>
                      <a:pt x="88" y="-14"/>
                      <a:pt x="146" y="6"/>
                    </a:cubicBezTo>
                    <a:lnTo>
                      <a:pt x="736" y="209"/>
                    </a:lnTo>
                    <a:cubicBezTo>
                      <a:pt x="794" y="229"/>
                      <a:pt x="825" y="294"/>
                      <a:pt x="806" y="355"/>
                    </a:cubicBezTo>
                    <a:lnTo>
                      <a:pt x="806" y="355"/>
                    </a:lnTo>
                    <a:cubicBezTo>
                      <a:pt x="787" y="415"/>
                      <a:pt x="724" y="448"/>
                      <a:pt x="666" y="428"/>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3" name="Google Shape;1273;p40"/>
              <p:cNvSpPr/>
              <p:nvPr/>
            </p:nvSpPr>
            <p:spPr>
              <a:xfrm>
                <a:off x="6439843" y="1101100"/>
                <a:ext cx="92160" cy="88560"/>
              </a:xfrm>
              <a:custGeom>
                <a:avLst/>
                <a:gdLst/>
                <a:ahLst/>
                <a:cxnLst/>
                <a:rect l="l" t="t" r="r" b="b"/>
                <a:pathLst>
                  <a:path w="256" h="246" extrusionOk="0">
                    <a:moveTo>
                      <a:pt x="129" y="0"/>
                    </a:moveTo>
                    <a:cubicBezTo>
                      <a:pt x="58" y="0"/>
                      <a:pt x="0" y="57"/>
                      <a:pt x="0" y="128"/>
                    </a:cubicBezTo>
                    <a:cubicBezTo>
                      <a:pt x="0" y="181"/>
                      <a:pt x="33" y="226"/>
                      <a:pt x="79" y="246"/>
                    </a:cubicBezTo>
                    <a:lnTo>
                      <a:pt x="256" y="112"/>
                    </a:lnTo>
                    <a:cubicBezTo>
                      <a:pt x="248" y="48"/>
                      <a:pt x="194" y="0"/>
                      <a:pt x="129" y="0"/>
                    </a:cubicBezTo>
                    <a:close/>
                  </a:path>
                </a:pathLst>
              </a:custGeom>
              <a:solidFill>
                <a:schemeClr val="accent1"/>
              </a:solidFill>
              <a:ln>
                <a:noFill/>
              </a:ln>
            </p:spPr>
            <p:txBody>
              <a:bodyPr spcFirstLastPara="1" wrap="square" lIns="90000" tIns="43550" rIns="90000" bIns="435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4" name="Google Shape;1274;p40"/>
              <p:cNvSpPr/>
              <p:nvPr/>
            </p:nvSpPr>
            <p:spPr>
              <a:xfrm>
                <a:off x="6353083" y="1075900"/>
                <a:ext cx="44640" cy="72000"/>
              </a:xfrm>
              <a:custGeom>
                <a:avLst/>
                <a:gdLst/>
                <a:ahLst/>
                <a:cxnLst/>
                <a:rect l="l" t="t" r="r" b="b"/>
                <a:pathLst>
                  <a:path w="124" h="200" extrusionOk="0">
                    <a:moveTo>
                      <a:pt x="24" y="200"/>
                    </a:moveTo>
                    <a:cubicBezTo>
                      <a:pt x="79" y="200"/>
                      <a:pt x="124" y="155"/>
                      <a:pt x="124" y="100"/>
                    </a:cubicBezTo>
                    <a:cubicBezTo>
                      <a:pt x="124" y="45"/>
                      <a:pt x="79" y="0"/>
                      <a:pt x="24" y="0"/>
                    </a:cubicBezTo>
                    <a:cubicBezTo>
                      <a:pt x="19" y="0"/>
                      <a:pt x="15" y="0"/>
                      <a:pt x="11" y="1"/>
                    </a:cubicBezTo>
                    <a:lnTo>
                      <a:pt x="0" y="197"/>
                    </a:lnTo>
                    <a:cubicBezTo>
                      <a:pt x="7" y="199"/>
                      <a:pt x="15" y="200"/>
                      <a:pt x="24" y="200"/>
                    </a:cubicBezTo>
                    <a:close/>
                  </a:path>
                </a:pathLst>
              </a:custGeom>
              <a:solidFill>
                <a:schemeClr val="accent1"/>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5" name="Google Shape;1275;p40"/>
              <p:cNvSpPr/>
              <p:nvPr/>
            </p:nvSpPr>
            <p:spPr>
              <a:xfrm>
                <a:off x="6368202" y="1179580"/>
                <a:ext cx="71640" cy="69120"/>
              </a:xfrm>
              <a:custGeom>
                <a:avLst/>
                <a:gdLst/>
                <a:ahLst/>
                <a:cxnLst/>
                <a:rect l="l" t="t" r="r" b="b"/>
                <a:pathLst>
                  <a:path w="199" h="192" extrusionOk="0">
                    <a:moveTo>
                      <a:pt x="100" y="0"/>
                    </a:moveTo>
                    <a:cubicBezTo>
                      <a:pt x="44" y="0"/>
                      <a:pt x="0" y="44"/>
                      <a:pt x="0" y="99"/>
                    </a:cubicBezTo>
                    <a:cubicBezTo>
                      <a:pt x="0" y="141"/>
                      <a:pt x="25" y="177"/>
                      <a:pt x="61" y="192"/>
                    </a:cubicBezTo>
                    <a:lnTo>
                      <a:pt x="199" y="88"/>
                    </a:lnTo>
                    <a:cubicBezTo>
                      <a:pt x="193" y="38"/>
                      <a:pt x="151" y="0"/>
                      <a:pt x="100" y="0"/>
                    </a:cubicBezTo>
                    <a:close/>
                  </a:path>
                </a:pathLst>
              </a:custGeom>
              <a:solidFill>
                <a:schemeClr val="accent1"/>
              </a:solidFill>
              <a:ln>
                <a:noFill/>
              </a:ln>
            </p:spPr>
            <p:txBody>
              <a:bodyPr spcFirstLastPara="1" wrap="square" lIns="90000" tIns="24100" rIns="90000" bIns="241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6" name="Google Shape;1276;p40"/>
              <p:cNvSpPr/>
              <p:nvPr/>
            </p:nvSpPr>
            <p:spPr>
              <a:xfrm>
                <a:off x="6364963" y="1075180"/>
                <a:ext cx="33840" cy="33840"/>
              </a:xfrm>
              <a:custGeom>
                <a:avLst/>
                <a:gdLst/>
                <a:ahLst/>
                <a:cxnLst/>
                <a:rect l="l" t="t" r="r" b="b"/>
                <a:pathLst>
                  <a:path w="94" h="94" extrusionOk="0">
                    <a:moveTo>
                      <a:pt x="91" y="65"/>
                    </a:moveTo>
                    <a:cubicBezTo>
                      <a:pt x="82" y="89"/>
                      <a:pt x="54" y="101"/>
                      <a:pt x="30" y="91"/>
                    </a:cubicBezTo>
                    <a:cubicBezTo>
                      <a:pt x="6" y="82"/>
                      <a:pt x="-6" y="54"/>
                      <a:pt x="4" y="30"/>
                    </a:cubicBezTo>
                    <a:cubicBezTo>
                      <a:pt x="13" y="6"/>
                      <a:pt x="41" y="-6"/>
                      <a:pt x="65" y="4"/>
                    </a:cubicBezTo>
                    <a:cubicBezTo>
                      <a:pt x="89" y="14"/>
                      <a:pt x="101" y="41"/>
                      <a:pt x="91" y="65"/>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7" name="Google Shape;1277;p40"/>
              <p:cNvSpPr/>
              <p:nvPr/>
            </p:nvSpPr>
            <p:spPr>
              <a:xfrm>
                <a:off x="6483763" y="1123060"/>
                <a:ext cx="34200" cy="33840"/>
              </a:xfrm>
              <a:custGeom>
                <a:avLst/>
                <a:gdLst/>
                <a:ahLst/>
                <a:cxnLst/>
                <a:rect l="l" t="t" r="r" b="b"/>
                <a:pathLst>
                  <a:path w="95" h="94" extrusionOk="0">
                    <a:moveTo>
                      <a:pt x="92" y="65"/>
                    </a:moveTo>
                    <a:cubicBezTo>
                      <a:pt x="82" y="89"/>
                      <a:pt x="55" y="101"/>
                      <a:pt x="30" y="91"/>
                    </a:cubicBezTo>
                    <a:cubicBezTo>
                      <a:pt x="6" y="82"/>
                      <a:pt x="-6" y="54"/>
                      <a:pt x="4" y="30"/>
                    </a:cubicBezTo>
                    <a:cubicBezTo>
                      <a:pt x="14" y="6"/>
                      <a:pt x="41" y="-6"/>
                      <a:pt x="66" y="4"/>
                    </a:cubicBezTo>
                    <a:cubicBezTo>
                      <a:pt x="90" y="13"/>
                      <a:pt x="101" y="41"/>
                      <a:pt x="92" y="65"/>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8" name="Google Shape;1278;p40"/>
              <p:cNvSpPr/>
              <p:nvPr/>
            </p:nvSpPr>
            <p:spPr>
              <a:xfrm>
                <a:off x="6391603" y="1076260"/>
                <a:ext cx="21600" cy="21600"/>
              </a:xfrm>
              <a:custGeom>
                <a:avLst/>
                <a:gdLst/>
                <a:ahLst/>
                <a:cxnLst/>
                <a:rect l="l" t="t" r="r" b="b"/>
                <a:pathLst>
                  <a:path w="60" h="60" extrusionOk="0">
                    <a:moveTo>
                      <a:pt x="58" y="41"/>
                    </a:moveTo>
                    <a:cubicBezTo>
                      <a:pt x="52" y="57"/>
                      <a:pt x="34" y="64"/>
                      <a:pt x="19" y="58"/>
                    </a:cubicBezTo>
                    <a:cubicBezTo>
                      <a:pt x="4" y="52"/>
                      <a:pt x="-4" y="34"/>
                      <a:pt x="2" y="19"/>
                    </a:cubicBezTo>
                    <a:cubicBezTo>
                      <a:pt x="9" y="4"/>
                      <a:pt x="26" y="-4"/>
                      <a:pt x="41" y="2"/>
                    </a:cubicBezTo>
                    <a:cubicBezTo>
                      <a:pt x="57" y="8"/>
                      <a:pt x="64" y="26"/>
                      <a:pt x="58" y="4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79" name="Google Shape;1279;p40"/>
              <p:cNvSpPr/>
              <p:nvPr/>
            </p:nvSpPr>
            <p:spPr>
              <a:xfrm>
                <a:off x="6478723" y="1111540"/>
                <a:ext cx="21960" cy="21240"/>
              </a:xfrm>
              <a:custGeom>
                <a:avLst/>
                <a:gdLst/>
                <a:ahLst/>
                <a:cxnLst/>
                <a:rect l="l" t="t" r="r" b="b"/>
                <a:pathLst>
                  <a:path w="61" h="59" extrusionOk="0">
                    <a:moveTo>
                      <a:pt x="59" y="41"/>
                    </a:moveTo>
                    <a:cubicBezTo>
                      <a:pt x="53" y="56"/>
                      <a:pt x="35" y="64"/>
                      <a:pt x="20" y="57"/>
                    </a:cubicBezTo>
                    <a:cubicBezTo>
                      <a:pt x="4" y="51"/>
                      <a:pt x="-3" y="34"/>
                      <a:pt x="3" y="18"/>
                    </a:cubicBezTo>
                    <a:cubicBezTo>
                      <a:pt x="9" y="3"/>
                      <a:pt x="27" y="-4"/>
                      <a:pt x="42" y="2"/>
                    </a:cubicBezTo>
                    <a:cubicBezTo>
                      <a:pt x="58" y="8"/>
                      <a:pt x="65" y="25"/>
                      <a:pt x="59" y="4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80" name="Google Shape;1280;p40"/>
              <p:cNvSpPr/>
              <p:nvPr/>
            </p:nvSpPr>
            <p:spPr>
              <a:xfrm>
                <a:off x="6425443" y="1100740"/>
                <a:ext cx="38160" cy="19080"/>
              </a:xfrm>
              <a:custGeom>
                <a:avLst/>
                <a:gdLst/>
                <a:ahLst/>
                <a:cxnLst/>
                <a:rect l="l" t="t" r="r" b="b"/>
                <a:pathLst>
                  <a:path w="106" h="53" extrusionOk="0">
                    <a:moveTo>
                      <a:pt x="84" y="53"/>
                    </a:moveTo>
                    <a:cubicBezTo>
                      <a:pt x="75" y="53"/>
                      <a:pt x="63" y="51"/>
                      <a:pt x="47" y="45"/>
                    </a:cubicBezTo>
                    <a:cubicBezTo>
                      <a:pt x="11" y="31"/>
                      <a:pt x="2" y="10"/>
                      <a:pt x="1" y="9"/>
                    </a:cubicBezTo>
                    <a:cubicBezTo>
                      <a:pt x="0" y="6"/>
                      <a:pt x="1" y="2"/>
                      <a:pt x="4" y="1"/>
                    </a:cubicBezTo>
                    <a:cubicBezTo>
                      <a:pt x="8" y="-1"/>
                      <a:pt x="12" y="1"/>
                      <a:pt x="13" y="4"/>
                    </a:cubicBezTo>
                    <a:cubicBezTo>
                      <a:pt x="13" y="4"/>
                      <a:pt x="22" y="21"/>
                      <a:pt x="52" y="33"/>
                    </a:cubicBezTo>
                    <a:cubicBezTo>
                      <a:pt x="82" y="45"/>
                      <a:pt x="97" y="38"/>
                      <a:pt x="97" y="38"/>
                    </a:cubicBezTo>
                    <a:cubicBezTo>
                      <a:pt x="100" y="37"/>
                      <a:pt x="104" y="38"/>
                      <a:pt x="106" y="41"/>
                    </a:cubicBezTo>
                    <a:cubicBezTo>
                      <a:pt x="107" y="44"/>
                      <a:pt x="106" y="48"/>
                      <a:pt x="103" y="50"/>
                    </a:cubicBezTo>
                    <a:cubicBezTo>
                      <a:pt x="103" y="50"/>
                      <a:pt x="96" y="53"/>
                      <a:pt x="84" y="53"/>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grpSp>
        <p:nvGrpSpPr>
          <p:cNvPr id="1281" name="Google Shape;1281;p40"/>
          <p:cNvGrpSpPr/>
          <p:nvPr/>
        </p:nvGrpSpPr>
        <p:grpSpPr>
          <a:xfrm rot="1549947">
            <a:off x="6733023" y="3346684"/>
            <a:ext cx="1543282" cy="808450"/>
            <a:chOff x="7319880" y="1330736"/>
            <a:chExt cx="415080" cy="217440"/>
          </a:xfrm>
        </p:grpSpPr>
        <p:sp>
          <p:nvSpPr>
            <p:cNvPr id="1282" name="Google Shape;1282;p40"/>
            <p:cNvSpPr/>
            <p:nvPr/>
          </p:nvSpPr>
          <p:spPr>
            <a:xfrm>
              <a:off x="7319880" y="1330736"/>
              <a:ext cx="415080" cy="217440"/>
            </a:xfrm>
            <a:custGeom>
              <a:avLst/>
              <a:gdLst/>
              <a:ahLst/>
              <a:cxnLst/>
              <a:rect l="l" t="t" r="r" b="b"/>
              <a:pathLst>
                <a:path w="1153" h="604" extrusionOk="0">
                  <a:moveTo>
                    <a:pt x="1038" y="59"/>
                  </a:moveTo>
                  <a:cubicBezTo>
                    <a:pt x="1007" y="84"/>
                    <a:pt x="985" y="119"/>
                    <a:pt x="972" y="156"/>
                  </a:cubicBezTo>
                  <a:cubicBezTo>
                    <a:pt x="946" y="124"/>
                    <a:pt x="906" y="100"/>
                    <a:pt x="867" y="80"/>
                  </a:cubicBezTo>
                  <a:lnTo>
                    <a:pt x="867" y="80"/>
                  </a:lnTo>
                  <a:lnTo>
                    <a:pt x="867" y="80"/>
                  </a:lnTo>
                  <a:cubicBezTo>
                    <a:pt x="859" y="76"/>
                    <a:pt x="852" y="72"/>
                    <a:pt x="844" y="69"/>
                  </a:cubicBezTo>
                  <a:cubicBezTo>
                    <a:pt x="837" y="65"/>
                    <a:pt x="830" y="62"/>
                    <a:pt x="823" y="58"/>
                  </a:cubicBezTo>
                  <a:cubicBezTo>
                    <a:pt x="821" y="57"/>
                    <a:pt x="819" y="56"/>
                    <a:pt x="817" y="55"/>
                  </a:cubicBezTo>
                  <a:cubicBezTo>
                    <a:pt x="761" y="27"/>
                    <a:pt x="698" y="17"/>
                    <a:pt x="636" y="10"/>
                  </a:cubicBezTo>
                  <a:cubicBezTo>
                    <a:pt x="627" y="9"/>
                    <a:pt x="618" y="8"/>
                    <a:pt x="609" y="7"/>
                  </a:cubicBezTo>
                  <a:cubicBezTo>
                    <a:pt x="590" y="5"/>
                    <a:pt x="570" y="4"/>
                    <a:pt x="551" y="2"/>
                  </a:cubicBezTo>
                  <a:cubicBezTo>
                    <a:pt x="547" y="2"/>
                    <a:pt x="543" y="2"/>
                    <a:pt x="539" y="2"/>
                  </a:cubicBezTo>
                  <a:cubicBezTo>
                    <a:pt x="536" y="2"/>
                    <a:pt x="532" y="1"/>
                    <a:pt x="528" y="1"/>
                  </a:cubicBezTo>
                  <a:cubicBezTo>
                    <a:pt x="506" y="0"/>
                    <a:pt x="484" y="0"/>
                    <a:pt x="462" y="0"/>
                  </a:cubicBezTo>
                  <a:cubicBezTo>
                    <a:pt x="403" y="0"/>
                    <a:pt x="343" y="4"/>
                    <a:pt x="285" y="14"/>
                  </a:cubicBezTo>
                  <a:cubicBezTo>
                    <a:pt x="278" y="16"/>
                    <a:pt x="272" y="17"/>
                    <a:pt x="265" y="18"/>
                  </a:cubicBezTo>
                  <a:lnTo>
                    <a:pt x="265" y="18"/>
                  </a:lnTo>
                  <a:cubicBezTo>
                    <a:pt x="252" y="21"/>
                    <a:pt x="240" y="24"/>
                    <a:pt x="227" y="27"/>
                  </a:cubicBezTo>
                  <a:cubicBezTo>
                    <a:pt x="199" y="34"/>
                    <a:pt x="170" y="42"/>
                    <a:pt x="143" y="52"/>
                  </a:cubicBezTo>
                  <a:cubicBezTo>
                    <a:pt x="132" y="56"/>
                    <a:pt x="121" y="61"/>
                    <a:pt x="109" y="66"/>
                  </a:cubicBezTo>
                  <a:cubicBezTo>
                    <a:pt x="91" y="74"/>
                    <a:pt x="73" y="84"/>
                    <a:pt x="57" y="95"/>
                  </a:cubicBezTo>
                  <a:lnTo>
                    <a:pt x="57" y="95"/>
                  </a:lnTo>
                  <a:cubicBezTo>
                    <a:pt x="29" y="115"/>
                    <a:pt x="7" y="141"/>
                    <a:pt x="0" y="175"/>
                  </a:cubicBezTo>
                  <a:cubicBezTo>
                    <a:pt x="0" y="176"/>
                    <a:pt x="0" y="177"/>
                    <a:pt x="0" y="178"/>
                  </a:cubicBezTo>
                  <a:cubicBezTo>
                    <a:pt x="0" y="179"/>
                    <a:pt x="0" y="180"/>
                    <a:pt x="0" y="181"/>
                  </a:cubicBezTo>
                  <a:cubicBezTo>
                    <a:pt x="0" y="183"/>
                    <a:pt x="0" y="185"/>
                    <a:pt x="1" y="187"/>
                  </a:cubicBezTo>
                  <a:cubicBezTo>
                    <a:pt x="2" y="190"/>
                    <a:pt x="3" y="192"/>
                    <a:pt x="4" y="194"/>
                  </a:cubicBezTo>
                  <a:cubicBezTo>
                    <a:pt x="5" y="195"/>
                    <a:pt x="5" y="195"/>
                    <a:pt x="6" y="196"/>
                  </a:cubicBezTo>
                  <a:cubicBezTo>
                    <a:pt x="7" y="198"/>
                    <a:pt x="8" y="199"/>
                    <a:pt x="9" y="200"/>
                  </a:cubicBezTo>
                  <a:cubicBezTo>
                    <a:pt x="9" y="201"/>
                    <a:pt x="9" y="201"/>
                    <a:pt x="10" y="201"/>
                  </a:cubicBezTo>
                  <a:lnTo>
                    <a:pt x="10" y="201"/>
                  </a:lnTo>
                  <a:cubicBezTo>
                    <a:pt x="14" y="206"/>
                    <a:pt x="19" y="211"/>
                    <a:pt x="24" y="216"/>
                  </a:cubicBezTo>
                  <a:cubicBezTo>
                    <a:pt x="25" y="218"/>
                    <a:pt x="26" y="220"/>
                    <a:pt x="28" y="222"/>
                  </a:cubicBezTo>
                  <a:lnTo>
                    <a:pt x="28" y="222"/>
                  </a:lnTo>
                  <a:cubicBezTo>
                    <a:pt x="29" y="224"/>
                    <a:pt x="30" y="225"/>
                    <a:pt x="31" y="227"/>
                  </a:cubicBezTo>
                  <a:cubicBezTo>
                    <a:pt x="32" y="229"/>
                    <a:pt x="32" y="231"/>
                    <a:pt x="33" y="233"/>
                  </a:cubicBezTo>
                  <a:cubicBezTo>
                    <a:pt x="38" y="246"/>
                    <a:pt x="40" y="257"/>
                    <a:pt x="44" y="266"/>
                  </a:cubicBezTo>
                  <a:cubicBezTo>
                    <a:pt x="44" y="268"/>
                    <a:pt x="45" y="269"/>
                    <a:pt x="46" y="271"/>
                  </a:cubicBezTo>
                  <a:cubicBezTo>
                    <a:pt x="50" y="280"/>
                    <a:pt x="55" y="287"/>
                    <a:pt x="64" y="292"/>
                  </a:cubicBezTo>
                  <a:cubicBezTo>
                    <a:pt x="64" y="298"/>
                    <a:pt x="64" y="304"/>
                    <a:pt x="64" y="310"/>
                  </a:cubicBezTo>
                  <a:cubicBezTo>
                    <a:pt x="65" y="369"/>
                    <a:pt x="69" y="430"/>
                    <a:pt x="95" y="483"/>
                  </a:cubicBezTo>
                  <a:cubicBezTo>
                    <a:pt x="107" y="509"/>
                    <a:pt x="124" y="528"/>
                    <a:pt x="144" y="542"/>
                  </a:cubicBezTo>
                  <a:cubicBezTo>
                    <a:pt x="144" y="542"/>
                    <a:pt x="144" y="543"/>
                    <a:pt x="145" y="543"/>
                  </a:cubicBezTo>
                  <a:cubicBezTo>
                    <a:pt x="147" y="544"/>
                    <a:pt x="149" y="546"/>
                    <a:pt x="151" y="547"/>
                  </a:cubicBezTo>
                  <a:lnTo>
                    <a:pt x="152" y="548"/>
                  </a:lnTo>
                  <a:cubicBezTo>
                    <a:pt x="154" y="549"/>
                    <a:pt x="156" y="551"/>
                    <a:pt x="158" y="552"/>
                  </a:cubicBezTo>
                  <a:cubicBezTo>
                    <a:pt x="159" y="552"/>
                    <a:pt x="159" y="552"/>
                    <a:pt x="159" y="553"/>
                  </a:cubicBezTo>
                  <a:cubicBezTo>
                    <a:pt x="162" y="554"/>
                    <a:pt x="164" y="555"/>
                    <a:pt x="166" y="556"/>
                  </a:cubicBezTo>
                  <a:lnTo>
                    <a:pt x="167" y="557"/>
                  </a:lnTo>
                  <a:cubicBezTo>
                    <a:pt x="169" y="558"/>
                    <a:pt x="172" y="559"/>
                    <a:pt x="174" y="560"/>
                  </a:cubicBezTo>
                  <a:lnTo>
                    <a:pt x="174" y="561"/>
                  </a:lnTo>
                  <a:cubicBezTo>
                    <a:pt x="190" y="568"/>
                    <a:pt x="206" y="574"/>
                    <a:pt x="224" y="578"/>
                  </a:cubicBezTo>
                  <a:lnTo>
                    <a:pt x="224" y="578"/>
                  </a:lnTo>
                  <a:cubicBezTo>
                    <a:pt x="227" y="579"/>
                    <a:pt x="229" y="579"/>
                    <a:pt x="232" y="580"/>
                  </a:cubicBezTo>
                  <a:cubicBezTo>
                    <a:pt x="233" y="580"/>
                    <a:pt x="233" y="580"/>
                    <a:pt x="233" y="580"/>
                  </a:cubicBezTo>
                  <a:cubicBezTo>
                    <a:pt x="236" y="581"/>
                    <a:pt x="238" y="581"/>
                    <a:pt x="241" y="582"/>
                  </a:cubicBezTo>
                  <a:lnTo>
                    <a:pt x="242" y="582"/>
                  </a:lnTo>
                  <a:cubicBezTo>
                    <a:pt x="245" y="583"/>
                    <a:pt x="248" y="583"/>
                    <a:pt x="250" y="584"/>
                  </a:cubicBezTo>
                  <a:cubicBezTo>
                    <a:pt x="251" y="584"/>
                    <a:pt x="251" y="584"/>
                    <a:pt x="251" y="584"/>
                  </a:cubicBezTo>
                  <a:cubicBezTo>
                    <a:pt x="254" y="584"/>
                    <a:pt x="257" y="585"/>
                    <a:pt x="259" y="585"/>
                  </a:cubicBezTo>
                  <a:cubicBezTo>
                    <a:pt x="260" y="585"/>
                    <a:pt x="260" y="585"/>
                    <a:pt x="260" y="585"/>
                  </a:cubicBezTo>
                  <a:cubicBezTo>
                    <a:pt x="278" y="588"/>
                    <a:pt x="296" y="590"/>
                    <a:pt x="313" y="592"/>
                  </a:cubicBezTo>
                  <a:lnTo>
                    <a:pt x="314" y="592"/>
                  </a:lnTo>
                  <a:cubicBezTo>
                    <a:pt x="317" y="592"/>
                    <a:pt x="319" y="592"/>
                    <a:pt x="322" y="593"/>
                  </a:cubicBezTo>
                  <a:lnTo>
                    <a:pt x="323" y="593"/>
                  </a:lnTo>
                  <a:cubicBezTo>
                    <a:pt x="334" y="594"/>
                    <a:pt x="344" y="595"/>
                    <a:pt x="354" y="595"/>
                  </a:cubicBezTo>
                  <a:cubicBezTo>
                    <a:pt x="355" y="596"/>
                    <a:pt x="356" y="596"/>
                    <a:pt x="356" y="596"/>
                  </a:cubicBezTo>
                  <a:cubicBezTo>
                    <a:pt x="359" y="596"/>
                    <a:pt x="361" y="596"/>
                    <a:pt x="363" y="596"/>
                  </a:cubicBezTo>
                  <a:cubicBezTo>
                    <a:pt x="364" y="596"/>
                    <a:pt x="365" y="596"/>
                    <a:pt x="366" y="596"/>
                  </a:cubicBezTo>
                  <a:cubicBezTo>
                    <a:pt x="369" y="597"/>
                    <a:pt x="372" y="597"/>
                    <a:pt x="375" y="597"/>
                  </a:cubicBezTo>
                  <a:cubicBezTo>
                    <a:pt x="423" y="602"/>
                    <a:pt x="472" y="604"/>
                    <a:pt x="520" y="603"/>
                  </a:cubicBezTo>
                  <a:cubicBezTo>
                    <a:pt x="569" y="604"/>
                    <a:pt x="618" y="602"/>
                    <a:pt x="666" y="597"/>
                  </a:cubicBezTo>
                  <a:cubicBezTo>
                    <a:pt x="765" y="587"/>
                    <a:pt x="894" y="589"/>
                    <a:pt x="946" y="483"/>
                  </a:cubicBezTo>
                  <a:cubicBezTo>
                    <a:pt x="948" y="479"/>
                    <a:pt x="950" y="474"/>
                    <a:pt x="952" y="470"/>
                  </a:cubicBezTo>
                  <a:cubicBezTo>
                    <a:pt x="952" y="469"/>
                    <a:pt x="953" y="468"/>
                    <a:pt x="953" y="466"/>
                  </a:cubicBezTo>
                  <a:cubicBezTo>
                    <a:pt x="957" y="457"/>
                    <a:pt x="960" y="448"/>
                    <a:pt x="962" y="438"/>
                  </a:cubicBezTo>
                  <a:cubicBezTo>
                    <a:pt x="963" y="437"/>
                    <a:pt x="963" y="436"/>
                    <a:pt x="963" y="436"/>
                  </a:cubicBezTo>
                  <a:cubicBezTo>
                    <a:pt x="974" y="395"/>
                    <a:pt x="976" y="352"/>
                    <a:pt x="976" y="310"/>
                  </a:cubicBezTo>
                  <a:cubicBezTo>
                    <a:pt x="977" y="289"/>
                    <a:pt x="976" y="268"/>
                    <a:pt x="975" y="247"/>
                  </a:cubicBezTo>
                  <a:cubicBezTo>
                    <a:pt x="988" y="272"/>
                    <a:pt x="1004" y="296"/>
                    <a:pt x="1027" y="315"/>
                  </a:cubicBezTo>
                  <a:cubicBezTo>
                    <a:pt x="1061" y="342"/>
                    <a:pt x="1154" y="358"/>
                    <a:pt x="1139" y="292"/>
                  </a:cubicBezTo>
                  <a:cubicBezTo>
                    <a:pt x="1138" y="288"/>
                    <a:pt x="1137" y="284"/>
                    <a:pt x="1135" y="280"/>
                  </a:cubicBezTo>
                  <a:lnTo>
                    <a:pt x="1135" y="280"/>
                  </a:lnTo>
                  <a:lnTo>
                    <a:pt x="1135" y="280"/>
                  </a:lnTo>
                  <a:cubicBezTo>
                    <a:pt x="1129" y="266"/>
                    <a:pt x="1120" y="253"/>
                    <a:pt x="1108" y="242"/>
                  </a:cubicBezTo>
                  <a:cubicBezTo>
                    <a:pt x="1086" y="221"/>
                    <a:pt x="1059" y="205"/>
                    <a:pt x="1029" y="193"/>
                  </a:cubicBezTo>
                  <a:cubicBezTo>
                    <a:pt x="1057" y="182"/>
                    <a:pt x="1084" y="169"/>
                    <a:pt x="1107" y="151"/>
                  </a:cubicBezTo>
                  <a:cubicBezTo>
                    <a:pt x="1125" y="136"/>
                    <a:pt x="1141" y="116"/>
                    <a:pt x="1148" y="95"/>
                  </a:cubicBezTo>
                  <a:lnTo>
                    <a:pt x="1148" y="95"/>
                  </a:lnTo>
                  <a:cubicBezTo>
                    <a:pt x="1150" y="89"/>
                    <a:pt x="1152" y="83"/>
                    <a:pt x="1152" y="77"/>
                  </a:cubicBezTo>
                  <a:cubicBezTo>
                    <a:pt x="1161" y="5"/>
                    <a:pt x="1073" y="31"/>
                    <a:pt x="1038" y="59"/>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FFFFFF"/>
                </a:solidFill>
                <a:latin typeface="Abadi" panose="020B0604020104020204" pitchFamily="34" charset="0"/>
                <a:sym typeface="Arial"/>
              </a:endParaRPr>
            </a:p>
          </p:txBody>
        </p:sp>
        <p:grpSp>
          <p:nvGrpSpPr>
            <p:cNvPr id="1283" name="Google Shape;1283;p40"/>
            <p:cNvGrpSpPr/>
            <p:nvPr/>
          </p:nvGrpSpPr>
          <p:grpSpPr>
            <a:xfrm>
              <a:off x="7319880" y="1330916"/>
              <a:ext cx="415080" cy="217080"/>
              <a:chOff x="7264275" y="1031768"/>
              <a:chExt cx="415080" cy="217080"/>
            </a:xfrm>
          </p:grpSpPr>
          <p:sp>
            <p:nvSpPr>
              <p:cNvPr id="1284" name="Google Shape;1284;p40"/>
              <p:cNvSpPr/>
              <p:nvPr/>
            </p:nvSpPr>
            <p:spPr>
              <a:xfrm>
                <a:off x="7287315" y="1094768"/>
                <a:ext cx="328680" cy="154080"/>
              </a:xfrm>
              <a:custGeom>
                <a:avLst/>
                <a:gdLst/>
                <a:ahLst/>
                <a:cxnLst/>
                <a:rect l="l" t="t" r="r" b="b"/>
                <a:pathLst>
                  <a:path w="913" h="428" extrusionOk="0">
                    <a:moveTo>
                      <a:pt x="910" y="34"/>
                    </a:moveTo>
                    <a:lnTo>
                      <a:pt x="485" y="4"/>
                    </a:lnTo>
                    <a:lnTo>
                      <a:pt x="485" y="0"/>
                    </a:lnTo>
                    <a:lnTo>
                      <a:pt x="456" y="2"/>
                    </a:lnTo>
                    <a:lnTo>
                      <a:pt x="428" y="0"/>
                    </a:lnTo>
                    <a:lnTo>
                      <a:pt x="428" y="4"/>
                    </a:lnTo>
                    <a:lnTo>
                      <a:pt x="3" y="34"/>
                    </a:lnTo>
                    <a:cubicBezTo>
                      <a:pt x="1" y="68"/>
                      <a:pt x="0" y="101"/>
                      <a:pt x="0" y="135"/>
                    </a:cubicBezTo>
                    <a:cubicBezTo>
                      <a:pt x="1" y="194"/>
                      <a:pt x="5" y="255"/>
                      <a:pt x="31" y="308"/>
                    </a:cubicBezTo>
                    <a:cubicBezTo>
                      <a:pt x="83" y="414"/>
                      <a:pt x="212" y="412"/>
                      <a:pt x="311" y="422"/>
                    </a:cubicBezTo>
                    <a:cubicBezTo>
                      <a:pt x="359" y="427"/>
                      <a:pt x="408" y="428"/>
                      <a:pt x="456" y="427"/>
                    </a:cubicBezTo>
                    <a:cubicBezTo>
                      <a:pt x="505" y="428"/>
                      <a:pt x="553" y="427"/>
                      <a:pt x="602" y="422"/>
                    </a:cubicBezTo>
                    <a:cubicBezTo>
                      <a:pt x="701" y="412"/>
                      <a:pt x="830" y="414"/>
                      <a:pt x="882" y="308"/>
                    </a:cubicBezTo>
                    <a:cubicBezTo>
                      <a:pt x="908" y="255"/>
                      <a:pt x="912" y="194"/>
                      <a:pt x="912" y="135"/>
                    </a:cubicBezTo>
                    <a:cubicBezTo>
                      <a:pt x="913" y="101"/>
                      <a:pt x="912" y="68"/>
                      <a:pt x="910" y="34"/>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85" name="Google Shape;1285;p40"/>
              <p:cNvSpPr/>
              <p:nvPr/>
            </p:nvSpPr>
            <p:spPr>
              <a:xfrm>
                <a:off x="7396755" y="1171808"/>
                <a:ext cx="19440" cy="19440"/>
              </a:xfrm>
              <a:custGeom>
                <a:avLst/>
                <a:gdLst/>
                <a:ahLst/>
                <a:cxnLst/>
                <a:rect l="l" t="t" r="r" b="b"/>
                <a:pathLst>
                  <a:path w="54" h="54" extrusionOk="0">
                    <a:moveTo>
                      <a:pt x="54" y="27"/>
                    </a:moveTo>
                    <a:cubicBezTo>
                      <a:pt x="54" y="12"/>
                      <a:pt x="42" y="0"/>
                      <a:pt x="27" y="0"/>
                    </a:cubicBezTo>
                    <a:cubicBezTo>
                      <a:pt x="12" y="0"/>
                      <a:pt x="0" y="12"/>
                      <a:pt x="0" y="27"/>
                    </a:cubicBezTo>
                    <a:cubicBezTo>
                      <a:pt x="0" y="42"/>
                      <a:pt x="12" y="54"/>
                      <a:pt x="27" y="54"/>
                    </a:cubicBezTo>
                    <a:cubicBezTo>
                      <a:pt x="42" y="54"/>
                      <a:pt x="54" y="42"/>
                      <a:pt x="54" y="2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86" name="Google Shape;1286;p40"/>
              <p:cNvSpPr/>
              <p:nvPr/>
            </p:nvSpPr>
            <p:spPr>
              <a:xfrm>
                <a:off x="7485315" y="1171808"/>
                <a:ext cx="19800" cy="19440"/>
              </a:xfrm>
              <a:custGeom>
                <a:avLst/>
                <a:gdLst/>
                <a:ahLst/>
                <a:cxnLst/>
                <a:rect l="l" t="t" r="r" b="b"/>
                <a:pathLst>
                  <a:path w="55" h="54" extrusionOk="0">
                    <a:moveTo>
                      <a:pt x="55" y="27"/>
                    </a:moveTo>
                    <a:cubicBezTo>
                      <a:pt x="55" y="12"/>
                      <a:pt x="42" y="0"/>
                      <a:pt x="27" y="0"/>
                    </a:cubicBezTo>
                    <a:cubicBezTo>
                      <a:pt x="12" y="0"/>
                      <a:pt x="0" y="12"/>
                      <a:pt x="0" y="27"/>
                    </a:cubicBezTo>
                    <a:cubicBezTo>
                      <a:pt x="0" y="42"/>
                      <a:pt x="12" y="54"/>
                      <a:pt x="27" y="54"/>
                    </a:cubicBezTo>
                    <a:cubicBezTo>
                      <a:pt x="42" y="54"/>
                      <a:pt x="55" y="42"/>
                      <a:pt x="55" y="27"/>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87" name="Google Shape;1287;p40"/>
              <p:cNvSpPr/>
              <p:nvPr/>
            </p:nvSpPr>
            <p:spPr>
              <a:xfrm>
                <a:off x="7429155" y="1175408"/>
                <a:ext cx="43560" cy="25560"/>
              </a:xfrm>
              <a:custGeom>
                <a:avLst/>
                <a:gdLst/>
                <a:ahLst/>
                <a:cxnLst/>
                <a:rect l="l" t="t" r="r" b="b"/>
                <a:pathLst>
                  <a:path w="121" h="71" extrusionOk="0">
                    <a:moveTo>
                      <a:pt x="0" y="0"/>
                    </a:moveTo>
                    <a:cubicBezTo>
                      <a:pt x="0" y="1"/>
                      <a:pt x="0" y="2"/>
                      <a:pt x="0" y="3"/>
                    </a:cubicBezTo>
                    <a:cubicBezTo>
                      <a:pt x="0" y="41"/>
                      <a:pt x="27" y="71"/>
                      <a:pt x="60" y="71"/>
                    </a:cubicBezTo>
                    <a:cubicBezTo>
                      <a:pt x="94" y="71"/>
                      <a:pt x="121" y="41"/>
                      <a:pt x="121" y="3"/>
                    </a:cubicBezTo>
                    <a:cubicBezTo>
                      <a:pt x="121" y="2"/>
                      <a:pt x="120" y="1"/>
                      <a:pt x="120" y="0"/>
                    </a:cubicBezTo>
                    <a:lnTo>
                      <a:pt x="0" y="0"/>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88" name="Google Shape;1288;p40"/>
              <p:cNvSpPr/>
              <p:nvPr/>
            </p:nvSpPr>
            <p:spPr>
              <a:xfrm>
                <a:off x="7434915" y="1188008"/>
                <a:ext cx="33480" cy="12960"/>
              </a:xfrm>
              <a:custGeom>
                <a:avLst/>
                <a:gdLst/>
                <a:ahLst/>
                <a:cxnLst/>
                <a:rect l="l" t="t" r="r" b="b"/>
                <a:pathLst>
                  <a:path w="93" h="36" extrusionOk="0">
                    <a:moveTo>
                      <a:pt x="44" y="36"/>
                    </a:moveTo>
                    <a:cubicBezTo>
                      <a:pt x="64" y="36"/>
                      <a:pt x="82" y="26"/>
                      <a:pt x="93" y="9"/>
                    </a:cubicBezTo>
                    <a:cubicBezTo>
                      <a:pt x="69" y="-2"/>
                      <a:pt x="41" y="-4"/>
                      <a:pt x="17" y="6"/>
                    </a:cubicBezTo>
                    <a:cubicBezTo>
                      <a:pt x="11" y="8"/>
                      <a:pt x="5" y="11"/>
                      <a:pt x="0" y="14"/>
                    </a:cubicBezTo>
                    <a:cubicBezTo>
                      <a:pt x="11" y="28"/>
                      <a:pt x="26" y="36"/>
                      <a:pt x="44" y="3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89" name="Google Shape;1289;p40"/>
              <p:cNvSpPr/>
              <p:nvPr/>
            </p:nvSpPr>
            <p:spPr>
              <a:xfrm>
                <a:off x="7392435" y="1196648"/>
                <a:ext cx="31320" cy="20520"/>
              </a:xfrm>
              <a:custGeom>
                <a:avLst/>
                <a:gdLst/>
                <a:ahLst/>
                <a:cxnLst/>
                <a:rect l="l" t="t" r="r" b="b"/>
                <a:pathLst>
                  <a:path w="87" h="57" extrusionOk="0">
                    <a:moveTo>
                      <a:pt x="0" y="29"/>
                    </a:moveTo>
                    <a:cubicBezTo>
                      <a:pt x="0" y="44"/>
                      <a:pt x="19" y="57"/>
                      <a:pt x="43" y="57"/>
                    </a:cubicBezTo>
                    <a:cubicBezTo>
                      <a:pt x="67" y="57"/>
                      <a:pt x="87" y="44"/>
                      <a:pt x="87" y="28"/>
                    </a:cubicBezTo>
                    <a:cubicBezTo>
                      <a:pt x="87" y="13"/>
                      <a:pt x="67" y="0"/>
                      <a:pt x="43" y="0"/>
                    </a:cubicBezTo>
                    <a:cubicBezTo>
                      <a:pt x="19" y="0"/>
                      <a:pt x="0" y="13"/>
                      <a:pt x="0" y="2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0" name="Google Shape;1290;p40"/>
              <p:cNvSpPr/>
              <p:nvPr/>
            </p:nvSpPr>
            <p:spPr>
              <a:xfrm>
                <a:off x="7479555" y="1196648"/>
                <a:ext cx="31320" cy="20520"/>
              </a:xfrm>
              <a:custGeom>
                <a:avLst/>
                <a:gdLst/>
                <a:ahLst/>
                <a:cxnLst/>
                <a:rect l="l" t="t" r="r" b="b"/>
                <a:pathLst>
                  <a:path w="87" h="57" extrusionOk="0">
                    <a:moveTo>
                      <a:pt x="0" y="29"/>
                    </a:moveTo>
                    <a:cubicBezTo>
                      <a:pt x="0" y="44"/>
                      <a:pt x="19" y="57"/>
                      <a:pt x="43" y="57"/>
                    </a:cubicBezTo>
                    <a:cubicBezTo>
                      <a:pt x="67" y="57"/>
                      <a:pt x="87" y="44"/>
                      <a:pt x="87" y="28"/>
                    </a:cubicBezTo>
                    <a:cubicBezTo>
                      <a:pt x="87" y="13"/>
                      <a:pt x="67" y="0"/>
                      <a:pt x="43" y="0"/>
                    </a:cubicBezTo>
                    <a:cubicBezTo>
                      <a:pt x="19" y="0"/>
                      <a:pt x="0" y="13"/>
                      <a:pt x="0" y="29"/>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1" name="Google Shape;1291;p40"/>
              <p:cNvSpPr/>
              <p:nvPr/>
            </p:nvSpPr>
            <p:spPr>
              <a:xfrm>
                <a:off x="7609515" y="1042568"/>
                <a:ext cx="69840" cy="68400"/>
              </a:xfrm>
              <a:custGeom>
                <a:avLst/>
                <a:gdLst/>
                <a:ahLst/>
                <a:cxnLst/>
                <a:rect l="l" t="t" r="r" b="b"/>
                <a:pathLst>
                  <a:path w="194" h="190" extrusionOk="0">
                    <a:moveTo>
                      <a:pt x="4" y="156"/>
                    </a:moveTo>
                    <a:cubicBezTo>
                      <a:pt x="15" y="109"/>
                      <a:pt x="39" y="60"/>
                      <a:pt x="79" y="28"/>
                    </a:cubicBezTo>
                    <a:cubicBezTo>
                      <a:pt x="114" y="0"/>
                      <a:pt x="202" y="-25"/>
                      <a:pt x="193" y="47"/>
                    </a:cubicBezTo>
                    <a:cubicBezTo>
                      <a:pt x="190" y="76"/>
                      <a:pt x="171" y="101"/>
                      <a:pt x="148" y="120"/>
                    </a:cubicBezTo>
                    <a:cubicBezTo>
                      <a:pt x="125" y="139"/>
                      <a:pt x="97" y="152"/>
                      <a:pt x="69" y="163"/>
                    </a:cubicBezTo>
                    <a:cubicBezTo>
                      <a:pt x="46" y="173"/>
                      <a:pt x="23" y="182"/>
                      <a:pt x="0" y="190"/>
                    </a:cubicBezTo>
                    <a:lnTo>
                      <a:pt x="4" y="156"/>
                    </a:lnTo>
                    <a:close/>
                  </a:path>
                </a:pathLst>
              </a:custGeom>
              <a:solidFill>
                <a:schemeClr val="accent2"/>
              </a:solidFill>
              <a:ln>
                <a:noFill/>
              </a:ln>
            </p:spPr>
            <p:txBody>
              <a:bodyPr spcFirstLastPara="1" wrap="square" lIns="90000" tIns="23400" rIns="90000" bIns="234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2" name="Google Shape;1292;p40"/>
              <p:cNvSpPr/>
              <p:nvPr/>
            </p:nvSpPr>
            <p:spPr>
              <a:xfrm>
                <a:off x="7604835" y="1094408"/>
                <a:ext cx="70200" cy="59040"/>
              </a:xfrm>
              <a:custGeom>
                <a:avLst/>
                <a:gdLst/>
                <a:ahLst/>
                <a:cxnLst/>
                <a:rect l="l" t="t" r="r" b="b"/>
                <a:pathLst>
                  <a:path w="195" h="164" extrusionOk="0">
                    <a:moveTo>
                      <a:pt x="17" y="2"/>
                    </a:moveTo>
                    <a:cubicBezTo>
                      <a:pt x="71" y="9"/>
                      <a:pt x="124" y="32"/>
                      <a:pt x="162" y="68"/>
                    </a:cubicBezTo>
                    <a:cubicBezTo>
                      <a:pt x="177" y="82"/>
                      <a:pt x="188" y="98"/>
                      <a:pt x="193" y="117"/>
                    </a:cubicBezTo>
                    <a:cubicBezTo>
                      <a:pt x="208" y="183"/>
                      <a:pt x="115" y="168"/>
                      <a:pt x="81" y="140"/>
                    </a:cubicBezTo>
                    <a:cubicBezTo>
                      <a:pt x="37" y="105"/>
                      <a:pt x="19" y="49"/>
                      <a:pt x="0" y="0"/>
                    </a:cubicBezTo>
                    <a:lnTo>
                      <a:pt x="17" y="2"/>
                    </a:lnTo>
                    <a:close/>
                  </a:path>
                </a:pathLst>
              </a:custGeom>
              <a:solidFill>
                <a:schemeClr val="accent2"/>
              </a:solidFill>
              <a:ln>
                <a:noFill/>
              </a:ln>
            </p:spPr>
            <p:txBody>
              <a:bodyPr spcFirstLastPara="1" wrap="square" lIns="90000" tIns="14025" rIns="90000" bIns="14025"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3" name="Google Shape;1293;p40"/>
              <p:cNvSpPr/>
              <p:nvPr/>
            </p:nvSpPr>
            <p:spPr>
              <a:xfrm>
                <a:off x="7612395" y="1042928"/>
                <a:ext cx="60480" cy="56520"/>
              </a:xfrm>
              <a:custGeom>
                <a:avLst/>
                <a:gdLst/>
                <a:ahLst/>
                <a:cxnLst/>
                <a:rect l="l" t="t" r="r" b="b"/>
                <a:pathLst>
                  <a:path w="168" h="157" extrusionOk="0">
                    <a:moveTo>
                      <a:pt x="160" y="0"/>
                    </a:moveTo>
                    <a:lnTo>
                      <a:pt x="160" y="1"/>
                    </a:lnTo>
                    <a:cubicBezTo>
                      <a:pt x="139" y="13"/>
                      <a:pt x="112" y="33"/>
                      <a:pt x="85" y="57"/>
                    </a:cubicBezTo>
                    <a:cubicBezTo>
                      <a:pt x="58" y="82"/>
                      <a:pt x="36" y="106"/>
                      <a:pt x="21" y="125"/>
                    </a:cubicBezTo>
                    <a:cubicBezTo>
                      <a:pt x="6" y="144"/>
                      <a:pt x="-1" y="157"/>
                      <a:pt x="0" y="157"/>
                    </a:cubicBezTo>
                    <a:cubicBezTo>
                      <a:pt x="2" y="159"/>
                      <a:pt x="37" y="112"/>
                      <a:pt x="91" y="64"/>
                    </a:cubicBezTo>
                    <a:cubicBezTo>
                      <a:pt x="120" y="37"/>
                      <a:pt x="148" y="17"/>
                      <a:pt x="168" y="3"/>
                    </a:cubicBezTo>
                    <a:cubicBezTo>
                      <a:pt x="165" y="2"/>
                      <a:pt x="163" y="1"/>
                      <a:pt x="160" y="0"/>
                    </a:cubicBezTo>
                    <a:close/>
                  </a:path>
                </a:pathLst>
              </a:custGeom>
              <a:solidFill>
                <a:schemeClr val="accent1"/>
              </a:solidFill>
              <a:ln>
                <a:noFill/>
              </a:ln>
            </p:spPr>
            <p:txBody>
              <a:bodyPr spcFirstLastPara="1" wrap="square" lIns="90000" tIns="11500" rIns="90000" bIns="115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4" name="Google Shape;1294;p40"/>
              <p:cNvSpPr/>
              <p:nvPr/>
            </p:nvSpPr>
            <p:spPr>
              <a:xfrm>
                <a:off x="7611675" y="1062728"/>
                <a:ext cx="66960" cy="42480"/>
              </a:xfrm>
              <a:custGeom>
                <a:avLst/>
                <a:gdLst/>
                <a:ahLst/>
                <a:cxnLst/>
                <a:rect l="l" t="t" r="r" b="b"/>
                <a:pathLst>
                  <a:path w="186" h="118" extrusionOk="0">
                    <a:moveTo>
                      <a:pt x="183" y="8"/>
                    </a:moveTo>
                    <a:cubicBezTo>
                      <a:pt x="184" y="6"/>
                      <a:pt x="185" y="3"/>
                      <a:pt x="186" y="0"/>
                    </a:cubicBezTo>
                    <a:cubicBezTo>
                      <a:pt x="164" y="9"/>
                      <a:pt x="136" y="22"/>
                      <a:pt x="107" y="38"/>
                    </a:cubicBezTo>
                    <a:cubicBezTo>
                      <a:pt x="75" y="57"/>
                      <a:pt x="47" y="76"/>
                      <a:pt x="29" y="91"/>
                    </a:cubicBezTo>
                    <a:cubicBezTo>
                      <a:pt x="10" y="106"/>
                      <a:pt x="0" y="117"/>
                      <a:pt x="0" y="118"/>
                    </a:cubicBezTo>
                    <a:cubicBezTo>
                      <a:pt x="2" y="120"/>
                      <a:pt x="48" y="82"/>
                      <a:pt x="111" y="46"/>
                    </a:cubicBezTo>
                    <a:cubicBezTo>
                      <a:pt x="138" y="31"/>
                      <a:pt x="163" y="18"/>
                      <a:pt x="183" y="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5" name="Google Shape;1295;p40"/>
              <p:cNvSpPr/>
              <p:nvPr/>
            </p:nvSpPr>
            <p:spPr>
              <a:xfrm>
                <a:off x="7617075" y="1096928"/>
                <a:ext cx="56880" cy="38880"/>
              </a:xfrm>
              <a:custGeom>
                <a:avLst/>
                <a:gdLst/>
                <a:ahLst/>
                <a:cxnLst/>
                <a:rect l="l" t="t" r="r" b="b"/>
                <a:pathLst>
                  <a:path w="158" h="108" extrusionOk="0">
                    <a:moveTo>
                      <a:pt x="158" y="108"/>
                    </a:moveTo>
                    <a:cubicBezTo>
                      <a:pt x="157" y="105"/>
                      <a:pt x="156" y="102"/>
                      <a:pt x="155" y="99"/>
                    </a:cubicBezTo>
                    <a:cubicBezTo>
                      <a:pt x="138" y="91"/>
                      <a:pt x="119" y="82"/>
                      <a:pt x="99" y="71"/>
                    </a:cubicBezTo>
                    <a:cubicBezTo>
                      <a:pt x="70" y="54"/>
                      <a:pt x="44" y="37"/>
                      <a:pt x="26" y="24"/>
                    </a:cubicBezTo>
                    <a:cubicBezTo>
                      <a:pt x="9" y="10"/>
                      <a:pt x="1" y="-1"/>
                      <a:pt x="0" y="0"/>
                    </a:cubicBezTo>
                    <a:cubicBezTo>
                      <a:pt x="-1" y="0"/>
                      <a:pt x="5" y="13"/>
                      <a:pt x="22" y="29"/>
                    </a:cubicBezTo>
                    <a:cubicBezTo>
                      <a:pt x="39" y="44"/>
                      <a:pt x="65" y="62"/>
                      <a:pt x="95" y="79"/>
                    </a:cubicBezTo>
                    <a:cubicBezTo>
                      <a:pt x="118" y="91"/>
                      <a:pt x="139" y="101"/>
                      <a:pt x="158" y="108"/>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6" name="Google Shape;1296;p40"/>
              <p:cNvSpPr/>
              <p:nvPr/>
            </p:nvSpPr>
            <p:spPr>
              <a:xfrm>
                <a:off x="7605555" y="1096568"/>
                <a:ext cx="63000" cy="56160"/>
              </a:xfrm>
              <a:custGeom>
                <a:avLst/>
                <a:gdLst/>
                <a:ahLst/>
                <a:cxnLst/>
                <a:rect l="l" t="t" r="r" b="b"/>
                <a:pathLst>
                  <a:path w="175" h="156" extrusionOk="0">
                    <a:moveTo>
                      <a:pt x="85" y="104"/>
                    </a:moveTo>
                    <a:cubicBezTo>
                      <a:pt x="113" y="129"/>
                      <a:pt x="143" y="147"/>
                      <a:pt x="166" y="156"/>
                    </a:cubicBezTo>
                    <a:cubicBezTo>
                      <a:pt x="169" y="155"/>
                      <a:pt x="172" y="154"/>
                      <a:pt x="175" y="153"/>
                    </a:cubicBezTo>
                    <a:cubicBezTo>
                      <a:pt x="173" y="152"/>
                      <a:pt x="171" y="152"/>
                      <a:pt x="169" y="151"/>
                    </a:cubicBezTo>
                    <a:cubicBezTo>
                      <a:pt x="147" y="140"/>
                      <a:pt x="118" y="122"/>
                      <a:pt x="91" y="97"/>
                    </a:cubicBezTo>
                    <a:cubicBezTo>
                      <a:pt x="63" y="73"/>
                      <a:pt x="42" y="47"/>
                      <a:pt x="26" y="29"/>
                    </a:cubicBezTo>
                    <a:cubicBezTo>
                      <a:pt x="13" y="13"/>
                      <a:pt x="4" y="3"/>
                      <a:pt x="0" y="0"/>
                    </a:cubicBezTo>
                    <a:cubicBezTo>
                      <a:pt x="1" y="3"/>
                      <a:pt x="2" y="5"/>
                      <a:pt x="3" y="8"/>
                    </a:cubicBezTo>
                    <a:cubicBezTo>
                      <a:pt x="7" y="13"/>
                      <a:pt x="13" y="22"/>
                      <a:pt x="21" y="33"/>
                    </a:cubicBezTo>
                    <a:cubicBezTo>
                      <a:pt x="35" y="52"/>
                      <a:pt x="57" y="79"/>
                      <a:pt x="85" y="104"/>
                    </a:cubicBezTo>
                    <a:close/>
                  </a:path>
                </a:pathLst>
              </a:custGeom>
              <a:solidFill>
                <a:schemeClr val="accent1"/>
              </a:solidFill>
              <a:ln>
                <a:noFill/>
              </a:ln>
            </p:spPr>
            <p:txBody>
              <a:bodyPr spcFirstLastPara="1" wrap="square" lIns="90000" tIns="11150" rIns="90000" bIns="1115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7" name="Google Shape;1297;p40"/>
              <p:cNvSpPr/>
              <p:nvPr/>
            </p:nvSpPr>
            <p:spPr>
              <a:xfrm>
                <a:off x="7264275" y="1031768"/>
                <a:ext cx="357480" cy="111960"/>
              </a:xfrm>
              <a:custGeom>
                <a:avLst/>
                <a:gdLst/>
                <a:ahLst/>
                <a:cxnLst/>
                <a:rect l="l" t="t" r="r" b="b"/>
                <a:pathLst>
                  <a:path w="993" h="311" extrusionOk="0">
                    <a:moveTo>
                      <a:pt x="823" y="58"/>
                    </a:moveTo>
                    <a:cubicBezTo>
                      <a:pt x="821" y="57"/>
                      <a:pt x="819" y="56"/>
                      <a:pt x="817" y="55"/>
                    </a:cubicBezTo>
                    <a:cubicBezTo>
                      <a:pt x="753" y="22"/>
                      <a:pt x="680" y="14"/>
                      <a:pt x="609" y="7"/>
                    </a:cubicBezTo>
                    <a:cubicBezTo>
                      <a:pt x="453" y="-9"/>
                      <a:pt x="291" y="-3"/>
                      <a:pt x="143" y="52"/>
                    </a:cubicBezTo>
                    <a:cubicBezTo>
                      <a:pt x="86" y="73"/>
                      <a:pt x="13" y="108"/>
                      <a:pt x="0" y="175"/>
                    </a:cubicBezTo>
                    <a:cubicBezTo>
                      <a:pt x="0" y="179"/>
                      <a:pt x="-1" y="183"/>
                      <a:pt x="1" y="187"/>
                    </a:cubicBezTo>
                    <a:cubicBezTo>
                      <a:pt x="8" y="205"/>
                      <a:pt x="27" y="213"/>
                      <a:pt x="33" y="232"/>
                    </a:cubicBezTo>
                    <a:cubicBezTo>
                      <a:pt x="47" y="276"/>
                      <a:pt x="45" y="291"/>
                      <a:pt x="93" y="301"/>
                    </a:cubicBezTo>
                    <a:cubicBezTo>
                      <a:pt x="202" y="322"/>
                      <a:pt x="307" y="303"/>
                      <a:pt x="417" y="300"/>
                    </a:cubicBezTo>
                    <a:cubicBezTo>
                      <a:pt x="519" y="297"/>
                      <a:pt x="622" y="289"/>
                      <a:pt x="723" y="276"/>
                    </a:cubicBezTo>
                    <a:cubicBezTo>
                      <a:pt x="775" y="269"/>
                      <a:pt x="827" y="260"/>
                      <a:pt x="879" y="251"/>
                    </a:cubicBezTo>
                    <a:cubicBezTo>
                      <a:pt x="915" y="244"/>
                      <a:pt x="1022" y="235"/>
                      <a:pt x="985" y="173"/>
                    </a:cubicBezTo>
                    <a:cubicBezTo>
                      <a:pt x="952" y="118"/>
                      <a:pt x="879" y="86"/>
                      <a:pt x="823" y="5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298" name="Google Shape;1298;p40"/>
              <p:cNvSpPr/>
              <p:nvPr/>
            </p:nvSpPr>
            <p:spPr>
              <a:xfrm>
                <a:off x="7274355" y="1032128"/>
                <a:ext cx="347040" cy="111240"/>
              </a:xfrm>
              <a:custGeom>
                <a:avLst/>
                <a:gdLst/>
                <a:ahLst/>
                <a:cxnLst/>
                <a:rect l="l" t="t" r="r" b="b"/>
                <a:pathLst>
                  <a:path w="964" h="309" extrusionOk="0">
                    <a:moveTo>
                      <a:pt x="817" y="164"/>
                    </a:moveTo>
                    <a:lnTo>
                      <a:pt x="817" y="163"/>
                    </a:lnTo>
                    <a:lnTo>
                      <a:pt x="816" y="163"/>
                    </a:lnTo>
                    <a:cubicBezTo>
                      <a:pt x="813" y="149"/>
                      <a:pt x="798" y="114"/>
                      <a:pt x="777" y="74"/>
                    </a:cubicBezTo>
                    <a:cubicBezTo>
                      <a:pt x="770" y="62"/>
                      <a:pt x="764" y="50"/>
                      <a:pt x="758" y="40"/>
                    </a:cubicBezTo>
                    <a:cubicBezTo>
                      <a:pt x="752" y="38"/>
                      <a:pt x="747" y="36"/>
                      <a:pt x="741" y="34"/>
                    </a:cubicBezTo>
                    <a:cubicBezTo>
                      <a:pt x="748" y="48"/>
                      <a:pt x="756" y="63"/>
                      <a:pt x="765" y="80"/>
                    </a:cubicBezTo>
                    <a:cubicBezTo>
                      <a:pt x="785" y="118"/>
                      <a:pt x="802" y="150"/>
                      <a:pt x="811" y="163"/>
                    </a:cubicBezTo>
                    <a:cubicBezTo>
                      <a:pt x="807" y="163"/>
                      <a:pt x="803" y="162"/>
                      <a:pt x="799" y="161"/>
                    </a:cubicBezTo>
                    <a:cubicBezTo>
                      <a:pt x="771" y="157"/>
                      <a:pt x="740" y="152"/>
                      <a:pt x="707" y="148"/>
                    </a:cubicBezTo>
                    <a:cubicBezTo>
                      <a:pt x="688" y="146"/>
                      <a:pt x="668" y="145"/>
                      <a:pt x="648" y="143"/>
                    </a:cubicBezTo>
                    <a:cubicBezTo>
                      <a:pt x="640" y="128"/>
                      <a:pt x="615" y="92"/>
                      <a:pt x="579" y="57"/>
                    </a:cubicBezTo>
                    <a:cubicBezTo>
                      <a:pt x="554" y="32"/>
                      <a:pt x="529" y="13"/>
                      <a:pt x="511" y="0"/>
                    </a:cubicBezTo>
                    <a:cubicBezTo>
                      <a:pt x="507" y="0"/>
                      <a:pt x="502" y="0"/>
                      <a:pt x="497" y="0"/>
                    </a:cubicBezTo>
                    <a:cubicBezTo>
                      <a:pt x="513" y="14"/>
                      <a:pt x="540" y="37"/>
                      <a:pt x="570" y="66"/>
                    </a:cubicBezTo>
                    <a:cubicBezTo>
                      <a:pt x="602" y="98"/>
                      <a:pt x="627" y="128"/>
                      <a:pt x="641" y="143"/>
                    </a:cubicBezTo>
                    <a:cubicBezTo>
                      <a:pt x="594" y="139"/>
                      <a:pt x="544" y="138"/>
                      <a:pt x="493" y="138"/>
                    </a:cubicBezTo>
                    <a:cubicBezTo>
                      <a:pt x="461" y="139"/>
                      <a:pt x="430" y="140"/>
                      <a:pt x="401" y="142"/>
                    </a:cubicBezTo>
                    <a:cubicBezTo>
                      <a:pt x="386" y="128"/>
                      <a:pt x="347" y="97"/>
                      <a:pt x="301" y="63"/>
                    </a:cubicBezTo>
                    <a:cubicBezTo>
                      <a:pt x="277" y="45"/>
                      <a:pt x="255" y="30"/>
                      <a:pt x="237" y="17"/>
                    </a:cubicBezTo>
                    <a:cubicBezTo>
                      <a:pt x="232" y="18"/>
                      <a:pt x="228" y="19"/>
                      <a:pt x="223" y="20"/>
                    </a:cubicBezTo>
                    <a:cubicBezTo>
                      <a:pt x="242" y="35"/>
                      <a:pt x="266" y="53"/>
                      <a:pt x="293" y="74"/>
                    </a:cubicBezTo>
                    <a:cubicBezTo>
                      <a:pt x="335" y="105"/>
                      <a:pt x="372" y="131"/>
                      <a:pt x="392" y="143"/>
                    </a:cubicBezTo>
                    <a:cubicBezTo>
                      <a:pt x="310" y="149"/>
                      <a:pt x="235" y="161"/>
                      <a:pt x="171" y="175"/>
                    </a:cubicBezTo>
                    <a:cubicBezTo>
                      <a:pt x="160" y="165"/>
                      <a:pt x="128" y="144"/>
                      <a:pt x="89" y="123"/>
                    </a:cubicBezTo>
                    <a:cubicBezTo>
                      <a:pt x="67" y="111"/>
                      <a:pt x="45" y="101"/>
                      <a:pt x="29" y="94"/>
                    </a:cubicBezTo>
                    <a:cubicBezTo>
                      <a:pt x="26" y="96"/>
                      <a:pt x="23" y="98"/>
                      <a:pt x="20" y="100"/>
                    </a:cubicBezTo>
                    <a:cubicBezTo>
                      <a:pt x="36" y="109"/>
                      <a:pt x="59" y="121"/>
                      <a:pt x="83" y="134"/>
                    </a:cubicBezTo>
                    <a:cubicBezTo>
                      <a:pt x="117" y="153"/>
                      <a:pt x="147" y="169"/>
                      <a:pt x="163" y="176"/>
                    </a:cubicBezTo>
                    <a:cubicBezTo>
                      <a:pt x="143" y="180"/>
                      <a:pt x="124" y="185"/>
                      <a:pt x="107" y="189"/>
                    </a:cubicBezTo>
                    <a:cubicBezTo>
                      <a:pt x="62" y="201"/>
                      <a:pt x="26" y="212"/>
                      <a:pt x="0" y="221"/>
                    </a:cubicBezTo>
                    <a:cubicBezTo>
                      <a:pt x="1" y="222"/>
                      <a:pt x="2" y="224"/>
                      <a:pt x="3" y="226"/>
                    </a:cubicBezTo>
                    <a:cubicBezTo>
                      <a:pt x="29" y="218"/>
                      <a:pt x="65" y="209"/>
                      <a:pt x="109" y="198"/>
                    </a:cubicBezTo>
                    <a:cubicBezTo>
                      <a:pt x="128" y="194"/>
                      <a:pt x="149" y="190"/>
                      <a:pt x="171" y="185"/>
                    </a:cubicBezTo>
                    <a:cubicBezTo>
                      <a:pt x="162" y="202"/>
                      <a:pt x="147" y="240"/>
                      <a:pt x="132" y="284"/>
                    </a:cubicBezTo>
                    <a:cubicBezTo>
                      <a:pt x="129" y="292"/>
                      <a:pt x="127" y="300"/>
                      <a:pt x="125" y="308"/>
                    </a:cubicBezTo>
                    <a:cubicBezTo>
                      <a:pt x="129" y="308"/>
                      <a:pt x="133" y="308"/>
                      <a:pt x="138" y="309"/>
                    </a:cubicBezTo>
                    <a:cubicBezTo>
                      <a:pt x="140" y="302"/>
                      <a:pt x="142" y="295"/>
                      <a:pt x="144" y="289"/>
                    </a:cubicBezTo>
                    <a:cubicBezTo>
                      <a:pt x="160" y="241"/>
                      <a:pt x="173" y="201"/>
                      <a:pt x="177" y="184"/>
                    </a:cubicBezTo>
                    <a:cubicBezTo>
                      <a:pt x="241" y="172"/>
                      <a:pt x="316" y="161"/>
                      <a:pt x="398" y="156"/>
                    </a:cubicBezTo>
                    <a:cubicBezTo>
                      <a:pt x="391" y="172"/>
                      <a:pt x="379" y="211"/>
                      <a:pt x="368" y="257"/>
                    </a:cubicBezTo>
                    <a:cubicBezTo>
                      <a:pt x="364" y="273"/>
                      <a:pt x="361" y="287"/>
                      <a:pt x="358" y="301"/>
                    </a:cubicBezTo>
                    <a:cubicBezTo>
                      <a:pt x="362" y="300"/>
                      <a:pt x="366" y="300"/>
                      <a:pt x="370" y="300"/>
                    </a:cubicBezTo>
                    <a:cubicBezTo>
                      <a:pt x="374" y="288"/>
                      <a:pt x="377" y="275"/>
                      <a:pt x="381" y="261"/>
                    </a:cubicBezTo>
                    <a:cubicBezTo>
                      <a:pt x="393" y="213"/>
                      <a:pt x="401" y="172"/>
                      <a:pt x="403" y="155"/>
                    </a:cubicBezTo>
                    <a:cubicBezTo>
                      <a:pt x="432" y="153"/>
                      <a:pt x="462" y="152"/>
                      <a:pt x="493" y="152"/>
                    </a:cubicBezTo>
                    <a:cubicBezTo>
                      <a:pt x="544" y="151"/>
                      <a:pt x="594" y="152"/>
                      <a:pt x="641" y="155"/>
                    </a:cubicBezTo>
                    <a:cubicBezTo>
                      <a:pt x="632" y="175"/>
                      <a:pt x="616" y="217"/>
                      <a:pt x="598" y="266"/>
                    </a:cubicBezTo>
                    <a:cubicBezTo>
                      <a:pt x="596" y="273"/>
                      <a:pt x="593" y="280"/>
                      <a:pt x="591" y="287"/>
                    </a:cubicBezTo>
                    <a:cubicBezTo>
                      <a:pt x="596" y="286"/>
                      <a:pt x="601" y="286"/>
                      <a:pt x="605" y="285"/>
                    </a:cubicBezTo>
                    <a:cubicBezTo>
                      <a:pt x="607" y="280"/>
                      <a:pt x="609" y="275"/>
                      <a:pt x="611" y="270"/>
                    </a:cubicBezTo>
                    <a:cubicBezTo>
                      <a:pt x="629" y="220"/>
                      <a:pt x="642" y="176"/>
                      <a:pt x="647" y="156"/>
                    </a:cubicBezTo>
                    <a:cubicBezTo>
                      <a:pt x="667" y="157"/>
                      <a:pt x="687" y="159"/>
                      <a:pt x="706" y="161"/>
                    </a:cubicBezTo>
                    <a:cubicBezTo>
                      <a:pt x="738" y="164"/>
                      <a:pt x="769" y="168"/>
                      <a:pt x="798" y="172"/>
                    </a:cubicBezTo>
                    <a:cubicBezTo>
                      <a:pt x="802" y="173"/>
                      <a:pt x="806" y="173"/>
                      <a:pt x="810" y="174"/>
                    </a:cubicBezTo>
                    <a:cubicBezTo>
                      <a:pt x="803" y="187"/>
                      <a:pt x="794" y="212"/>
                      <a:pt x="784" y="241"/>
                    </a:cubicBezTo>
                    <a:cubicBezTo>
                      <a:pt x="782" y="248"/>
                      <a:pt x="779" y="256"/>
                      <a:pt x="777" y="262"/>
                    </a:cubicBezTo>
                    <a:cubicBezTo>
                      <a:pt x="782" y="262"/>
                      <a:pt x="787" y="261"/>
                      <a:pt x="792" y="260"/>
                    </a:cubicBezTo>
                    <a:cubicBezTo>
                      <a:pt x="793" y="255"/>
                      <a:pt x="795" y="250"/>
                      <a:pt x="797" y="245"/>
                    </a:cubicBezTo>
                    <a:cubicBezTo>
                      <a:pt x="806" y="215"/>
                      <a:pt x="814" y="189"/>
                      <a:pt x="816" y="175"/>
                    </a:cubicBezTo>
                    <a:cubicBezTo>
                      <a:pt x="838" y="178"/>
                      <a:pt x="859" y="181"/>
                      <a:pt x="878" y="183"/>
                    </a:cubicBezTo>
                    <a:cubicBezTo>
                      <a:pt x="912" y="188"/>
                      <a:pt x="941" y="193"/>
                      <a:pt x="964" y="198"/>
                    </a:cubicBezTo>
                    <a:cubicBezTo>
                      <a:pt x="964" y="196"/>
                      <a:pt x="964" y="193"/>
                      <a:pt x="964" y="191"/>
                    </a:cubicBezTo>
                    <a:cubicBezTo>
                      <a:pt x="941" y="186"/>
                      <a:pt x="912" y="180"/>
                      <a:pt x="880" y="174"/>
                    </a:cubicBezTo>
                    <a:cubicBezTo>
                      <a:pt x="860" y="171"/>
                      <a:pt x="839" y="168"/>
                      <a:pt x="817" y="164"/>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grpSp>
      </p:grpSp>
      <p:sp>
        <p:nvSpPr>
          <p:cNvPr id="1299" name="Google Shape;1299;p40"/>
          <p:cNvSpPr/>
          <p:nvPr/>
        </p:nvSpPr>
        <p:spPr>
          <a:xfrm>
            <a:off x="6043455" y="398275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
        <p:nvSpPr>
          <p:cNvPr id="1300" name="Google Shape;1300;p40"/>
          <p:cNvSpPr/>
          <p:nvPr/>
        </p:nvSpPr>
        <p:spPr>
          <a:xfrm>
            <a:off x="3079980" y="539507"/>
            <a:ext cx="257595" cy="238993"/>
          </a:xfrm>
          <a:custGeom>
            <a:avLst/>
            <a:gdLst/>
            <a:ahLst/>
            <a:cxnLst/>
            <a:rect l="l" t="t" r="r" b="b"/>
            <a:pathLst>
              <a:path w="28" h="26" extrusionOk="0">
                <a:moveTo>
                  <a:pt x="14" y="10"/>
                </a:moveTo>
                <a:cubicBezTo>
                  <a:pt x="14" y="10"/>
                  <a:pt x="10" y="3"/>
                  <a:pt x="3" y="6"/>
                </a:cubicBezTo>
                <a:cubicBezTo>
                  <a:pt x="-3" y="9"/>
                  <a:pt x="-1" y="20"/>
                  <a:pt x="19" y="26"/>
                </a:cubicBezTo>
                <a:cubicBezTo>
                  <a:pt x="19" y="26"/>
                  <a:pt x="34" y="10"/>
                  <a:pt x="26" y="3"/>
                </a:cubicBezTo>
                <a:cubicBezTo>
                  <a:pt x="19" y="-5"/>
                  <a:pt x="14" y="10"/>
                  <a:pt x="14" y="10"/>
                </a:cubicBezTo>
                <a:close/>
              </a:path>
            </a:pathLst>
          </a:custGeom>
          <a:solidFill>
            <a:schemeClr val="accent2"/>
          </a:solidFill>
          <a:ln w="38100" cap="flat" cmpd="sng">
            <a:solidFill>
              <a:schemeClr val="accent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dirty="0">
              <a:solidFill>
                <a:srgbClr val="000000"/>
              </a:solidFill>
              <a:latin typeface="Abadi" panose="020B0604020104020204" pitchFamily="34" charset="0"/>
              <a:sym typeface="Arial"/>
            </a:endParaRPr>
          </a:p>
        </p:txBody>
      </p:sp>
    </p:spTree>
  </p:cSld>
  <p:clrMapOvr>
    <a:masterClrMapping/>
  </p:clrMapOvr>
</p:sld>
</file>

<file path=ppt/theme/theme1.xml><?xml version="1.0" encoding="utf-8"?>
<a:theme xmlns:a="http://schemas.openxmlformats.org/drawingml/2006/main" name="Food and Drink Vocabulary -French - 1st grade by Slidesgo">
  <a:themeElements>
    <a:clrScheme name="Simple Light">
      <a:dk1>
        <a:srgbClr val="6C3A04"/>
      </a:dk1>
      <a:lt1>
        <a:srgbClr val="FFF3D2"/>
      </a:lt1>
      <a:dk2>
        <a:srgbClr val="FBBC6C"/>
      </a:dk2>
      <a:lt2>
        <a:srgbClr val="EA9D49"/>
      </a:lt2>
      <a:accent1>
        <a:srgbClr val="F67564"/>
      </a:accent1>
      <a:accent2>
        <a:srgbClr val="DC534B"/>
      </a:accent2>
      <a:accent3>
        <a:srgbClr val="C3D86A"/>
      </a:accent3>
      <a:accent4>
        <a:srgbClr val="708031"/>
      </a:accent4>
      <a:accent5>
        <a:srgbClr val="F7F3E4"/>
      </a:accent5>
      <a:accent6>
        <a:srgbClr val="FFFFFF"/>
      </a:accent6>
      <a:hlink>
        <a:srgbClr val="6C3A0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462</Words>
  <Application>Microsoft Office PowerPoint</Application>
  <PresentationFormat>On-screen Show (16:9)</PresentationFormat>
  <Paragraphs>50</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Nunito</vt:lpstr>
      <vt:lpstr>Lato</vt:lpstr>
      <vt:lpstr>Abadi</vt:lpstr>
      <vt:lpstr>Balsamiq Sans</vt:lpstr>
      <vt:lpstr>Darker Grotesque SemiBold</vt:lpstr>
      <vt:lpstr>Bebas Neue</vt:lpstr>
      <vt:lpstr>Food and Drink Vocabulary -French - 1st grade by Slidesgo</vt:lpstr>
      <vt:lpstr>Smart Bite</vt:lpstr>
      <vt:lpstr>Problem Statement</vt:lpstr>
      <vt:lpstr>Stakeholders</vt:lpstr>
      <vt:lpstr>Use Case Model</vt:lpstr>
      <vt:lpstr>Domain Model</vt:lpstr>
      <vt:lpstr>Key Requirements</vt:lpstr>
      <vt:lpstr>Story Board</vt:lpstr>
      <vt:lpstr>PowerPoint Presentation</vt:lpstr>
      <vt:lpstr>Change request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Rokaya Abdrabou</cp:lastModifiedBy>
  <cp:revision>12</cp:revision>
  <dcterms:modified xsi:type="dcterms:W3CDTF">2025-12-03T15:36:12Z</dcterms:modified>
</cp:coreProperties>
</file>